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77" d="100"/>
          <a:sy n="77" d="100"/>
        </p:scale>
        <p:origin x="45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252</Words>
  <Application>Microsoft Office PowerPoint</Application>
  <PresentationFormat>와이드스크린</PresentationFormat>
  <Paragraphs>133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7</cp:revision>
  <dcterms:created xsi:type="dcterms:W3CDTF">2026-08-10T09:56:11Z</dcterms:created>
  <dcterms:modified xsi:type="dcterms:W3CDTF">2026-08-11T06:08:36Z</dcterms:modified>
</cp:coreProperties>
</file>