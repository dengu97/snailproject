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6" r:id="rId11"/>
    <p:sldId id="262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0FF361-3558-476D-B131-009518BF2BB2}"/>
              </a:ext>
            </a:extLst>
          </p:cNvPr>
          <p:cNvSpPr/>
          <p:nvPr/>
        </p:nvSpPr>
        <p:spPr>
          <a:xfrm>
            <a:off x="693335" y="197234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7C9D77B-7437-4174-80B1-74D23C37BDE9}"/>
              </a:ext>
            </a:extLst>
          </p:cNvPr>
          <p:cNvSpPr/>
          <p:nvPr/>
        </p:nvSpPr>
        <p:spPr>
          <a:xfrm>
            <a:off x="1267610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32DD00-A58A-4192-A77B-CA8D50085468}"/>
              </a:ext>
            </a:extLst>
          </p:cNvPr>
          <p:cNvSpPr/>
          <p:nvPr/>
        </p:nvSpPr>
        <p:spPr>
          <a:xfrm>
            <a:off x="839028" y="165776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59DC630-D10B-42C8-9B33-E43EEA8D3CDB}"/>
              </a:ext>
            </a:extLst>
          </p:cNvPr>
          <p:cNvSpPr/>
          <p:nvPr/>
        </p:nvSpPr>
        <p:spPr>
          <a:xfrm>
            <a:off x="1713214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252A5A3F-3955-4E86-9AE6-B19095A9B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380" y="1690067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4114790D-874A-4EA3-88A3-20AE3551C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837" y="1664630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CE2CE-A65A-4D90-A2F9-D48DCDD2087A}"/>
              </a:ext>
            </a:extLst>
          </p:cNvPr>
          <p:cNvSpPr/>
          <p:nvPr/>
        </p:nvSpPr>
        <p:spPr>
          <a:xfrm>
            <a:off x="2893856" y="1965221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21C8CD-B67E-49D9-BD5D-B191370A5B74}"/>
              </a:ext>
            </a:extLst>
          </p:cNvPr>
          <p:cNvSpPr/>
          <p:nvPr/>
        </p:nvSpPr>
        <p:spPr>
          <a:xfrm>
            <a:off x="4841570" y="1869971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0589F0-F1AD-4D2C-BA43-BAC6C17ED1B1}"/>
              </a:ext>
            </a:extLst>
          </p:cNvPr>
          <p:cNvSpPr/>
          <p:nvPr/>
        </p:nvSpPr>
        <p:spPr>
          <a:xfrm>
            <a:off x="3138085" y="209848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A495CF4-943B-4930-9E04-ECD00241C1C2}"/>
              </a:ext>
            </a:extLst>
          </p:cNvPr>
          <p:cNvGrpSpPr/>
          <p:nvPr/>
        </p:nvGrpSpPr>
        <p:grpSpPr>
          <a:xfrm>
            <a:off x="3185842" y="2137255"/>
            <a:ext cx="200148" cy="200148"/>
            <a:chOff x="3690370" y="5044952"/>
            <a:chExt cx="323850" cy="323850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160BCA7-3EAE-42A7-9CDF-DEC74545D97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82" name="Picture 2" descr="연필 - 무료 편집 도구개 아이콘">
              <a:extLst>
                <a:ext uri="{FF2B5EF4-FFF2-40B4-BE49-F238E27FC236}">
                  <a16:creationId xmlns:a16="http://schemas.microsoft.com/office/drawing/2014/main" id="{AF2FF7CF-87F2-43A0-847F-629FE1DF3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31">
            <a:extLst>
              <a:ext uri="{FF2B5EF4-FFF2-40B4-BE49-F238E27FC236}">
                <a16:creationId xmlns:a16="http://schemas.microsoft.com/office/drawing/2014/main" id="{740C43D0-EDD0-4BDD-B471-307147BDF561}"/>
              </a:ext>
            </a:extLst>
          </p:cNvPr>
          <p:cNvSpPr txBox="1"/>
          <p:nvPr/>
        </p:nvSpPr>
        <p:spPr>
          <a:xfrm>
            <a:off x="3371816" y="211511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874EA15A-0C41-4D67-9CB6-279A22BF5AB7}"/>
              </a:ext>
            </a:extLst>
          </p:cNvPr>
          <p:cNvSpPr/>
          <p:nvPr/>
        </p:nvSpPr>
        <p:spPr>
          <a:xfrm>
            <a:off x="4824433" y="1852720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02DCC98B-8E68-49AB-B26B-5D697CAF690F}"/>
              </a:ext>
            </a:extLst>
          </p:cNvPr>
          <p:cNvSpPr txBox="1"/>
          <p:nvPr/>
        </p:nvSpPr>
        <p:spPr>
          <a:xfrm>
            <a:off x="1187247" y="201198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보유 특징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66879B4-6325-4BD7-AD08-DC04CE176DA1}"/>
              </a:ext>
            </a:extLst>
          </p:cNvPr>
          <p:cNvGrpSpPr/>
          <p:nvPr/>
        </p:nvGrpSpPr>
        <p:grpSpPr>
          <a:xfrm>
            <a:off x="3489242" y="1579593"/>
            <a:ext cx="1141042" cy="442052"/>
            <a:chOff x="6711477" y="1465221"/>
            <a:chExt cx="1416357" cy="548711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5A830B04-1EC7-4523-BB98-9C0366D1EA8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DAF5DB5-2770-4E2F-9969-94E60FDAF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80" name="TextBox 89">
              <a:extLst>
                <a:ext uri="{FF2B5EF4-FFF2-40B4-BE49-F238E27FC236}">
                  <a16:creationId xmlns:a16="http://schemas.microsoft.com/office/drawing/2014/main" id="{E1A18C31-6C8B-4E3B-B991-B0D8D09F1EAE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1F0581B-C092-4CB6-A80A-DD06B5E32C5E}"/>
              </a:ext>
            </a:extLst>
          </p:cNvPr>
          <p:cNvSpPr/>
          <p:nvPr/>
        </p:nvSpPr>
        <p:spPr>
          <a:xfrm>
            <a:off x="2163916" y="166063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741715-983A-44AD-8DE8-37B5D7BF8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971" y="162683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Eggs - Free food icons">
            <a:extLst>
              <a:ext uri="{FF2B5EF4-FFF2-40B4-BE49-F238E27FC236}">
                <a16:creationId xmlns:a16="http://schemas.microsoft.com/office/drawing/2014/main" id="{BAF861CD-7E49-4CFC-BE77-BBA975B33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9" y="1692003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C47BEDE-5E21-44F6-9242-68091E087E1C}"/>
              </a:ext>
            </a:extLst>
          </p:cNvPr>
          <p:cNvSpPr/>
          <p:nvPr/>
        </p:nvSpPr>
        <p:spPr>
          <a:xfrm>
            <a:off x="3001898" y="165564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22" name="Picture 2" descr="설정 - 무료 ui개 아이콘">
            <a:extLst>
              <a:ext uri="{FF2B5EF4-FFF2-40B4-BE49-F238E27FC236}">
                <a16:creationId xmlns:a16="http://schemas.microsoft.com/office/drawing/2014/main" id="{CD51C124-F2C5-45D7-BF8C-2AE8F8AB8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063" y="1677657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F7F16009-B5A7-4E35-A3B7-3990403B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63" y="2449904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238AC5E-1F90-4CCE-A4F7-55F7B9BC5A3D}"/>
              </a:ext>
            </a:extLst>
          </p:cNvPr>
          <p:cNvSpPr/>
          <p:nvPr/>
        </p:nvSpPr>
        <p:spPr>
          <a:xfrm>
            <a:off x="1019904" y="2309651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TextBox 97">
            <a:extLst>
              <a:ext uri="{FF2B5EF4-FFF2-40B4-BE49-F238E27FC236}">
                <a16:creationId xmlns:a16="http://schemas.microsoft.com/office/drawing/2014/main" id="{33184209-06B5-4811-BF1B-4385653C1E4F}"/>
              </a:ext>
            </a:extLst>
          </p:cNvPr>
          <p:cNvSpPr txBox="1"/>
          <p:nvPr/>
        </p:nvSpPr>
        <p:spPr>
          <a:xfrm>
            <a:off x="1036035" y="234496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이름</a:t>
            </a:r>
          </a:p>
        </p:txBody>
      </p:sp>
      <p:sp>
        <p:nvSpPr>
          <p:cNvPr id="26" name="TextBox 98">
            <a:extLst>
              <a:ext uri="{FF2B5EF4-FFF2-40B4-BE49-F238E27FC236}">
                <a16:creationId xmlns:a16="http://schemas.microsoft.com/office/drawing/2014/main" id="{29D5452D-DFB1-4F97-BE10-96CB6E809228}"/>
              </a:ext>
            </a:extLst>
          </p:cNvPr>
          <p:cNvSpPr txBox="1"/>
          <p:nvPr/>
        </p:nvSpPr>
        <p:spPr>
          <a:xfrm>
            <a:off x="1032320" y="2538902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설명 어쩌구저쩌구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A99F6290-0311-4686-B44B-CC655B928DAD}"/>
              </a:ext>
            </a:extLst>
          </p:cNvPr>
          <p:cNvSpPr/>
          <p:nvPr/>
        </p:nvSpPr>
        <p:spPr>
          <a:xfrm>
            <a:off x="789990" y="2404780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FBB534-9525-4D1B-AEB5-3BE9E36DDD7E}"/>
              </a:ext>
            </a:extLst>
          </p:cNvPr>
          <p:cNvGrpSpPr/>
          <p:nvPr/>
        </p:nvGrpSpPr>
        <p:grpSpPr>
          <a:xfrm>
            <a:off x="2272739" y="2332819"/>
            <a:ext cx="1256151" cy="230832"/>
            <a:chOff x="3664169" y="2092252"/>
            <a:chExt cx="1256151" cy="230832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BE927DB0-3118-41D8-8786-C22B18424F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28BAA9AD-EFDE-4235-9A48-9A6DC2F2D86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2BBBE5B-6266-42C7-B2D7-7C690CD8F06A}"/>
              </a:ext>
            </a:extLst>
          </p:cNvPr>
          <p:cNvSpPr/>
          <p:nvPr/>
        </p:nvSpPr>
        <p:spPr>
          <a:xfrm>
            <a:off x="1019904" y="2907988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TextBox 102">
            <a:extLst>
              <a:ext uri="{FF2B5EF4-FFF2-40B4-BE49-F238E27FC236}">
                <a16:creationId xmlns:a16="http://schemas.microsoft.com/office/drawing/2014/main" id="{E2BF1B74-0C7E-4AF9-8145-BFA4ABDD0FE6}"/>
              </a:ext>
            </a:extLst>
          </p:cNvPr>
          <p:cNvSpPr txBox="1"/>
          <p:nvPr/>
        </p:nvSpPr>
        <p:spPr>
          <a:xfrm>
            <a:off x="1036035" y="2943306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이름</a:t>
            </a:r>
          </a:p>
        </p:txBody>
      </p:sp>
      <p:sp>
        <p:nvSpPr>
          <p:cNvPr id="31" name="TextBox 103">
            <a:extLst>
              <a:ext uri="{FF2B5EF4-FFF2-40B4-BE49-F238E27FC236}">
                <a16:creationId xmlns:a16="http://schemas.microsoft.com/office/drawing/2014/main" id="{9F7AA1F8-2DD3-4F43-9653-80655E06BAD4}"/>
              </a:ext>
            </a:extLst>
          </p:cNvPr>
          <p:cNvSpPr txBox="1"/>
          <p:nvPr/>
        </p:nvSpPr>
        <p:spPr>
          <a:xfrm>
            <a:off x="1032320" y="3137239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설명 어쩌구저쩌구</a:t>
            </a: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D98DB33C-BF99-4102-86B2-DB0495CD7D62}"/>
              </a:ext>
            </a:extLst>
          </p:cNvPr>
          <p:cNvSpPr/>
          <p:nvPr/>
        </p:nvSpPr>
        <p:spPr>
          <a:xfrm>
            <a:off x="789990" y="3003117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469AE2-8FDC-4D14-993A-3ACE388C6CDA}"/>
              </a:ext>
            </a:extLst>
          </p:cNvPr>
          <p:cNvSpPr/>
          <p:nvPr/>
        </p:nvSpPr>
        <p:spPr>
          <a:xfrm>
            <a:off x="1014750" y="3518084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TextBox 106">
            <a:extLst>
              <a:ext uri="{FF2B5EF4-FFF2-40B4-BE49-F238E27FC236}">
                <a16:creationId xmlns:a16="http://schemas.microsoft.com/office/drawing/2014/main" id="{0D9D9D48-E4F9-47F0-A914-B2F60BD5A947}"/>
              </a:ext>
            </a:extLst>
          </p:cNvPr>
          <p:cNvSpPr txBox="1"/>
          <p:nvPr/>
        </p:nvSpPr>
        <p:spPr>
          <a:xfrm>
            <a:off x="1030881" y="355340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이름</a:t>
            </a:r>
          </a:p>
        </p:txBody>
      </p:sp>
      <p:sp>
        <p:nvSpPr>
          <p:cNvPr id="35" name="TextBox 107">
            <a:extLst>
              <a:ext uri="{FF2B5EF4-FFF2-40B4-BE49-F238E27FC236}">
                <a16:creationId xmlns:a16="http://schemas.microsoft.com/office/drawing/2014/main" id="{62B96F1F-4207-4E2A-93F8-691677B9D4AB}"/>
              </a:ext>
            </a:extLst>
          </p:cNvPr>
          <p:cNvSpPr txBox="1"/>
          <p:nvPr/>
        </p:nvSpPr>
        <p:spPr>
          <a:xfrm>
            <a:off x="1027166" y="3747335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설명 어쩌구저쩌구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1B09B2-C18B-43B7-ADBE-B024B1C3038A}"/>
              </a:ext>
            </a:extLst>
          </p:cNvPr>
          <p:cNvSpPr/>
          <p:nvPr/>
        </p:nvSpPr>
        <p:spPr>
          <a:xfrm>
            <a:off x="784836" y="3613213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67A9E24-0DF4-43C6-ACE4-E60E33D6BAEF}"/>
              </a:ext>
            </a:extLst>
          </p:cNvPr>
          <p:cNvSpPr/>
          <p:nvPr/>
        </p:nvSpPr>
        <p:spPr>
          <a:xfrm>
            <a:off x="1014750" y="4131345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TextBox 110">
            <a:extLst>
              <a:ext uri="{FF2B5EF4-FFF2-40B4-BE49-F238E27FC236}">
                <a16:creationId xmlns:a16="http://schemas.microsoft.com/office/drawing/2014/main" id="{95929D2C-F756-461C-BDFD-2C5588DB544C}"/>
              </a:ext>
            </a:extLst>
          </p:cNvPr>
          <p:cNvSpPr txBox="1"/>
          <p:nvPr/>
        </p:nvSpPr>
        <p:spPr>
          <a:xfrm>
            <a:off x="1030881" y="416666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이름</a:t>
            </a:r>
          </a:p>
        </p:txBody>
      </p:sp>
      <p:sp>
        <p:nvSpPr>
          <p:cNvPr id="39" name="TextBox 111">
            <a:extLst>
              <a:ext uri="{FF2B5EF4-FFF2-40B4-BE49-F238E27FC236}">
                <a16:creationId xmlns:a16="http://schemas.microsoft.com/office/drawing/2014/main" id="{C4903039-6F88-4AE3-9EB9-1DE07CEFF02A}"/>
              </a:ext>
            </a:extLst>
          </p:cNvPr>
          <p:cNvSpPr txBox="1"/>
          <p:nvPr/>
        </p:nvSpPr>
        <p:spPr>
          <a:xfrm>
            <a:off x="1027166" y="4360596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설명 어쩌구저쩌구</a:t>
            </a: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395E6B1-4E5C-43C2-B04F-9C9C2A1286F1}"/>
              </a:ext>
            </a:extLst>
          </p:cNvPr>
          <p:cNvSpPr/>
          <p:nvPr/>
        </p:nvSpPr>
        <p:spPr>
          <a:xfrm>
            <a:off x="784836" y="4226474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D790BDA-8485-4AD4-8826-956075746E5F}"/>
              </a:ext>
            </a:extLst>
          </p:cNvPr>
          <p:cNvGrpSpPr/>
          <p:nvPr/>
        </p:nvGrpSpPr>
        <p:grpSpPr>
          <a:xfrm>
            <a:off x="2287035" y="2928045"/>
            <a:ext cx="1256151" cy="230832"/>
            <a:chOff x="3664169" y="2092252"/>
            <a:chExt cx="125615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2481E71-ABEB-41F3-B062-EFA4C6A4ABB5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5" name="TextBox 115">
              <a:extLst>
                <a:ext uri="{FF2B5EF4-FFF2-40B4-BE49-F238E27FC236}">
                  <a16:creationId xmlns:a16="http://schemas.microsoft.com/office/drawing/2014/main" id="{FAC03107-56D7-4EB8-BC92-D5D0528AD42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0FFB6BC-27EC-41E6-ACD6-1629B053BC3D}"/>
              </a:ext>
            </a:extLst>
          </p:cNvPr>
          <p:cNvGrpSpPr/>
          <p:nvPr/>
        </p:nvGrpSpPr>
        <p:grpSpPr>
          <a:xfrm>
            <a:off x="2287035" y="3532242"/>
            <a:ext cx="1256151" cy="230832"/>
            <a:chOff x="3664169" y="2092252"/>
            <a:chExt cx="1256151" cy="230832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FEC2EA5-B225-44EF-BAB0-5BF8E06530FC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3" name="TextBox 118">
              <a:extLst>
                <a:ext uri="{FF2B5EF4-FFF2-40B4-BE49-F238E27FC236}">
                  <a16:creationId xmlns:a16="http://schemas.microsoft.com/office/drawing/2014/main" id="{553136EF-1474-4ACC-9EE0-EFAA77A6ADC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C07BA8-4DA0-401B-A6C9-3553055FE165}"/>
              </a:ext>
            </a:extLst>
          </p:cNvPr>
          <p:cNvGrpSpPr/>
          <p:nvPr/>
        </p:nvGrpSpPr>
        <p:grpSpPr>
          <a:xfrm>
            <a:off x="2287035" y="4155417"/>
            <a:ext cx="1256151" cy="230832"/>
            <a:chOff x="3664169" y="2092252"/>
            <a:chExt cx="1256151" cy="230832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3B22DEF-7049-4C22-819E-D225A78C93B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TextBox 121">
              <a:extLst>
                <a:ext uri="{FF2B5EF4-FFF2-40B4-BE49-F238E27FC236}">
                  <a16:creationId xmlns:a16="http://schemas.microsoft.com/office/drawing/2014/main" id="{A9FFAAFE-8A78-4BD7-AEF2-85B186C0FCF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869D2F-5F6B-4083-B6BC-023B65B5F7D8}"/>
              </a:ext>
            </a:extLst>
          </p:cNvPr>
          <p:cNvSpPr/>
          <p:nvPr/>
        </p:nvSpPr>
        <p:spPr>
          <a:xfrm>
            <a:off x="3741651" y="233655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TextBox 123">
            <a:extLst>
              <a:ext uri="{FF2B5EF4-FFF2-40B4-BE49-F238E27FC236}">
                <a16:creationId xmlns:a16="http://schemas.microsoft.com/office/drawing/2014/main" id="{E9B951D5-5CF7-4D8F-B301-79BB7CD47033}"/>
              </a:ext>
            </a:extLst>
          </p:cNvPr>
          <p:cNvSpPr txBox="1"/>
          <p:nvPr/>
        </p:nvSpPr>
        <p:spPr>
          <a:xfrm>
            <a:off x="3753202" y="2309950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CE0302DD-F497-4AF4-805D-372B1C02957E}"/>
              </a:ext>
            </a:extLst>
          </p:cNvPr>
          <p:cNvSpPr/>
          <p:nvPr/>
        </p:nvSpPr>
        <p:spPr>
          <a:xfrm>
            <a:off x="3276454" y="3772378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821DE2CE-37BF-4B2F-87D2-867E1C480973}"/>
              </a:ext>
            </a:extLst>
          </p:cNvPr>
          <p:cNvSpPr/>
          <p:nvPr/>
        </p:nvSpPr>
        <p:spPr>
          <a:xfrm>
            <a:off x="3145518" y="375024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2269D0A-7116-4B96-8AE8-94FD941D2A46}"/>
              </a:ext>
            </a:extLst>
          </p:cNvPr>
          <p:cNvSpPr/>
          <p:nvPr/>
        </p:nvSpPr>
        <p:spPr>
          <a:xfrm>
            <a:off x="3276454" y="4006352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3FE6979-7618-4FCE-918F-254B6172F32C}"/>
              </a:ext>
            </a:extLst>
          </p:cNvPr>
          <p:cNvSpPr/>
          <p:nvPr/>
        </p:nvSpPr>
        <p:spPr>
          <a:xfrm>
            <a:off x="3145518" y="3984216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4683BCC9-ED26-4A54-A2D4-D6A45DF628AC}"/>
              </a:ext>
            </a:extLst>
          </p:cNvPr>
          <p:cNvSpPr/>
          <p:nvPr/>
        </p:nvSpPr>
        <p:spPr>
          <a:xfrm>
            <a:off x="3276454" y="4234809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5B4A1CE7-0C6D-4F4B-A40E-F0CA4D1CB208}"/>
              </a:ext>
            </a:extLst>
          </p:cNvPr>
          <p:cNvSpPr/>
          <p:nvPr/>
        </p:nvSpPr>
        <p:spPr>
          <a:xfrm>
            <a:off x="3145518" y="421267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B76C8CD-E775-478E-A475-2DAB38B6DD96}"/>
              </a:ext>
            </a:extLst>
          </p:cNvPr>
          <p:cNvSpPr/>
          <p:nvPr/>
        </p:nvSpPr>
        <p:spPr>
          <a:xfrm>
            <a:off x="3276454" y="4464580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1170277-2D7C-4D13-BDFC-F45A7DD63398}"/>
              </a:ext>
            </a:extLst>
          </p:cNvPr>
          <p:cNvSpPr/>
          <p:nvPr/>
        </p:nvSpPr>
        <p:spPr>
          <a:xfrm>
            <a:off x="3145518" y="4442444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A05BF7C-358D-476D-BF37-893ED01B28D6}"/>
              </a:ext>
            </a:extLst>
          </p:cNvPr>
          <p:cNvGrpSpPr/>
          <p:nvPr/>
        </p:nvGrpSpPr>
        <p:grpSpPr>
          <a:xfrm>
            <a:off x="3371819" y="3758070"/>
            <a:ext cx="1061221" cy="200055"/>
            <a:chOff x="3663804" y="2086294"/>
            <a:chExt cx="1244600" cy="234625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41369D4-0691-4EA3-891B-6C48E9CBFBD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9" name="TextBox 138">
              <a:extLst>
                <a:ext uri="{FF2B5EF4-FFF2-40B4-BE49-F238E27FC236}">
                  <a16:creationId xmlns:a16="http://schemas.microsoft.com/office/drawing/2014/main" id="{227EE85B-BC2C-4667-9311-4FF08091CD34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583ED2F-02FB-4F77-B7F2-8C296CC143FC}"/>
              </a:ext>
            </a:extLst>
          </p:cNvPr>
          <p:cNvGrpSpPr/>
          <p:nvPr/>
        </p:nvGrpSpPr>
        <p:grpSpPr>
          <a:xfrm>
            <a:off x="3377889" y="4002223"/>
            <a:ext cx="1061221" cy="200055"/>
            <a:chOff x="3663804" y="2086294"/>
            <a:chExt cx="1244600" cy="23462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972A2E37-198F-43B1-9578-C61A4BDB4C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7" name="TextBox 141">
              <a:extLst>
                <a:ext uri="{FF2B5EF4-FFF2-40B4-BE49-F238E27FC236}">
                  <a16:creationId xmlns:a16="http://schemas.microsoft.com/office/drawing/2014/main" id="{6E939C3C-5139-4EE7-8017-BCF83F68B2B9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CCCBBB4-3A77-4ECD-8038-4487BD95F270}"/>
              </a:ext>
            </a:extLst>
          </p:cNvPr>
          <p:cNvGrpSpPr/>
          <p:nvPr/>
        </p:nvGrpSpPr>
        <p:grpSpPr>
          <a:xfrm>
            <a:off x="3377889" y="4225262"/>
            <a:ext cx="1061221" cy="200055"/>
            <a:chOff x="3663804" y="2086294"/>
            <a:chExt cx="1244600" cy="23462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66232E-31CD-40E8-9381-17321893CD99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5" name="TextBox 144">
              <a:extLst>
                <a:ext uri="{FF2B5EF4-FFF2-40B4-BE49-F238E27FC236}">
                  <a16:creationId xmlns:a16="http://schemas.microsoft.com/office/drawing/2014/main" id="{483B9A16-AE38-4AC8-A99F-D344BB942F4A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76AFAF9-51CC-4531-95D6-97E967F4EDB0}"/>
              </a:ext>
            </a:extLst>
          </p:cNvPr>
          <p:cNvGrpSpPr/>
          <p:nvPr/>
        </p:nvGrpSpPr>
        <p:grpSpPr>
          <a:xfrm>
            <a:off x="3383959" y="4453843"/>
            <a:ext cx="1061221" cy="200055"/>
            <a:chOff x="3663804" y="2086294"/>
            <a:chExt cx="1244600" cy="23462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46C0A41-C0A7-4D5A-AD73-BEA4C1AF464B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3" name="TextBox 147">
              <a:extLst>
                <a:ext uri="{FF2B5EF4-FFF2-40B4-BE49-F238E27FC236}">
                  <a16:creationId xmlns:a16="http://schemas.microsoft.com/office/drawing/2014/main" id="{E17A60E4-A279-4FBF-9822-BB55DFE624A1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58" name="TextBox 148">
            <a:extLst>
              <a:ext uri="{FF2B5EF4-FFF2-40B4-BE49-F238E27FC236}">
                <a16:creationId xmlns:a16="http://schemas.microsoft.com/office/drawing/2014/main" id="{88922A46-D9AC-41EC-8D51-A70CBD6AB5C4}"/>
              </a:ext>
            </a:extLst>
          </p:cNvPr>
          <p:cNvSpPr txBox="1"/>
          <p:nvPr/>
        </p:nvSpPr>
        <p:spPr>
          <a:xfrm>
            <a:off x="3723844" y="375509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패각 이름</a:t>
            </a:r>
          </a:p>
        </p:txBody>
      </p:sp>
      <p:sp>
        <p:nvSpPr>
          <p:cNvPr id="59" name="TextBox 149">
            <a:extLst>
              <a:ext uri="{FF2B5EF4-FFF2-40B4-BE49-F238E27FC236}">
                <a16:creationId xmlns:a16="http://schemas.microsoft.com/office/drawing/2014/main" id="{AD53FBEA-3A23-4D79-A91C-0F63CE769DA5}"/>
              </a:ext>
            </a:extLst>
          </p:cNvPr>
          <p:cNvSpPr txBox="1"/>
          <p:nvPr/>
        </p:nvSpPr>
        <p:spPr>
          <a:xfrm>
            <a:off x="3723844" y="399304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몸통 이름</a:t>
            </a:r>
          </a:p>
        </p:txBody>
      </p:sp>
      <p:sp>
        <p:nvSpPr>
          <p:cNvPr id="60" name="TextBox 150">
            <a:extLst>
              <a:ext uri="{FF2B5EF4-FFF2-40B4-BE49-F238E27FC236}">
                <a16:creationId xmlns:a16="http://schemas.microsoft.com/office/drawing/2014/main" id="{1AD9479E-8303-46D0-8508-7667269CE6CA}"/>
              </a:ext>
            </a:extLst>
          </p:cNvPr>
          <p:cNvSpPr txBox="1"/>
          <p:nvPr/>
        </p:nvSpPr>
        <p:spPr>
          <a:xfrm>
            <a:off x="3718690" y="422647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더듬이 이름</a:t>
            </a:r>
          </a:p>
        </p:txBody>
      </p:sp>
      <p:sp>
        <p:nvSpPr>
          <p:cNvPr id="61" name="TextBox 151">
            <a:extLst>
              <a:ext uri="{FF2B5EF4-FFF2-40B4-BE49-F238E27FC236}">
                <a16:creationId xmlns:a16="http://schemas.microsoft.com/office/drawing/2014/main" id="{8389BA23-7340-492A-A4B4-305562CC545F}"/>
              </a:ext>
            </a:extLst>
          </p:cNvPr>
          <p:cNvSpPr txBox="1"/>
          <p:nvPr/>
        </p:nvSpPr>
        <p:spPr>
          <a:xfrm>
            <a:off x="3718690" y="444191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얼굴 이름</a:t>
            </a:r>
          </a:p>
        </p:txBody>
      </p:sp>
      <p:sp>
        <p:nvSpPr>
          <p:cNvPr id="83" name="TextBox 3">
            <a:extLst>
              <a:ext uri="{FF2B5EF4-FFF2-40B4-BE49-F238E27FC236}">
                <a16:creationId xmlns:a16="http://schemas.microsoft.com/office/drawing/2014/main" id="{1C1F6C94-20D0-7BF0-A93F-EEBF7C8BED1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상세보기</a:t>
            </a:r>
          </a:p>
        </p:txBody>
      </p:sp>
    </p:spTree>
    <p:extLst>
      <p:ext uri="{BB962C8B-B14F-4D97-AF65-F5344CB8AC3E}">
        <p14:creationId xmlns:p14="http://schemas.microsoft.com/office/powerpoint/2010/main" val="245003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450</Words>
  <Application>Microsoft Office PowerPoint</Application>
  <PresentationFormat>와이드스크린</PresentationFormat>
  <Paragraphs>251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16</cp:revision>
  <dcterms:created xsi:type="dcterms:W3CDTF">2026-08-10T09:56:11Z</dcterms:created>
  <dcterms:modified xsi:type="dcterms:W3CDTF">2026-08-12T08:06:20Z</dcterms:modified>
</cp:coreProperties>
</file>