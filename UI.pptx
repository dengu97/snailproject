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2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406</Words>
  <Application>Microsoft Office PowerPoint</Application>
  <PresentationFormat>와이드스크린</PresentationFormat>
  <Paragraphs>226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15</cp:revision>
  <dcterms:created xsi:type="dcterms:W3CDTF">2026-08-10T09:56:11Z</dcterms:created>
  <dcterms:modified xsi:type="dcterms:W3CDTF">2026-08-12T06:16:47Z</dcterms:modified>
</cp:coreProperties>
</file>