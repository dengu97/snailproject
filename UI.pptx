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79" d="100"/>
          <a:sy n="79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203168-2906-8582-7B20-373BE23A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94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252</Words>
  <Application>Microsoft Office PowerPoint</Application>
  <PresentationFormat>와이드스크린</PresentationFormat>
  <Paragraphs>133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8</cp:revision>
  <dcterms:created xsi:type="dcterms:W3CDTF">2026-08-10T09:56:11Z</dcterms:created>
  <dcterms:modified xsi:type="dcterms:W3CDTF">2026-08-11T15:04:35Z</dcterms:modified>
</cp:coreProperties>
</file>