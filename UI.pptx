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>
        <p:scale>
          <a:sx n="100" d="100"/>
          <a:sy n="100" d="100"/>
        </p:scale>
        <p:origin x="87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34215-953F-4F82-A409-A0F77615C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2EEC6B-EFAF-424C-9660-1ECC838BDF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7C4B3-9EFB-476C-9F24-5CCABD5E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EDFAC-AF5C-4EFD-B539-F508BE863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C740D0-569C-4457-A514-967715C6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84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15C82-6C24-4D22-9BE6-00B0D934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AC0B0-0952-4198-AA26-34E226C71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141D9A-FC34-46FE-9E03-EA3BDF37C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FD6AC5-6B54-468C-BAB6-FA81AD8CD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657B2F-4DDD-49BB-8B39-59F9D63D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97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E17C7-5BD1-41E0-B898-D58B4AAE0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48B24C2-7785-499E-A51C-75F27A302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1280460-D0A8-4BFB-BDC2-00CF1C598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58E997-BC8E-4733-A5D4-2CF0D8A54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A627E5-7BC1-41F2-9A36-236AD738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257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FF6F3-3512-4DFC-B7A2-4E87A167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C2E2F-AE49-4992-827E-34E15B4396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45F068-699E-463D-B03D-6B9D01253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42554D-5885-4055-AD7D-C13C319C7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AF6018-9A8B-40D6-A9BC-BCC7A48FA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F0D4F0-02B3-44B5-9E8D-5F5FC81BA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539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3CB9-606A-48A1-99C3-13ABA10F1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793187-B58E-458F-9D6A-610C378AD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03E2A21-A1AD-47E1-89E3-5F55F7E46F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53F6FE-C368-4DED-BA59-CFD9E7FB3E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653398-E817-416B-A4C6-E3426537D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63FCAB-7F33-4A26-AB5A-B42B980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F37B51D-72D3-402F-8418-61D73FB0F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F4B95BF-0EF4-4584-B978-BDC0F9BA7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439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8DDFB0-D8F3-4B99-961A-070C38DC0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168126-AD75-4203-8D69-02585EDB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18680F4-DF49-49E5-9E10-5D5AB0548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DFFD5C-4AD1-4284-8845-CBEB77945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833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8ECE70-FA76-4D29-B70D-015CEB2F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8316CE-D755-4002-A75E-747D5B1CF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8716A4-8756-4844-9F1F-FE9D2917D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975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E989BD-EB81-4425-8638-6D2082EA6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9978A-2050-4476-95D1-8A9C773C2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F30C29-891E-45DE-B4D5-AB8EC96A35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E4A08B-2FA8-434D-B404-FEF031BE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764C967-302F-477A-9F63-7AEE2792A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76AFD0-7162-47C9-B2D3-9341391F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976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E86BB1-1FDB-4B0E-9658-F015717F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993200-9B5A-4F73-AED3-3DF86BF4B9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F3353B-8AB5-43AE-90C3-49C0BC849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2990A0-3924-4718-9865-BFE9CD5ED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ECBF14-6CEB-4A52-90D6-E094F7D9B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4E495E-3334-44A4-B7A8-A652A87F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47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63B10-639A-4FAE-8C6D-1F2E112B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8B643E-26E2-49F2-A356-903651028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C43C12-27CF-4810-97CF-BC37839D9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D35C1C-7C5D-4DCB-8E77-2F7BC09AC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5A57D4-2898-49A3-A0B5-3E36BF90E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834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77C77DC-5675-4A09-B22A-80570BB0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6D3CB9-4224-4BFD-9995-0174F808D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09794A-9A4C-42E4-AF83-54CF9E06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16120D-FC38-486D-A37B-4FFA2BDF4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F2B509-EBA7-4E4A-804B-A12847793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652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E681478-8F2B-444C-9654-4D8677D4F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124786-C1D6-4B3E-83C1-CB278245E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90BC03-1F46-4E19-BFF6-EC9994700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12C1A-6004-44D9-86CA-686F02092DF3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09DABB-D210-4C75-B8ED-7FE960C0C0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906EA7-CAE4-4381-B665-7759CF381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53A94-DF0F-4FDF-A52E-B9ACF38CF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32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microsoft.com/office/2007/relationships/hdphoto" Target="../media/hdphoto1.wdp"/><Relationship Id="rId15" Type="http://schemas.microsoft.com/office/2007/relationships/hdphoto" Target="../media/hdphoto2.wdp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2.png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8.png"/><Relationship Id="rId1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A69789C-A48A-4A3A-9D38-9509C094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640596"/>
            <a:ext cx="9906000" cy="55768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D1E4FF-4041-400C-97FD-DAF6E157CF7F}"/>
              </a:ext>
            </a:extLst>
          </p:cNvPr>
          <p:cNvSpPr txBox="1"/>
          <p:nvPr/>
        </p:nvSpPr>
        <p:spPr>
          <a:xfrm>
            <a:off x="1143000" y="194330"/>
            <a:ext cx="2578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예상 사이즈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A6C0703-C330-4247-B968-81CEE4D99B3F}"/>
              </a:ext>
            </a:extLst>
          </p:cNvPr>
          <p:cNvGrpSpPr/>
          <p:nvPr/>
        </p:nvGrpSpPr>
        <p:grpSpPr>
          <a:xfrm>
            <a:off x="9045433" y="4710140"/>
            <a:ext cx="1885033" cy="1337930"/>
            <a:chOff x="6894900" y="1330560"/>
            <a:chExt cx="4489873" cy="318675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733AFD9-E61A-4127-C141-E77F74A3A03B}"/>
                </a:ext>
              </a:extLst>
            </p:cNvPr>
            <p:cNvSpPr/>
            <p:nvPr/>
          </p:nvSpPr>
          <p:spPr>
            <a:xfrm>
              <a:off x="6894900" y="1723313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1E2C9621-A6C5-09BA-EF8B-9451D5629937}"/>
                </a:ext>
              </a:extLst>
            </p:cNvPr>
            <p:cNvSpPr/>
            <p:nvPr/>
          </p:nvSpPr>
          <p:spPr>
            <a:xfrm>
              <a:off x="7469175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92ED83C-2A02-3C23-CB36-266D93D7D9FF}"/>
                </a:ext>
              </a:extLst>
            </p:cNvPr>
            <p:cNvSpPr/>
            <p:nvPr/>
          </p:nvSpPr>
          <p:spPr>
            <a:xfrm>
              <a:off x="7040593" y="1408728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3DC746E8-29C3-6346-4FCF-A1C76E1E06F8}"/>
                </a:ext>
              </a:extLst>
            </p:cNvPr>
            <p:cNvSpPr/>
            <p:nvPr/>
          </p:nvSpPr>
          <p:spPr>
            <a:xfrm>
              <a:off x="7914779" y="141216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" name="Picture 2" descr="잎 - 무료 자연개 아이콘">
              <a:extLst>
                <a:ext uri="{FF2B5EF4-FFF2-40B4-BE49-F238E27FC236}">
                  <a16:creationId xmlns:a16="http://schemas.microsoft.com/office/drawing/2014/main" id="{181BF027-6642-73A8-A49B-17B3B1E23A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2945" y="1441035"/>
              <a:ext cx="251234" cy="2512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2" descr="Material 디자인 스타일의 달팽이 아이콘">
              <a:extLst>
                <a:ext uri="{FF2B5EF4-FFF2-40B4-BE49-F238E27FC236}">
                  <a16:creationId xmlns:a16="http://schemas.microsoft.com/office/drawing/2014/main" id="{925347D4-1EC6-40B8-43F3-4F1011596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8750" r="91250">
                          <a14:foregroundMark x1="90833" y1="41250" x2="90833" y2="41250"/>
                          <a14:foregroundMark x1="91250" y1="16167" x2="91250" y2="16167"/>
                          <a14:foregroundMark x1="8750" y1="46000" x2="8750" y2="46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1402" y="1415598"/>
              <a:ext cx="297156" cy="2971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83B12BE-A9E4-B47C-04A2-F9CAD9FB0A4B}"/>
                </a:ext>
              </a:extLst>
            </p:cNvPr>
            <p:cNvSpPr/>
            <p:nvPr/>
          </p:nvSpPr>
          <p:spPr>
            <a:xfrm>
              <a:off x="9095421" y="1716189"/>
              <a:ext cx="2200521" cy="2794000"/>
            </a:xfrm>
            <a:prstGeom prst="roundRect">
              <a:avLst>
                <a:gd name="adj" fmla="val 2239"/>
              </a:avLst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F0C7A7AA-0E2A-9F21-84E8-812634A0CFAE}"/>
                </a:ext>
              </a:extLst>
            </p:cNvPr>
            <p:cNvSpPr/>
            <p:nvPr/>
          </p:nvSpPr>
          <p:spPr>
            <a:xfrm>
              <a:off x="11043135" y="1620939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C6B4A74E-E392-1ADB-7D09-F1703C0230FA}"/>
                </a:ext>
              </a:extLst>
            </p:cNvPr>
            <p:cNvSpPr/>
            <p:nvPr/>
          </p:nvSpPr>
          <p:spPr>
            <a:xfrm>
              <a:off x="9339650" y="1849453"/>
              <a:ext cx="1668560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D096BC4-B7E5-6FB0-4FA3-663A02D5E6B3}"/>
                </a:ext>
              </a:extLst>
            </p:cNvPr>
            <p:cNvSpPr/>
            <p:nvPr/>
          </p:nvSpPr>
          <p:spPr>
            <a:xfrm>
              <a:off x="1076494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4647D3A-BC1D-F00A-9B21-FFDFA6970D6C}"/>
                </a:ext>
              </a:extLst>
            </p:cNvPr>
            <p:cNvGrpSpPr/>
            <p:nvPr/>
          </p:nvGrpSpPr>
          <p:grpSpPr>
            <a:xfrm>
              <a:off x="9387407" y="1888223"/>
              <a:ext cx="200148" cy="200148"/>
              <a:chOff x="3690370" y="5044952"/>
              <a:chExt cx="323850" cy="32385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22585C9-9BFD-CE17-3EAA-74839396C6C1}"/>
                  </a:ext>
                </a:extLst>
              </p:cNvPr>
              <p:cNvSpPr/>
              <p:nvPr/>
            </p:nvSpPr>
            <p:spPr>
              <a:xfrm>
                <a:off x="3690370" y="5044952"/>
                <a:ext cx="323850" cy="32385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16" name="Picture 2" descr="연필 - 무료 편집 도구개 아이콘">
                <a:extLst>
                  <a:ext uri="{FF2B5EF4-FFF2-40B4-BE49-F238E27FC236}">
                    <a16:creationId xmlns:a16="http://schemas.microsoft.com/office/drawing/2014/main" id="{BB2EB720-3184-2C10-B34C-746B1D001B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42086" y="5096668"/>
                <a:ext cx="220417" cy="22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ABD7762-E07E-F152-2ED8-A911ABEEE109}"/>
                </a:ext>
              </a:extLst>
            </p:cNvPr>
            <p:cNvSpPr/>
            <p:nvPr/>
          </p:nvSpPr>
          <p:spPr>
            <a:xfrm>
              <a:off x="10385705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E5B1264-DF0A-FC70-1D72-432A4EAE4217}"/>
                </a:ext>
              </a:extLst>
            </p:cNvPr>
            <p:cNvSpPr/>
            <p:nvPr/>
          </p:nvSpPr>
          <p:spPr>
            <a:xfrm>
              <a:off x="9300821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19" name="Picture 4" descr="돋보기 - 무료 상호 작용개 아이콘">
              <a:extLst>
                <a:ext uri="{FF2B5EF4-FFF2-40B4-BE49-F238E27FC236}">
                  <a16:creationId xmlns:a16="http://schemas.microsoft.com/office/drawing/2014/main" id="{83915BEE-7DD2-E252-04F0-FF9B94E568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201" y="4148960"/>
              <a:ext cx="202717" cy="2027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6" descr="Coin - Free business icons">
              <a:extLst>
                <a:ext uri="{FF2B5EF4-FFF2-40B4-BE49-F238E27FC236}">
                  <a16:creationId xmlns:a16="http://schemas.microsoft.com/office/drawing/2014/main" id="{9AA8C426-7ED1-0BFB-EEC0-935C4F16D5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09603" y="4128207"/>
              <a:ext cx="237879" cy="2378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24CBA97-ADD4-2443-DF24-97065F3AD67D}"/>
                </a:ext>
              </a:extLst>
            </p:cNvPr>
            <p:cNvSpPr/>
            <p:nvPr/>
          </p:nvSpPr>
          <p:spPr>
            <a:xfrm>
              <a:off x="9898484" y="3316550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E2940F-2CDA-0FA0-8EB0-FFD79A6E9D9D}"/>
                </a:ext>
              </a:extLst>
            </p:cNvPr>
            <p:cNvSpPr txBox="1"/>
            <p:nvPr/>
          </p:nvSpPr>
          <p:spPr>
            <a:xfrm>
              <a:off x="9876602" y="32489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00" b="1" dirty="0"/>
                <a:t>00</a:t>
              </a:r>
              <a:r>
                <a:rPr lang="ko-KR" altLang="en-US" sz="300" b="1" dirty="0"/>
                <a:t>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02AC772-9C2E-1337-D289-0FEC3E1B12A1}"/>
                </a:ext>
              </a:extLst>
            </p:cNvPr>
            <p:cNvSpPr/>
            <p:nvPr/>
          </p:nvSpPr>
          <p:spPr>
            <a:xfrm>
              <a:off x="9458057" y="3562457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260AC8D-247E-C542-728E-C3D0C1A37A06}"/>
                </a:ext>
              </a:extLst>
            </p:cNvPr>
            <p:cNvSpPr/>
            <p:nvPr/>
          </p:nvSpPr>
          <p:spPr>
            <a:xfrm>
              <a:off x="9300822" y="3514366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A967EA8-7747-EBA4-E03A-602038864175}"/>
                </a:ext>
              </a:extLst>
            </p:cNvPr>
            <p:cNvSpPr/>
            <p:nvPr/>
          </p:nvSpPr>
          <p:spPr>
            <a:xfrm>
              <a:off x="10082270" y="3582077"/>
              <a:ext cx="954520" cy="112887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DB5FC579-AF91-5E2D-711D-48462C65A03C}"/>
                </a:ext>
              </a:extLst>
            </p:cNvPr>
            <p:cNvSpPr/>
            <p:nvPr/>
          </p:nvSpPr>
          <p:spPr>
            <a:xfrm>
              <a:off x="9458057" y="3843051"/>
              <a:ext cx="1617875" cy="152129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22928D72-2C2D-0DFA-BE18-0C959D02C26A}"/>
                </a:ext>
              </a:extLst>
            </p:cNvPr>
            <p:cNvSpPr/>
            <p:nvPr/>
          </p:nvSpPr>
          <p:spPr>
            <a:xfrm>
              <a:off x="9300822" y="3794960"/>
              <a:ext cx="239965" cy="232964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BDCB51A-9A95-A134-15F6-9F884EAC145F}"/>
                </a:ext>
              </a:extLst>
            </p:cNvPr>
            <p:cNvSpPr/>
            <p:nvPr/>
          </p:nvSpPr>
          <p:spPr>
            <a:xfrm>
              <a:off x="10582417" y="3860853"/>
              <a:ext cx="454372" cy="112887"/>
            </a:xfrm>
            <a:prstGeom prst="roundRect">
              <a:avLst>
                <a:gd name="adj" fmla="val 50000"/>
              </a:avLst>
            </a:prstGeom>
            <a:solidFill>
              <a:srgbClr val="F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29" name="Picture 8" descr="Black heart icon | Free SVG">
              <a:extLst>
                <a:ext uri="{FF2B5EF4-FFF2-40B4-BE49-F238E27FC236}">
                  <a16:creationId xmlns:a16="http://schemas.microsoft.com/office/drawing/2014/main" id="{2EDD910E-2A13-498C-6CD5-30CAB9FE1F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25890" y="3822240"/>
              <a:ext cx="180492" cy="180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2" descr="잎 - 무료 자연개 아이콘">
              <a:extLst>
                <a:ext uri="{FF2B5EF4-FFF2-40B4-BE49-F238E27FC236}">
                  <a16:creationId xmlns:a16="http://schemas.microsoft.com/office/drawing/2014/main" id="{EFB36D06-787C-4352-46AF-9F85F9BAE2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16985" y="3528936"/>
              <a:ext cx="197037" cy="1970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10" descr="유전자 - 무료 사람들개 아이콘">
              <a:extLst>
                <a:ext uri="{FF2B5EF4-FFF2-40B4-BE49-F238E27FC236}">
                  <a16:creationId xmlns:a16="http://schemas.microsoft.com/office/drawing/2014/main" id="{FD5F6041-E07B-50F5-7563-2E53B32B84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25394" y="4138830"/>
              <a:ext cx="223471" cy="223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2098486-21AF-9853-A0A5-8078DAE00E38}"/>
                </a:ext>
              </a:extLst>
            </p:cNvPr>
            <p:cNvSpPr txBox="1"/>
            <p:nvPr/>
          </p:nvSpPr>
          <p:spPr>
            <a:xfrm>
              <a:off x="9450543" y="1801705"/>
              <a:ext cx="1617872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이름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D0BAB44-5183-3CB2-E03C-B11CAA956455}"/>
                </a:ext>
              </a:extLst>
            </p:cNvPr>
            <p:cNvSpPr/>
            <p:nvPr/>
          </p:nvSpPr>
          <p:spPr>
            <a:xfrm>
              <a:off x="9943216" y="2087527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2DBBB3-9869-6609-5B32-7C6AECCB87EE}"/>
                </a:ext>
              </a:extLst>
            </p:cNvPr>
            <p:cNvSpPr txBox="1"/>
            <p:nvPr/>
          </p:nvSpPr>
          <p:spPr>
            <a:xfrm>
              <a:off x="9863085" y="200340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 dirty="0" err="1">
                  <a:solidFill>
                    <a:schemeClr val="bg1"/>
                  </a:solidFill>
                </a:rPr>
                <a:t>에픽</a:t>
              </a:r>
              <a:endParaRPr lang="ko-KR" altLang="en-US" sz="300" b="1" dirty="0">
                <a:solidFill>
                  <a:schemeClr val="bg1"/>
                </a:solidFill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601C47D5-FDA0-8602-C028-0F76D74E9F91}"/>
                </a:ext>
              </a:extLst>
            </p:cNvPr>
            <p:cNvSpPr/>
            <p:nvPr/>
          </p:nvSpPr>
          <p:spPr>
            <a:xfrm>
              <a:off x="11025998" y="1603688"/>
              <a:ext cx="358775" cy="358775"/>
            </a:xfrm>
            <a:prstGeom prst="mathMultiply">
              <a:avLst>
                <a:gd name="adj1" fmla="val 1694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3FF6120C-5E81-BDE9-8C79-91F065463699}"/>
                </a:ext>
              </a:extLst>
            </p:cNvPr>
            <p:cNvSpPr/>
            <p:nvPr/>
          </p:nvSpPr>
          <p:spPr>
            <a:xfrm>
              <a:off x="9685943" y="4109821"/>
              <a:ext cx="310992" cy="27655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37" name="Picture 12" descr="매다는 사람 - 무료 패션개 아이콘">
              <a:extLst>
                <a:ext uri="{FF2B5EF4-FFF2-40B4-BE49-F238E27FC236}">
                  <a16:creationId xmlns:a16="http://schemas.microsoft.com/office/drawing/2014/main" id="{4031E60B-B63B-6DAB-395C-3FA7CC08BA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3963" y="4109515"/>
              <a:ext cx="256324" cy="2563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EF47351-755E-95D0-9855-435191912A2B}"/>
                </a:ext>
              </a:extLst>
            </p:cNvPr>
            <p:cNvSpPr/>
            <p:nvPr/>
          </p:nvSpPr>
          <p:spPr>
            <a:xfrm>
              <a:off x="7025494" y="2060619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4DA7903-7395-49BF-4C3A-35CDA5ACAA30}"/>
                </a:ext>
              </a:extLst>
            </p:cNvPr>
            <p:cNvSpPr txBox="1"/>
            <p:nvPr/>
          </p:nvSpPr>
          <p:spPr>
            <a:xfrm>
              <a:off x="7286462" y="1717580"/>
              <a:ext cx="1424277" cy="403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500" b="1" dirty="0"/>
                <a:t>달팽이 목록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A2D12646-2283-A3C0-D2CB-F8D8E13764E0}"/>
                </a:ext>
              </a:extLst>
            </p:cNvPr>
            <p:cNvSpPr/>
            <p:nvPr/>
          </p:nvSpPr>
          <p:spPr>
            <a:xfrm>
              <a:off x="7025493" y="265201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EAFA069A-B2F5-6797-F636-4FEF123C61CC}"/>
                </a:ext>
              </a:extLst>
            </p:cNvPr>
            <p:cNvSpPr/>
            <p:nvPr/>
          </p:nvSpPr>
          <p:spPr>
            <a:xfrm>
              <a:off x="7088596" y="2108843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4006878-12BB-D96F-A446-81FE3F9DE3F2}"/>
                </a:ext>
              </a:extLst>
            </p:cNvPr>
            <p:cNvSpPr/>
            <p:nvPr/>
          </p:nvSpPr>
          <p:spPr>
            <a:xfrm>
              <a:off x="7025492" y="3244164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6AE886BE-E855-2874-5CBB-F233CAE3814B}"/>
                </a:ext>
              </a:extLst>
            </p:cNvPr>
            <p:cNvSpPr/>
            <p:nvPr/>
          </p:nvSpPr>
          <p:spPr>
            <a:xfrm>
              <a:off x="7025492" y="3840757"/>
              <a:ext cx="1971237" cy="508000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8BBA73F3-F20B-0404-B3F6-0FABDDD7DB8E}"/>
                </a:ext>
              </a:extLst>
            </p:cNvPr>
            <p:cNvSpPr/>
            <p:nvPr/>
          </p:nvSpPr>
          <p:spPr>
            <a:xfrm>
              <a:off x="7088596" y="2713139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D5307171-FD84-D186-C6B0-57F24C767105}"/>
                </a:ext>
              </a:extLst>
            </p:cNvPr>
            <p:cNvSpPr/>
            <p:nvPr/>
          </p:nvSpPr>
          <p:spPr>
            <a:xfrm>
              <a:off x="7088596" y="329652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F751878-7663-E8EC-C12E-512C24DCB94D}"/>
                </a:ext>
              </a:extLst>
            </p:cNvPr>
            <p:cNvSpPr/>
            <p:nvPr/>
          </p:nvSpPr>
          <p:spPr>
            <a:xfrm>
              <a:off x="7092561" y="3892758"/>
              <a:ext cx="400050" cy="40005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C41EA5F-E8E6-12FA-E54A-B4225D6191AE}"/>
                </a:ext>
              </a:extLst>
            </p:cNvPr>
            <p:cNvSpPr txBox="1"/>
            <p:nvPr/>
          </p:nvSpPr>
          <p:spPr>
            <a:xfrm>
              <a:off x="7494148" y="2088358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9B04494-C1AA-D89F-4512-A5C774179A62}"/>
                </a:ext>
              </a:extLst>
            </p:cNvPr>
            <p:cNvSpPr txBox="1"/>
            <p:nvPr/>
          </p:nvSpPr>
          <p:spPr>
            <a:xfrm>
              <a:off x="7488646" y="2684953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38864B9-04DD-4F14-0B5F-5A95F0FEFD84}"/>
                </a:ext>
              </a:extLst>
            </p:cNvPr>
            <p:cNvSpPr txBox="1"/>
            <p:nvPr/>
          </p:nvSpPr>
          <p:spPr>
            <a:xfrm>
              <a:off x="7480762" y="3274690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E78386E-FF71-7DE6-1F57-562F1BCDCE8F}"/>
                </a:ext>
              </a:extLst>
            </p:cNvPr>
            <p:cNvSpPr txBox="1"/>
            <p:nvPr/>
          </p:nvSpPr>
          <p:spPr>
            <a:xfrm>
              <a:off x="7469174" y="3874682"/>
              <a:ext cx="1244600" cy="329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300" b="1"/>
                <a:t>달팽이 이름</a:t>
              </a:r>
            </a:p>
          </p:txBody>
        </p:sp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C55B3C46-6BC6-A899-9132-F1D487117F91}"/>
                </a:ext>
              </a:extLst>
            </p:cNvPr>
            <p:cNvGrpSpPr/>
            <p:nvPr/>
          </p:nvGrpSpPr>
          <p:grpSpPr>
            <a:xfrm>
              <a:off x="8761263" y="2762484"/>
              <a:ext cx="280128" cy="280128"/>
              <a:chOff x="6931576" y="2073771"/>
              <a:chExt cx="312242" cy="312242"/>
            </a:xfrm>
          </p:grpSpPr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0309F93E-B0F9-B03B-9A94-93F8B74FD17D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3" name="Picture 6" descr="교환 - 무료 화살개 아이콘">
                <a:extLst>
                  <a:ext uri="{FF2B5EF4-FFF2-40B4-BE49-F238E27FC236}">
                    <a16:creationId xmlns:a16="http://schemas.microsoft.com/office/drawing/2014/main" id="{C96EF89C-A734-2A0C-AFB7-922D34DAD14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24DBF814-0568-F903-2711-0875AC57666F}"/>
                </a:ext>
              </a:extLst>
            </p:cNvPr>
            <p:cNvGrpSpPr/>
            <p:nvPr/>
          </p:nvGrpSpPr>
          <p:grpSpPr>
            <a:xfrm>
              <a:off x="8761263" y="3338302"/>
              <a:ext cx="280128" cy="280128"/>
              <a:chOff x="6931576" y="2073771"/>
              <a:chExt cx="312242" cy="312242"/>
            </a:xfrm>
          </p:grpSpPr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B50CE9A-B89A-6476-408C-3A4840AC3EA0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6" name="Picture 6" descr="교환 - 무료 화살개 아이콘">
                <a:extLst>
                  <a:ext uri="{FF2B5EF4-FFF2-40B4-BE49-F238E27FC236}">
                    <a16:creationId xmlns:a16="http://schemas.microsoft.com/office/drawing/2014/main" id="{9FBC91AB-B25B-9662-9C68-0837948E4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2C49811E-53B8-416F-639E-C03AA4BECCFD}"/>
                </a:ext>
              </a:extLst>
            </p:cNvPr>
            <p:cNvGrpSpPr/>
            <p:nvPr/>
          </p:nvGrpSpPr>
          <p:grpSpPr>
            <a:xfrm>
              <a:off x="8761263" y="3947469"/>
              <a:ext cx="280128" cy="280128"/>
              <a:chOff x="6931576" y="2073771"/>
              <a:chExt cx="312242" cy="312242"/>
            </a:xfrm>
          </p:grpSpPr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04F6DBF2-0611-53AA-571F-81E48AA891C1}"/>
                  </a:ext>
                </a:extLst>
              </p:cNvPr>
              <p:cNvSpPr/>
              <p:nvPr/>
            </p:nvSpPr>
            <p:spPr>
              <a:xfrm>
                <a:off x="6931576" y="2073771"/>
                <a:ext cx="312242" cy="312242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59" name="Picture 6" descr="교환 - 무료 화살개 아이콘">
                <a:extLst>
                  <a:ext uri="{FF2B5EF4-FFF2-40B4-BE49-F238E27FC236}">
                    <a16:creationId xmlns:a16="http://schemas.microsoft.com/office/drawing/2014/main" id="{6BE0FFA4-59B4-8274-44F5-991BAA4D7B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961794" y="2100570"/>
                <a:ext cx="258865" cy="2588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78645088-49F6-2A9B-3183-6FDFAF53191C}"/>
                </a:ext>
              </a:extLst>
            </p:cNvPr>
            <p:cNvGrpSpPr/>
            <p:nvPr/>
          </p:nvGrpSpPr>
          <p:grpSpPr>
            <a:xfrm>
              <a:off x="7961645" y="2248689"/>
              <a:ext cx="1244601" cy="329885"/>
              <a:chOff x="2362048" y="2870573"/>
              <a:chExt cx="1244601" cy="329885"/>
            </a:xfrm>
          </p:grpSpPr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403CFBD-3723-A8BF-BF5F-0A95BD333ACE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73885D1-F55C-7CFE-5C0A-4D1C5A9EEDFF}"/>
                  </a:ext>
                </a:extLst>
              </p:cNvPr>
              <p:cNvSpPr txBox="1"/>
              <p:nvPr/>
            </p:nvSpPr>
            <p:spPr>
              <a:xfrm>
                <a:off x="2362048" y="2870573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31989AC-7CFC-C116-717E-2471EAADCE3A}"/>
                </a:ext>
              </a:extLst>
            </p:cNvPr>
            <p:cNvGrpSpPr/>
            <p:nvPr/>
          </p:nvGrpSpPr>
          <p:grpSpPr>
            <a:xfrm>
              <a:off x="7969991" y="2873757"/>
              <a:ext cx="1244601" cy="329885"/>
              <a:chOff x="2370394" y="2883649"/>
              <a:chExt cx="1244601" cy="329885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902BB22C-E4A0-199D-8A73-E2405E565A8F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5D7ECDCC-BC2D-2673-195F-A24DE809103C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61DA93F6-0AB7-F9D5-C799-FC0EDCB293AC}"/>
                </a:ext>
              </a:extLst>
            </p:cNvPr>
            <p:cNvGrpSpPr/>
            <p:nvPr/>
          </p:nvGrpSpPr>
          <p:grpSpPr>
            <a:xfrm>
              <a:off x="7969991" y="3471104"/>
              <a:ext cx="1244601" cy="329885"/>
              <a:chOff x="2370394" y="2883649"/>
              <a:chExt cx="1244601" cy="329885"/>
            </a:xfrm>
          </p:grpSpPr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65A99D48-4C77-9F19-61EC-214E5ED43EBB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9BDCD111-4B8C-B291-B04D-5D04FB959B57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E2105F9-5D0E-559F-05C9-7C4C682B7B7B}"/>
                </a:ext>
              </a:extLst>
            </p:cNvPr>
            <p:cNvGrpSpPr/>
            <p:nvPr/>
          </p:nvGrpSpPr>
          <p:grpSpPr>
            <a:xfrm>
              <a:off x="7969991" y="4070396"/>
              <a:ext cx="1244601" cy="329885"/>
              <a:chOff x="2370394" y="2883649"/>
              <a:chExt cx="1244601" cy="329885"/>
            </a:xfrm>
          </p:grpSpPr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F4807EBE-A6D8-B05E-FCF2-D0E39B167802}"/>
                  </a:ext>
                </a:extLst>
              </p:cNvPr>
              <p:cNvSpPr/>
              <p:nvPr/>
            </p:nvSpPr>
            <p:spPr>
              <a:xfrm>
                <a:off x="2449238" y="2955172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0A9CA22-2A55-B950-BDFB-8D282F8C8A38}"/>
                  </a:ext>
                </a:extLst>
              </p:cNvPr>
              <p:cNvSpPr txBox="1"/>
              <p:nvPr/>
            </p:nvSpPr>
            <p:spPr>
              <a:xfrm>
                <a:off x="2370394" y="2883649"/>
                <a:ext cx="1244601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300" b="1"/>
                  <a:t>00</a:t>
                </a:r>
                <a:r>
                  <a:rPr lang="ko-KR" altLang="en-US" sz="300" b="1"/>
                  <a:t>살</a:t>
                </a:r>
              </a:p>
            </p:txBody>
          </p: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8FAE7C27-00B6-0751-A797-1B098DA5DD1E}"/>
                </a:ext>
              </a:extLst>
            </p:cNvPr>
            <p:cNvGrpSpPr/>
            <p:nvPr/>
          </p:nvGrpSpPr>
          <p:grpSpPr>
            <a:xfrm>
              <a:off x="7499672" y="2245710"/>
              <a:ext cx="1244599" cy="329885"/>
              <a:chOff x="3968086" y="2849056"/>
              <a:chExt cx="1244599" cy="329885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91DB96AE-B3E9-5B66-E946-E1493E36FC6B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44739A7-9AF7-95CC-28F1-C610642074A1}"/>
                  </a:ext>
                </a:extLst>
              </p:cNvPr>
              <p:cNvSpPr txBox="1"/>
              <p:nvPr/>
            </p:nvSpPr>
            <p:spPr>
              <a:xfrm>
                <a:off x="3968086" y="2849056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7B55F800-5E16-9907-3CD5-7E35F8F96F19}"/>
                </a:ext>
              </a:extLst>
            </p:cNvPr>
            <p:cNvGrpSpPr/>
            <p:nvPr/>
          </p:nvGrpSpPr>
          <p:grpSpPr>
            <a:xfrm>
              <a:off x="7467630" y="2885667"/>
              <a:ext cx="1244599" cy="329885"/>
              <a:chOff x="3941231" y="2872103"/>
              <a:chExt cx="1244599" cy="329885"/>
            </a:xfrm>
          </p:grpSpPr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52372D76-2113-057B-039B-1E11213CA52A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CBF24F-E08C-8C8F-9FDF-37F26E07F181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 dirty="0" err="1">
                    <a:solidFill>
                      <a:schemeClr val="bg1"/>
                    </a:solidFill>
                  </a:rPr>
                  <a:t>에픽</a:t>
                </a:r>
                <a:endParaRPr lang="ko-KR" altLang="en-US" sz="3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C226A394-A384-86F1-87D7-2D6200A85660}"/>
                </a:ext>
              </a:extLst>
            </p:cNvPr>
            <p:cNvGrpSpPr/>
            <p:nvPr/>
          </p:nvGrpSpPr>
          <p:grpSpPr>
            <a:xfrm>
              <a:off x="7472817" y="3483156"/>
              <a:ext cx="1244599" cy="329885"/>
              <a:chOff x="3941231" y="2872103"/>
              <a:chExt cx="1244599" cy="329885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81E51015-4654-7131-2477-94DD395A961F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0221EC41-27DD-AC63-1A7D-B68A47C85D7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0A6FA66F-FB57-73CE-E8F9-2E7F8109BB2D}"/>
                </a:ext>
              </a:extLst>
            </p:cNvPr>
            <p:cNvGrpSpPr/>
            <p:nvPr/>
          </p:nvGrpSpPr>
          <p:grpSpPr>
            <a:xfrm>
              <a:off x="7467630" y="4081016"/>
              <a:ext cx="1244599" cy="329885"/>
              <a:chOff x="3941231" y="2872103"/>
              <a:chExt cx="1244599" cy="329885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FFCC41B5-A280-49CE-4DBA-C2DCADF3C596}"/>
                  </a:ext>
                </a:extLst>
              </p:cNvPr>
              <p:cNvSpPr/>
              <p:nvPr/>
            </p:nvSpPr>
            <p:spPr>
              <a:xfrm>
                <a:off x="4032153" y="2932258"/>
                <a:ext cx="448264" cy="158667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669D1AB-3D0E-A030-2E7D-1B3A6997F1F2}"/>
                  </a:ext>
                </a:extLst>
              </p:cNvPr>
              <p:cNvSpPr txBox="1"/>
              <p:nvPr/>
            </p:nvSpPr>
            <p:spPr>
              <a:xfrm>
                <a:off x="3941231" y="2872103"/>
                <a:ext cx="1244599" cy="3298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300" b="1">
                    <a:solidFill>
                      <a:schemeClr val="bg1"/>
                    </a:solidFill>
                  </a:rPr>
                  <a:t>에픽</a:t>
                </a:r>
              </a:p>
            </p:txBody>
          </p:sp>
        </p:grp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A034321E-85A0-86D0-3515-1FC753633E22}"/>
                </a:ext>
              </a:extLst>
            </p:cNvPr>
            <p:cNvGrpSpPr/>
            <p:nvPr/>
          </p:nvGrpSpPr>
          <p:grpSpPr>
            <a:xfrm>
              <a:off x="9690808" y="1330560"/>
              <a:ext cx="1141042" cy="443354"/>
              <a:chOff x="6711477" y="1465221"/>
              <a:chExt cx="1416357" cy="550328"/>
            </a:xfrm>
          </p:grpSpPr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FAFE911-8D05-252C-62F7-6CDBA14E7A6D}"/>
                  </a:ext>
                </a:extLst>
              </p:cNvPr>
              <p:cNvSpPr/>
              <p:nvPr/>
            </p:nvSpPr>
            <p:spPr>
              <a:xfrm>
                <a:off x="6839352" y="1586038"/>
                <a:ext cx="955998" cy="274512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/>
              </a:p>
            </p:txBody>
          </p:sp>
          <p:pic>
            <p:nvPicPr>
              <p:cNvPr id="86" name="그림 85">
                <a:extLst>
                  <a:ext uri="{FF2B5EF4-FFF2-40B4-BE49-F238E27FC236}">
                    <a16:creationId xmlns:a16="http://schemas.microsoft.com/office/drawing/2014/main" id="{8F7F390F-9D24-E9CA-FE31-A5C4A0EF2D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11477" y="1465221"/>
                <a:ext cx="548711" cy="548711"/>
              </a:xfrm>
              <a:prstGeom prst="rect">
                <a:avLst/>
              </a:prstGeom>
            </p:spPr>
          </p:pic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A6982E6-E7DA-136E-71B5-A3A52741B8D2}"/>
                  </a:ext>
                </a:extLst>
              </p:cNvPr>
              <p:cNvSpPr txBox="1"/>
              <p:nvPr/>
            </p:nvSpPr>
            <p:spPr>
              <a:xfrm>
                <a:off x="6883235" y="1560570"/>
                <a:ext cx="1244599" cy="454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400" b="1"/>
                  <a:t>5,000</a:t>
                </a:r>
                <a:endParaRPr lang="ko-KR" altLang="en-US" sz="400" b="1"/>
              </a:p>
            </p:txBody>
          </p:sp>
        </p:grp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69EBBAFF-06EC-8CE0-C3D7-37943B4A8B26}"/>
                </a:ext>
              </a:extLst>
            </p:cNvPr>
            <p:cNvSpPr/>
            <p:nvPr/>
          </p:nvSpPr>
          <p:spPr>
            <a:xfrm>
              <a:off x="8365481" y="1411603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89" name="Picture 4" descr="상점 아이콘 구매 기호입니다 장바구니 아이콘재고에 대 한 가방에 대한 스톡 벡터 아트 및 기타 이미지 - 가방, 고객, 구매 -  iStock">
              <a:extLst>
                <a:ext uri="{FF2B5EF4-FFF2-40B4-BE49-F238E27FC236}">
                  <a16:creationId xmlns:a16="http://schemas.microsoft.com/office/drawing/2014/main" id="{00F54643-A3D1-5138-5FD4-A4167B56E2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46154" y1="42067" x2="53846" y2="41106"/>
                          <a14:foregroundMark x1="63462" y1="32452" x2="63462" y2="32452"/>
                          <a14:foregroundMark x1="41587" y1="29087" x2="40144" y2="295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4536" y="1377806"/>
              <a:ext cx="385763" cy="3857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0" name="Picture 8" descr="Eggs - Free food icons">
              <a:extLst>
                <a:ext uri="{FF2B5EF4-FFF2-40B4-BE49-F238E27FC236}">
                  <a16:creationId xmlns:a16="http://schemas.microsoft.com/office/drawing/2014/main" id="{A67A68B5-94CC-5B1D-6590-B8B0C3B87C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3224" y="1442971"/>
              <a:ext cx="241884" cy="24188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A19D6804-D94C-2F16-AA9D-A091306CA2A7}"/>
                </a:ext>
              </a:extLst>
            </p:cNvPr>
            <p:cNvSpPr/>
            <p:nvPr/>
          </p:nvSpPr>
          <p:spPr>
            <a:xfrm>
              <a:off x="9203463" y="1406610"/>
              <a:ext cx="358775" cy="311150"/>
            </a:xfrm>
            <a:prstGeom prst="roundRect">
              <a:avLst>
                <a:gd name="adj" fmla="val 2239"/>
              </a:avLst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pic>
          <p:nvPicPr>
            <p:cNvPr id="92" name="Picture 2" descr="설정 - 무료 ui개 아이콘">
              <a:extLst>
                <a:ext uri="{FF2B5EF4-FFF2-40B4-BE49-F238E27FC236}">
                  <a16:creationId xmlns:a16="http://schemas.microsoft.com/office/drawing/2014/main" id="{0A0FC300-994F-DFFC-59ED-6509264DC8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55628" y="1428625"/>
              <a:ext cx="265099" cy="2650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84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45359C1-AA68-42AC-93F0-2C6117722AEB}"/>
              </a:ext>
            </a:extLst>
          </p:cNvPr>
          <p:cNvSpPr/>
          <p:nvPr/>
        </p:nvSpPr>
        <p:spPr>
          <a:xfrm>
            <a:off x="778760" y="18999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B06EF64-380E-4E6C-8770-74CC1C311FCD}"/>
              </a:ext>
            </a:extLst>
          </p:cNvPr>
          <p:cNvSpPr/>
          <p:nvPr/>
        </p:nvSpPr>
        <p:spPr>
          <a:xfrm>
            <a:off x="2726474" y="18046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7C3A-871A-4681-892B-2CE128AD4789}"/>
              </a:ext>
            </a:extLst>
          </p:cNvPr>
          <p:cNvSpPr/>
          <p:nvPr/>
        </p:nvSpPr>
        <p:spPr>
          <a:xfrm>
            <a:off x="1022989" y="20331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2F35E69-2374-4670-99EA-2629F2E6C0B5}"/>
              </a:ext>
            </a:extLst>
          </p:cNvPr>
          <p:cNvSpPr/>
          <p:nvPr/>
        </p:nvSpPr>
        <p:spPr>
          <a:xfrm>
            <a:off x="244828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9CA0A27-C3B0-447A-8F82-557C58666869}"/>
              </a:ext>
            </a:extLst>
          </p:cNvPr>
          <p:cNvGrpSpPr/>
          <p:nvPr/>
        </p:nvGrpSpPr>
        <p:grpSpPr>
          <a:xfrm>
            <a:off x="1070746" y="2071957"/>
            <a:ext cx="200148" cy="200148"/>
            <a:chOff x="3690370" y="5044952"/>
            <a:chExt cx="323850" cy="323850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3F541D9-91E1-4D67-BD1F-1185BC9EEBBF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" name="Picture 2" descr="연필 - 무료 편집 도구개 아이콘">
              <a:extLst>
                <a:ext uri="{FF2B5EF4-FFF2-40B4-BE49-F238E27FC236}">
                  <a16:creationId xmlns:a16="http://schemas.microsoft.com/office/drawing/2014/main" id="{6EE27EFC-D559-444E-A997-92FD427B1D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201138-547A-4C5A-8123-1D9FF7C9E11C}"/>
              </a:ext>
            </a:extLst>
          </p:cNvPr>
          <p:cNvSpPr/>
          <p:nvPr/>
        </p:nvSpPr>
        <p:spPr>
          <a:xfrm>
            <a:off x="2069044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035FBC-BF9A-4CAD-85A4-2F3002D25CE2}"/>
              </a:ext>
            </a:extLst>
          </p:cNvPr>
          <p:cNvSpPr/>
          <p:nvPr/>
        </p:nvSpPr>
        <p:spPr>
          <a:xfrm>
            <a:off x="984160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4" descr="돋보기 - 무료 상호 작용개 아이콘">
            <a:extLst>
              <a:ext uri="{FF2B5EF4-FFF2-40B4-BE49-F238E27FC236}">
                <a16:creationId xmlns:a16="http://schemas.microsoft.com/office/drawing/2014/main" id="{DF5CFCCA-61E7-4E5F-A233-E4D0A594A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540" y="43326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Coin - Free business icons">
            <a:extLst>
              <a:ext uri="{FF2B5EF4-FFF2-40B4-BE49-F238E27FC236}">
                <a16:creationId xmlns:a16="http://schemas.microsoft.com/office/drawing/2014/main" id="{2FCCDC12-9473-4848-8A5F-1A8466B4B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942" y="43119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71EAA0C-9F1F-4E1B-8A74-9B6AAD464F96}"/>
              </a:ext>
            </a:extLst>
          </p:cNvPr>
          <p:cNvSpPr/>
          <p:nvPr/>
        </p:nvSpPr>
        <p:spPr>
          <a:xfrm>
            <a:off x="1644615" y="35002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D20EE2-75BD-4604-85DB-5356317EF6C0}"/>
              </a:ext>
            </a:extLst>
          </p:cNvPr>
          <p:cNvSpPr txBox="1"/>
          <p:nvPr/>
        </p:nvSpPr>
        <p:spPr>
          <a:xfrm>
            <a:off x="1668246" y="34623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E25A3A7-347D-4E1B-879E-09A7172F402F}"/>
              </a:ext>
            </a:extLst>
          </p:cNvPr>
          <p:cNvSpPr/>
          <p:nvPr/>
        </p:nvSpPr>
        <p:spPr>
          <a:xfrm>
            <a:off x="1141396" y="37461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561A0DF-6E39-470D-A1EB-BEFAED646310}"/>
              </a:ext>
            </a:extLst>
          </p:cNvPr>
          <p:cNvSpPr/>
          <p:nvPr/>
        </p:nvSpPr>
        <p:spPr>
          <a:xfrm>
            <a:off x="984161" y="36981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BA011C1-78CE-4A32-A90B-9E494225E919}"/>
              </a:ext>
            </a:extLst>
          </p:cNvPr>
          <p:cNvSpPr/>
          <p:nvPr/>
        </p:nvSpPr>
        <p:spPr>
          <a:xfrm>
            <a:off x="1765609" y="37658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7857C3B-CFE3-412F-8BE3-E7B54AA0A2F3}"/>
              </a:ext>
            </a:extLst>
          </p:cNvPr>
          <p:cNvSpPr/>
          <p:nvPr/>
        </p:nvSpPr>
        <p:spPr>
          <a:xfrm>
            <a:off x="1141396" y="40267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4690B04-FF04-4F7D-AA1F-8176CA710A3D}"/>
              </a:ext>
            </a:extLst>
          </p:cNvPr>
          <p:cNvSpPr/>
          <p:nvPr/>
        </p:nvSpPr>
        <p:spPr>
          <a:xfrm>
            <a:off x="984161" y="39786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4AEA1B8-4F92-4EC7-9F8B-62212B3F2CA3}"/>
              </a:ext>
            </a:extLst>
          </p:cNvPr>
          <p:cNvSpPr/>
          <p:nvPr/>
        </p:nvSpPr>
        <p:spPr>
          <a:xfrm>
            <a:off x="2265756" y="40445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Picture 8" descr="Black heart icon | Free SVG">
            <a:extLst>
              <a:ext uri="{FF2B5EF4-FFF2-40B4-BE49-F238E27FC236}">
                <a16:creationId xmlns:a16="http://schemas.microsoft.com/office/drawing/2014/main" id="{6BB710E0-38A0-4C5D-BAF3-9A585EB445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29" y="40059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잎 - 무료 자연개 아이콘">
            <a:extLst>
              <a:ext uri="{FF2B5EF4-FFF2-40B4-BE49-F238E27FC236}">
                <a16:creationId xmlns:a16="http://schemas.microsoft.com/office/drawing/2014/main" id="{4723FEF7-E1AA-495D-926F-286824D3E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324" y="37126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0" descr="유전자 - 무료 사람들개 아이콘">
            <a:extLst>
              <a:ext uri="{FF2B5EF4-FFF2-40B4-BE49-F238E27FC236}">
                <a16:creationId xmlns:a16="http://schemas.microsoft.com/office/drawing/2014/main" id="{49808FD0-A661-4638-B046-5953F567E5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8733" y="43225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310C86-3DC9-46EB-A9BB-CFC43FFE761C}"/>
              </a:ext>
            </a:extLst>
          </p:cNvPr>
          <p:cNvSpPr txBox="1"/>
          <p:nvPr/>
        </p:nvSpPr>
        <p:spPr>
          <a:xfrm>
            <a:off x="1256720" y="20498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4B551A-40F4-4274-8356-D5247D002FE8}"/>
              </a:ext>
            </a:extLst>
          </p:cNvPr>
          <p:cNvSpPr/>
          <p:nvPr/>
        </p:nvSpPr>
        <p:spPr>
          <a:xfrm>
            <a:off x="1626555" y="22712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942EF4-3FC7-44F8-A8F3-4FCEB318DE49}"/>
              </a:ext>
            </a:extLst>
          </p:cNvPr>
          <p:cNvSpPr txBox="1"/>
          <p:nvPr/>
        </p:nvSpPr>
        <p:spPr>
          <a:xfrm>
            <a:off x="1638106" y="22446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29" name="곱하기 기호 28">
            <a:extLst>
              <a:ext uri="{FF2B5EF4-FFF2-40B4-BE49-F238E27FC236}">
                <a16:creationId xmlns:a16="http://schemas.microsoft.com/office/drawing/2014/main" id="{D02CE008-B2A1-4E88-929F-24595A744E17}"/>
              </a:ext>
            </a:extLst>
          </p:cNvPr>
          <p:cNvSpPr/>
          <p:nvPr/>
        </p:nvSpPr>
        <p:spPr>
          <a:xfrm>
            <a:off x="2709337" y="17874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8E65514-BBA7-4244-AC5C-3588A712231B}"/>
              </a:ext>
            </a:extLst>
          </p:cNvPr>
          <p:cNvSpPr/>
          <p:nvPr/>
        </p:nvSpPr>
        <p:spPr>
          <a:xfrm>
            <a:off x="1369282" y="42935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Picture 12" descr="매다는 사람 - 무료 패션개 아이콘">
            <a:extLst>
              <a:ext uri="{FF2B5EF4-FFF2-40B4-BE49-F238E27FC236}">
                <a16:creationId xmlns:a16="http://schemas.microsoft.com/office/drawing/2014/main" id="{1D299204-14A9-4F05-88BF-0D3B4A48A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302" y="42932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FD6CD2E9-62AC-46AC-9B21-DD93D3212D8D}"/>
              </a:ext>
            </a:extLst>
          </p:cNvPr>
          <p:cNvGrpSpPr/>
          <p:nvPr/>
        </p:nvGrpSpPr>
        <p:grpSpPr>
          <a:xfrm>
            <a:off x="1374147" y="1514292"/>
            <a:ext cx="1141042" cy="442051"/>
            <a:chOff x="6711477" y="1465221"/>
            <a:chExt cx="1416357" cy="548711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1C178D2D-5931-43A5-9D77-DCEBEE7E5E7E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3B4AEF54-C0FB-4D6A-A637-A03987086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E331B58-F52E-4B8D-BD60-361E726F25A5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B15E67C0-08AA-4A79-83D3-D3D00486EEF7}"/>
              </a:ext>
            </a:extLst>
          </p:cNvPr>
          <p:cNvSpPr/>
          <p:nvPr/>
        </p:nvSpPr>
        <p:spPr>
          <a:xfrm>
            <a:off x="886802" y="15903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Picture 2" descr="설정 - 무료 ui개 아이콘">
            <a:extLst>
              <a:ext uri="{FF2B5EF4-FFF2-40B4-BE49-F238E27FC236}">
                <a16:creationId xmlns:a16="http://schemas.microsoft.com/office/drawing/2014/main" id="{A4DC5803-18EB-43C3-84B7-78C05839B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967" y="16123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EBF145-F433-4D70-A9C3-F3910CDBDC52}"/>
              </a:ext>
            </a:extLst>
          </p:cNvPr>
          <p:cNvSpPr/>
          <p:nvPr/>
        </p:nvSpPr>
        <p:spPr>
          <a:xfrm>
            <a:off x="2724471" y="2168662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곱하기 기호 38">
            <a:extLst>
              <a:ext uri="{FF2B5EF4-FFF2-40B4-BE49-F238E27FC236}">
                <a16:creationId xmlns:a16="http://schemas.microsoft.com/office/drawing/2014/main" id="{9A3849D4-3B16-4CEF-9571-649FB6FE4C9C}"/>
              </a:ext>
            </a:extLst>
          </p:cNvPr>
          <p:cNvSpPr/>
          <p:nvPr/>
        </p:nvSpPr>
        <p:spPr>
          <a:xfrm rot="2700000">
            <a:off x="2707008" y="2151199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04B8DE7-A836-4CAC-B384-9CE3D5E31239}"/>
              </a:ext>
            </a:extLst>
          </p:cNvPr>
          <p:cNvSpPr/>
          <p:nvPr/>
        </p:nvSpPr>
        <p:spPr>
          <a:xfrm>
            <a:off x="6759470" y="187745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E581476-0E20-46D7-B1F6-8CB395DCE203}"/>
              </a:ext>
            </a:extLst>
          </p:cNvPr>
          <p:cNvSpPr/>
          <p:nvPr/>
        </p:nvSpPr>
        <p:spPr>
          <a:xfrm>
            <a:off x="8707184" y="178220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2D1DAB1-72CB-4E58-87E0-D07A347E5230}"/>
              </a:ext>
            </a:extLst>
          </p:cNvPr>
          <p:cNvSpPr/>
          <p:nvPr/>
        </p:nvSpPr>
        <p:spPr>
          <a:xfrm>
            <a:off x="7003699" y="2010722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DB2FD3B-FD3A-40CC-832D-89B8AB3808CF}"/>
              </a:ext>
            </a:extLst>
          </p:cNvPr>
          <p:cNvSpPr/>
          <p:nvPr/>
        </p:nvSpPr>
        <p:spPr>
          <a:xfrm>
            <a:off x="842899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918EFAC-E884-4C1F-9CB4-7A7F2F6AC9B4}"/>
              </a:ext>
            </a:extLst>
          </p:cNvPr>
          <p:cNvGrpSpPr/>
          <p:nvPr/>
        </p:nvGrpSpPr>
        <p:grpSpPr>
          <a:xfrm>
            <a:off x="7051456" y="2049492"/>
            <a:ext cx="200148" cy="200148"/>
            <a:chOff x="3690370" y="5044952"/>
            <a:chExt cx="323850" cy="323850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7C12DF27-81A8-44F0-9570-A87091883A53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7" name="Picture 2" descr="연필 - 무료 편집 도구개 아이콘">
              <a:extLst>
                <a:ext uri="{FF2B5EF4-FFF2-40B4-BE49-F238E27FC236}">
                  <a16:creationId xmlns:a16="http://schemas.microsoft.com/office/drawing/2014/main" id="{CA00EB0D-7198-4C57-A8A9-D6F6B27094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0CA4FB5-51A6-4BBD-839B-0E57999A2527}"/>
              </a:ext>
            </a:extLst>
          </p:cNvPr>
          <p:cNvSpPr/>
          <p:nvPr/>
        </p:nvSpPr>
        <p:spPr>
          <a:xfrm>
            <a:off x="8049754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3AC4F262-F401-4C46-BABC-DC642A690052}"/>
              </a:ext>
            </a:extLst>
          </p:cNvPr>
          <p:cNvSpPr/>
          <p:nvPr/>
        </p:nvSpPr>
        <p:spPr>
          <a:xfrm>
            <a:off x="6964870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Picture 4" descr="돋보기 - 무료 상호 작용개 아이콘">
            <a:extLst>
              <a:ext uri="{FF2B5EF4-FFF2-40B4-BE49-F238E27FC236}">
                <a16:creationId xmlns:a16="http://schemas.microsoft.com/office/drawing/2014/main" id="{4C37C5D4-6A2D-4444-B171-77518F46F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250" y="4310229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6" descr="Coin - Free business icons">
            <a:extLst>
              <a:ext uri="{FF2B5EF4-FFF2-40B4-BE49-F238E27FC236}">
                <a16:creationId xmlns:a16="http://schemas.microsoft.com/office/drawing/2014/main" id="{4F404CC3-F540-47D7-A170-3D11D6DC1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652" y="4289476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E33D4E-8CDC-41BE-8757-B8C8B4064065}"/>
              </a:ext>
            </a:extLst>
          </p:cNvPr>
          <p:cNvSpPr/>
          <p:nvPr/>
        </p:nvSpPr>
        <p:spPr>
          <a:xfrm>
            <a:off x="7625325" y="3477819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94580BC-B4B7-4289-9FDF-C78DCB9E291F}"/>
              </a:ext>
            </a:extLst>
          </p:cNvPr>
          <p:cNvSpPr txBox="1"/>
          <p:nvPr/>
        </p:nvSpPr>
        <p:spPr>
          <a:xfrm>
            <a:off x="7648956" y="343984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0DF8473-EDBF-4CEF-9F7C-60306A2B8941}"/>
              </a:ext>
            </a:extLst>
          </p:cNvPr>
          <p:cNvSpPr/>
          <p:nvPr/>
        </p:nvSpPr>
        <p:spPr>
          <a:xfrm>
            <a:off x="7122106" y="3723726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784DD1C-0279-4CF3-BA35-B1E18D03DFA3}"/>
              </a:ext>
            </a:extLst>
          </p:cNvPr>
          <p:cNvSpPr/>
          <p:nvPr/>
        </p:nvSpPr>
        <p:spPr>
          <a:xfrm>
            <a:off x="6964871" y="367563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158B6F5F-73D6-487A-B285-F494BFEB267C}"/>
              </a:ext>
            </a:extLst>
          </p:cNvPr>
          <p:cNvSpPr/>
          <p:nvPr/>
        </p:nvSpPr>
        <p:spPr>
          <a:xfrm>
            <a:off x="7746319" y="3743346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B577B18-82AD-47DC-867C-1F997864763E}"/>
              </a:ext>
            </a:extLst>
          </p:cNvPr>
          <p:cNvSpPr/>
          <p:nvPr/>
        </p:nvSpPr>
        <p:spPr>
          <a:xfrm>
            <a:off x="7122106" y="4004320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0186325-CCA7-45C1-AFB6-8D207D9A5BA8}"/>
              </a:ext>
            </a:extLst>
          </p:cNvPr>
          <p:cNvSpPr/>
          <p:nvPr/>
        </p:nvSpPr>
        <p:spPr>
          <a:xfrm>
            <a:off x="6964871" y="3956229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E2F8366-F653-48F0-AD7D-CCDED9FCFFA5}"/>
              </a:ext>
            </a:extLst>
          </p:cNvPr>
          <p:cNvSpPr/>
          <p:nvPr/>
        </p:nvSpPr>
        <p:spPr>
          <a:xfrm>
            <a:off x="8246466" y="4022122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Picture 8" descr="Black heart icon | Free SVG">
            <a:extLst>
              <a:ext uri="{FF2B5EF4-FFF2-40B4-BE49-F238E27FC236}">
                <a16:creationId xmlns:a16="http://schemas.microsoft.com/office/drawing/2014/main" id="{EDDF0216-19EB-4B94-8D9C-720C4AD82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9939" y="3983509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2" descr="잎 - 무료 자연개 아이콘">
            <a:extLst>
              <a:ext uri="{FF2B5EF4-FFF2-40B4-BE49-F238E27FC236}">
                <a16:creationId xmlns:a16="http://schemas.microsoft.com/office/drawing/2014/main" id="{58AC1717-433E-46A1-BFDC-D99C84B5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034" y="3690205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10" descr="유전자 - 무료 사람들개 아이콘">
            <a:extLst>
              <a:ext uri="{FF2B5EF4-FFF2-40B4-BE49-F238E27FC236}">
                <a16:creationId xmlns:a16="http://schemas.microsoft.com/office/drawing/2014/main" id="{D256965D-EEFF-46F3-AFE7-1035262DAE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9443" y="4300099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9C523FB-644B-4E3A-93A1-AD979B52E9CE}"/>
              </a:ext>
            </a:extLst>
          </p:cNvPr>
          <p:cNvSpPr txBox="1"/>
          <p:nvPr/>
        </p:nvSpPr>
        <p:spPr>
          <a:xfrm>
            <a:off x="7237430" y="2027348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AC7D505-9CAD-44C2-9E44-9937D2DC68BE}"/>
              </a:ext>
            </a:extLst>
          </p:cNvPr>
          <p:cNvSpPr/>
          <p:nvPr/>
        </p:nvSpPr>
        <p:spPr>
          <a:xfrm>
            <a:off x="7607265" y="2248796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FDA8BA-AE0D-4CA5-9F43-31A477810F40}"/>
              </a:ext>
            </a:extLst>
          </p:cNvPr>
          <p:cNvSpPr txBox="1"/>
          <p:nvPr/>
        </p:nvSpPr>
        <p:spPr>
          <a:xfrm>
            <a:off x="7618816" y="222218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66" name="곱하기 기호 65">
            <a:extLst>
              <a:ext uri="{FF2B5EF4-FFF2-40B4-BE49-F238E27FC236}">
                <a16:creationId xmlns:a16="http://schemas.microsoft.com/office/drawing/2014/main" id="{028AD3B7-683B-4C14-95FC-FFFED63551B3}"/>
              </a:ext>
            </a:extLst>
          </p:cNvPr>
          <p:cNvSpPr/>
          <p:nvPr/>
        </p:nvSpPr>
        <p:spPr>
          <a:xfrm>
            <a:off x="8690047" y="176495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4D2824B4-1122-4431-A520-2FE8DA639DBF}"/>
              </a:ext>
            </a:extLst>
          </p:cNvPr>
          <p:cNvSpPr/>
          <p:nvPr/>
        </p:nvSpPr>
        <p:spPr>
          <a:xfrm>
            <a:off x="7349992" y="427109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8" name="Picture 12" descr="매다는 사람 - 무료 패션개 아이콘">
            <a:extLst>
              <a:ext uri="{FF2B5EF4-FFF2-40B4-BE49-F238E27FC236}">
                <a16:creationId xmlns:a16="http://schemas.microsoft.com/office/drawing/2014/main" id="{623A3189-0F47-4FAB-821C-D904BC03F3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012" y="4270784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9" name="그룹 68">
            <a:extLst>
              <a:ext uri="{FF2B5EF4-FFF2-40B4-BE49-F238E27FC236}">
                <a16:creationId xmlns:a16="http://schemas.microsoft.com/office/drawing/2014/main" id="{E2BDE0F9-F68A-4647-B3D8-694DF2F92D52}"/>
              </a:ext>
            </a:extLst>
          </p:cNvPr>
          <p:cNvGrpSpPr/>
          <p:nvPr/>
        </p:nvGrpSpPr>
        <p:grpSpPr>
          <a:xfrm>
            <a:off x="7354857" y="1491827"/>
            <a:ext cx="1141042" cy="442051"/>
            <a:chOff x="6711477" y="1465221"/>
            <a:chExt cx="1416357" cy="54871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14BB678C-EA2A-4E02-B7D6-B7380F473199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845B4FE7-55D5-467F-BCEB-0A26B5013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C63302B-63DD-409C-925A-DC64A9302878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61B0D08F-67D9-4A99-8634-49E40B65F9C9}"/>
              </a:ext>
            </a:extLst>
          </p:cNvPr>
          <p:cNvSpPr/>
          <p:nvPr/>
        </p:nvSpPr>
        <p:spPr>
          <a:xfrm>
            <a:off x="6867512" y="156787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4" name="Picture 2" descr="설정 - 무료 ui개 아이콘">
            <a:extLst>
              <a:ext uri="{FF2B5EF4-FFF2-40B4-BE49-F238E27FC236}">
                <a16:creationId xmlns:a16="http://schemas.microsoft.com/office/drawing/2014/main" id="{984855E6-1498-4658-B551-458DAA52F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677" y="158989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5AB78F3-8120-43E9-8B6F-755A728FA672}"/>
              </a:ext>
            </a:extLst>
          </p:cNvPr>
          <p:cNvSpPr/>
          <p:nvPr/>
        </p:nvSpPr>
        <p:spPr>
          <a:xfrm>
            <a:off x="8705181" y="2146197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곱하기 기호 75">
            <a:extLst>
              <a:ext uri="{FF2B5EF4-FFF2-40B4-BE49-F238E27FC236}">
                <a16:creationId xmlns:a16="http://schemas.microsoft.com/office/drawing/2014/main" id="{ADDCC41D-7AFF-444E-B0D1-6FD13AB8B4C5}"/>
              </a:ext>
            </a:extLst>
          </p:cNvPr>
          <p:cNvSpPr/>
          <p:nvPr/>
        </p:nvSpPr>
        <p:spPr>
          <a:xfrm rot="2700000">
            <a:off x="8687718" y="2128734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D43083E-BA9B-428B-BE41-6D1D394B6D29}"/>
              </a:ext>
            </a:extLst>
          </p:cNvPr>
          <p:cNvSpPr/>
          <p:nvPr/>
        </p:nvSpPr>
        <p:spPr>
          <a:xfrm>
            <a:off x="8896096" y="1349135"/>
            <a:ext cx="1149350" cy="546100"/>
          </a:xfrm>
          <a:custGeom>
            <a:avLst/>
            <a:gdLst>
              <a:gd name="connsiteX0" fmla="*/ 0 w 1149350"/>
              <a:gd name="connsiteY0" fmla="*/ 546100 h 546100"/>
              <a:gd name="connsiteX1" fmla="*/ 298450 w 1149350"/>
              <a:gd name="connsiteY1" fmla="*/ 0 h 546100"/>
              <a:gd name="connsiteX2" fmla="*/ 1149350 w 1149350"/>
              <a:gd name="connsiteY2" fmla="*/ 0 h 546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49350" h="546100">
                <a:moveTo>
                  <a:pt x="0" y="546100"/>
                </a:moveTo>
                <a:lnTo>
                  <a:pt x="298450" y="0"/>
                </a:ln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B0BE14-6C7B-4912-B495-48D1552A2E6F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디폴트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4F6503-3A1A-4A08-9B21-F4FBD9EBD1CF}"/>
              </a:ext>
            </a:extLst>
          </p:cNvPr>
          <p:cNvSpPr txBox="1"/>
          <p:nvPr/>
        </p:nvSpPr>
        <p:spPr>
          <a:xfrm>
            <a:off x="10045446" y="121833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최소화됨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D95CEF27-1919-4CBB-8B61-9D6B03D32520}"/>
              </a:ext>
            </a:extLst>
          </p:cNvPr>
          <p:cNvSpPr/>
          <p:nvPr/>
        </p:nvSpPr>
        <p:spPr>
          <a:xfrm>
            <a:off x="8971633" y="2374900"/>
            <a:ext cx="1117600" cy="336550"/>
          </a:xfrm>
          <a:custGeom>
            <a:avLst/>
            <a:gdLst>
              <a:gd name="connsiteX0" fmla="*/ 0 w 1117600"/>
              <a:gd name="connsiteY0" fmla="*/ 0 h 336550"/>
              <a:gd name="connsiteX1" fmla="*/ 361950 w 1117600"/>
              <a:gd name="connsiteY1" fmla="*/ 336550 h 336550"/>
              <a:gd name="connsiteX2" fmla="*/ 1117600 w 1117600"/>
              <a:gd name="connsiteY2" fmla="*/ 336550 h 336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17600" h="336550">
                <a:moveTo>
                  <a:pt x="0" y="0"/>
                </a:moveTo>
                <a:lnTo>
                  <a:pt x="361950" y="336550"/>
                </a:lnTo>
                <a:lnTo>
                  <a:pt x="1117600" y="3365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19FB78-B410-475C-BC24-4C081C49627E}"/>
              </a:ext>
            </a:extLst>
          </p:cNvPr>
          <p:cNvSpPr txBox="1"/>
          <p:nvPr/>
        </p:nvSpPr>
        <p:spPr>
          <a:xfrm>
            <a:off x="10089233" y="2584279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누르면 최대화됨</a:t>
            </a:r>
            <a:r>
              <a:rPr lang="en-US" altLang="ko-KR" sz="1050" b="1"/>
              <a:t>.</a:t>
            </a:r>
            <a:endParaRPr lang="ko-KR" altLang="en-US" sz="1050" b="1"/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663E0345-8315-4C40-9F27-334C21DBB278}"/>
              </a:ext>
            </a:extLst>
          </p:cNvPr>
          <p:cNvSpPr/>
          <p:nvPr/>
        </p:nvSpPr>
        <p:spPr>
          <a:xfrm>
            <a:off x="7060283" y="819150"/>
            <a:ext cx="698500" cy="882650"/>
          </a:xfrm>
          <a:custGeom>
            <a:avLst/>
            <a:gdLst>
              <a:gd name="connsiteX0" fmla="*/ 0 w 698500"/>
              <a:gd name="connsiteY0" fmla="*/ 882650 h 882650"/>
              <a:gd name="connsiteX1" fmla="*/ 0 w 698500"/>
              <a:gd name="connsiteY1" fmla="*/ 0 h 882650"/>
              <a:gd name="connsiteX2" fmla="*/ 698500 w 698500"/>
              <a:gd name="connsiteY2" fmla="*/ 0 h 882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8500" h="882650">
                <a:moveTo>
                  <a:pt x="0" y="882650"/>
                </a:moveTo>
                <a:lnTo>
                  <a:pt x="0" y="0"/>
                </a:lnTo>
                <a:lnTo>
                  <a:pt x="6985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AB9AB7E-E233-4E3D-8A2C-782A9446B321}"/>
              </a:ext>
            </a:extLst>
          </p:cNvPr>
          <p:cNvSpPr txBox="1"/>
          <p:nvPr/>
        </p:nvSpPr>
        <p:spPr>
          <a:xfrm>
            <a:off x="5529901" y="2569437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이름 수정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D65C866-269C-4A27-83B7-A85A98DD5612}"/>
              </a:ext>
            </a:extLst>
          </p:cNvPr>
          <p:cNvSpPr/>
          <p:nvPr/>
        </p:nvSpPr>
        <p:spPr>
          <a:xfrm>
            <a:off x="7822283" y="1219200"/>
            <a:ext cx="266700" cy="349250"/>
          </a:xfrm>
          <a:custGeom>
            <a:avLst/>
            <a:gdLst>
              <a:gd name="connsiteX0" fmla="*/ 0 w 266700"/>
              <a:gd name="connsiteY0" fmla="*/ 349250 h 349250"/>
              <a:gd name="connsiteX1" fmla="*/ 0 w 266700"/>
              <a:gd name="connsiteY1" fmla="*/ 0 h 349250"/>
              <a:gd name="connsiteX2" fmla="*/ 76200 w 266700"/>
              <a:gd name="connsiteY2" fmla="*/ 6350 h 349250"/>
              <a:gd name="connsiteX3" fmla="*/ 266700 w 266700"/>
              <a:gd name="connsiteY3" fmla="*/ 6350 h 3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700" h="349250">
                <a:moveTo>
                  <a:pt x="0" y="349250"/>
                </a:moveTo>
                <a:lnTo>
                  <a:pt x="0" y="0"/>
                </a:lnTo>
                <a:lnTo>
                  <a:pt x="76200" y="6350"/>
                </a:lnTo>
                <a:lnTo>
                  <a:pt x="266700" y="63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0FEB0F4-159F-4651-B0D7-5A4CF9461735}"/>
              </a:ext>
            </a:extLst>
          </p:cNvPr>
          <p:cNvSpPr txBox="1"/>
          <p:nvPr/>
        </p:nvSpPr>
        <p:spPr>
          <a:xfrm>
            <a:off x="8064276" y="1099325"/>
            <a:ext cx="168909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유저가 가지고 있는 코인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FB3AC324-7D50-4538-911A-8ED74942A28A}"/>
              </a:ext>
            </a:extLst>
          </p:cNvPr>
          <p:cNvSpPr/>
          <p:nvPr/>
        </p:nvSpPr>
        <p:spPr>
          <a:xfrm>
            <a:off x="6177633" y="2139950"/>
            <a:ext cx="952500" cy="406400"/>
          </a:xfrm>
          <a:custGeom>
            <a:avLst/>
            <a:gdLst>
              <a:gd name="connsiteX0" fmla="*/ 952500 w 952500"/>
              <a:gd name="connsiteY0" fmla="*/ 0 h 406400"/>
              <a:gd name="connsiteX1" fmla="*/ 209550 w 952500"/>
              <a:gd name="connsiteY1" fmla="*/ 0 h 406400"/>
              <a:gd name="connsiteX2" fmla="*/ 0 w 952500"/>
              <a:gd name="connsiteY2" fmla="*/ 406400 h 40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52500" h="406400">
                <a:moveTo>
                  <a:pt x="952500" y="0"/>
                </a:moveTo>
                <a:lnTo>
                  <a:pt x="209550" y="0"/>
                </a:lnTo>
                <a:lnTo>
                  <a:pt x="0" y="4064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7D4040-CCD4-40D7-9069-EE3C1040BC04}"/>
              </a:ext>
            </a:extLst>
          </p:cNvPr>
          <p:cNvSpPr txBox="1"/>
          <p:nvPr/>
        </p:nvSpPr>
        <p:spPr>
          <a:xfrm>
            <a:off x="7758783" y="694660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설정</a:t>
            </a: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C12CEB51-9B1C-4E63-A96E-29B5ED8B7AC6}"/>
              </a:ext>
            </a:extLst>
          </p:cNvPr>
          <p:cNvSpPr/>
          <p:nvPr/>
        </p:nvSpPr>
        <p:spPr>
          <a:xfrm>
            <a:off x="7936583" y="3124200"/>
            <a:ext cx="1651000" cy="425450"/>
          </a:xfrm>
          <a:custGeom>
            <a:avLst/>
            <a:gdLst>
              <a:gd name="connsiteX0" fmla="*/ 0 w 1651000"/>
              <a:gd name="connsiteY0" fmla="*/ 425450 h 425450"/>
              <a:gd name="connsiteX1" fmla="*/ 0 w 1651000"/>
              <a:gd name="connsiteY1" fmla="*/ 425450 h 425450"/>
              <a:gd name="connsiteX2" fmla="*/ 450850 w 1651000"/>
              <a:gd name="connsiteY2" fmla="*/ 0 h 425450"/>
              <a:gd name="connsiteX3" fmla="*/ 1651000 w 1651000"/>
              <a:gd name="connsiteY3" fmla="*/ 0 h 42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51000" h="425450">
                <a:moveTo>
                  <a:pt x="0" y="425450"/>
                </a:moveTo>
                <a:lnTo>
                  <a:pt x="0" y="425450"/>
                </a:lnTo>
                <a:lnTo>
                  <a:pt x="450850" y="0"/>
                </a:lnTo>
                <a:lnTo>
                  <a:pt x="165100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6262443-4816-4A0C-9594-14510CA5FB3C}"/>
              </a:ext>
            </a:extLst>
          </p:cNvPr>
          <p:cNvSpPr txBox="1"/>
          <p:nvPr/>
        </p:nvSpPr>
        <p:spPr>
          <a:xfrm>
            <a:off x="9587583" y="29933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나이</a:t>
            </a:r>
            <a:r>
              <a:rPr lang="en-US" altLang="ko-KR" sz="1050" b="1"/>
              <a:t>(</a:t>
            </a:r>
            <a:r>
              <a:rPr lang="ko-KR" altLang="en-US" sz="1050" b="1"/>
              <a:t>레벨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2B5E828C-78EA-4F70-8A1B-412D5312EAC0}"/>
              </a:ext>
            </a:extLst>
          </p:cNvPr>
          <p:cNvSpPr/>
          <p:nvPr/>
        </p:nvSpPr>
        <p:spPr>
          <a:xfrm>
            <a:off x="8641433" y="379095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1E49C22-8728-4DBB-B4BB-AE5B2108F156}"/>
              </a:ext>
            </a:extLst>
          </p:cNvPr>
          <p:cNvSpPr txBox="1"/>
          <p:nvPr/>
        </p:nvSpPr>
        <p:spPr>
          <a:xfrm>
            <a:off x="9790783" y="367067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포만도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BB1FEED5-9FD9-4D9D-9C1C-41817C527173}"/>
              </a:ext>
            </a:extLst>
          </p:cNvPr>
          <p:cNvSpPr/>
          <p:nvPr/>
        </p:nvSpPr>
        <p:spPr>
          <a:xfrm>
            <a:off x="8641433" y="4089870"/>
            <a:ext cx="1149350" cy="0"/>
          </a:xfrm>
          <a:custGeom>
            <a:avLst/>
            <a:gdLst>
              <a:gd name="connsiteX0" fmla="*/ 0 w 1149350"/>
              <a:gd name="connsiteY0" fmla="*/ 0 h 0"/>
              <a:gd name="connsiteX1" fmla="*/ 1149350 w 114935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49350">
                <a:moveTo>
                  <a:pt x="0" y="0"/>
                </a:moveTo>
                <a:lnTo>
                  <a:pt x="114935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F4677CD-CEF3-4BD0-A244-5676A94EBE65}"/>
              </a:ext>
            </a:extLst>
          </p:cNvPr>
          <p:cNvSpPr txBox="1"/>
          <p:nvPr/>
        </p:nvSpPr>
        <p:spPr>
          <a:xfrm>
            <a:off x="9790783" y="3969594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행복 지수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89CD0D03-CF3D-4A5F-907A-A536E31820DA}"/>
              </a:ext>
            </a:extLst>
          </p:cNvPr>
          <p:cNvSpPr/>
          <p:nvPr/>
        </p:nvSpPr>
        <p:spPr>
          <a:xfrm>
            <a:off x="6082383" y="4432300"/>
            <a:ext cx="1066800" cy="673100"/>
          </a:xfrm>
          <a:custGeom>
            <a:avLst/>
            <a:gdLst>
              <a:gd name="connsiteX0" fmla="*/ 1066800 w 1066800"/>
              <a:gd name="connsiteY0" fmla="*/ 0 h 673100"/>
              <a:gd name="connsiteX1" fmla="*/ 666750 w 1066800"/>
              <a:gd name="connsiteY1" fmla="*/ 673100 h 673100"/>
              <a:gd name="connsiteX2" fmla="*/ 0 w 1066800"/>
              <a:gd name="connsiteY2" fmla="*/ 673100 h 67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66800" h="673100">
                <a:moveTo>
                  <a:pt x="1066800" y="0"/>
                </a:moveTo>
                <a:lnTo>
                  <a:pt x="666750" y="673100"/>
                </a:lnTo>
                <a:lnTo>
                  <a:pt x="0" y="6731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6AB27F0-9526-42B0-ABC6-74A38A3D2A71}"/>
              </a:ext>
            </a:extLst>
          </p:cNvPr>
          <p:cNvSpPr txBox="1"/>
          <p:nvPr/>
        </p:nvSpPr>
        <p:spPr>
          <a:xfrm>
            <a:off x="4897258" y="4974595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상세정보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817EE53-3814-4EA6-89B7-63CD4F295EA0}"/>
              </a:ext>
            </a:extLst>
          </p:cNvPr>
          <p:cNvSpPr/>
          <p:nvPr/>
        </p:nvSpPr>
        <p:spPr>
          <a:xfrm>
            <a:off x="7517483" y="4470400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AA0C6EB-AEF5-4390-A67D-AB7150F9F894}"/>
              </a:ext>
            </a:extLst>
          </p:cNvPr>
          <p:cNvSpPr txBox="1"/>
          <p:nvPr/>
        </p:nvSpPr>
        <p:spPr>
          <a:xfrm>
            <a:off x="7323061" y="5192118"/>
            <a:ext cx="5501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옷장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D8F5754-1F8D-4769-B29A-8603DB26DDF0}"/>
              </a:ext>
            </a:extLst>
          </p:cNvPr>
          <p:cNvSpPr/>
          <p:nvPr/>
        </p:nvSpPr>
        <p:spPr>
          <a:xfrm>
            <a:off x="8228044" y="4512946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A4D331-457F-4E3B-B6BF-3AAADA786D35}"/>
              </a:ext>
            </a:extLst>
          </p:cNvPr>
          <p:cNvSpPr txBox="1"/>
          <p:nvPr/>
        </p:nvSpPr>
        <p:spPr>
          <a:xfrm>
            <a:off x="8009064" y="5192118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유전 정보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35E09AF5-6F16-4F7E-8BAD-72B86BF831A3}"/>
              </a:ext>
            </a:extLst>
          </p:cNvPr>
          <p:cNvSpPr/>
          <p:nvPr/>
        </p:nvSpPr>
        <p:spPr>
          <a:xfrm>
            <a:off x="8590197" y="4535411"/>
            <a:ext cx="0" cy="666750"/>
          </a:xfrm>
          <a:custGeom>
            <a:avLst/>
            <a:gdLst>
              <a:gd name="connsiteX0" fmla="*/ 0 w 0"/>
              <a:gd name="connsiteY0" fmla="*/ 0 h 666750"/>
              <a:gd name="connsiteX1" fmla="*/ 0 w 0"/>
              <a:gd name="connsiteY1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11A5EBBB-ABEF-4224-9B20-76468FB870AB}"/>
              </a:ext>
            </a:extLst>
          </p:cNvPr>
          <p:cNvSpPr txBox="1"/>
          <p:nvPr/>
        </p:nvSpPr>
        <p:spPr>
          <a:xfrm>
            <a:off x="8397198" y="5211834"/>
            <a:ext cx="5501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판매버튼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D5D62D84-29DD-4CE9-900F-90632FD0C0B6}"/>
              </a:ext>
            </a:extLst>
          </p:cNvPr>
          <p:cNvSpPr/>
          <p:nvPr/>
        </p:nvSpPr>
        <p:spPr>
          <a:xfrm>
            <a:off x="6361783" y="2349500"/>
            <a:ext cx="1447800" cy="698500"/>
          </a:xfrm>
          <a:custGeom>
            <a:avLst/>
            <a:gdLst>
              <a:gd name="connsiteX0" fmla="*/ 1447800 w 1447800"/>
              <a:gd name="connsiteY0" fmla="*/ 0 h 698500"/>
              <a:gd name="connsiteX1" fmla="*/ 1447800 w 1447800"/>
              <a:gd name="connsiteY1" fmla="*/ 0 h 698500"/>
              <a:gd name="connsiteX2" fmla="*/ 1054100 w 1447800"/>
              <a:gd name="connsiteY2" fmla="*/ 698500 h 698500"/>
              <a:gd name="connsiteX3" fmla="*/ 0 w 1447800"/>
              <a:gd name="connsiteY3" fmla="*/ 69850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7800" h="698500">
                <a:moveTo>
                  <a:pt x="1447800" y="0"/>
                </a:moveTo>
                <a:lnTo>
                  <a:pt x="1447800" y="0"/>
                </a:lnTo>
                <a:lnTo>
                  <a:pt x="1054100" y="698500"/>
                </a:lnTo>
                <a:lnTo>
                  <a:pt x="0" y="69850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F1B5639-A356-4A91-90A9-32054B2E588D}"/>
              </a:ext>
            </a:extLst>
          </p:cNvPr>
          <p:cNvSpPr txBox="1"/>
          <p:nvPr/>
        </p:nvSpPr>
        <p:spPr>
          <a:xfrm>
            <a:off x="5522920" y="2908461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등급</a:t>
            </a:r>
          </a:p>
        </p:txBody>
      </p:sp>
    </p:spTree>
    <p:extLst>
      <p:ext uri="{BB962C8B-B14F-4D97-AF65-F5344CB8AC3E}">
        <p14:creationId xmlns:p14="http://schemas.microsoft.com/office/powerpoint/2010/main" val="2840344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6618B1-A029-4A1F-8A0D-579A691D4E7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최대화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0E500D1-CECF-44C4-86B3-4D9EEA40262C}"/>
              </a:ext>
            </a:extLst>
          </p:cNvPr>
          <p:cNvSpPr/>
          <p:nvPr/>
        </p:nvSpPr>
        <p:spPr>
          <a:xfrm>
            <a:off x="615853" y="175464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83A579-B415-4682-8984-1FDFA3E46F9F}"/>
              </a:ext>
            </a:extLst>
          </p:cNvPr>
          <p:cNvSpPr/>
          <p:nvPr/>
        </p:nvSpPr>
        <p:spPr>
          <a:xfrm>
            <a:off x="1190128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721327A-375E-4E34-B178-CB1774B12D28}"/>
              </a:ext>
            </a:extLst>
          </p:cNvPr>
          <p:cNvSpPr/>
          <p:nvPr/>
        </p:nvSpPr>
        <p:spPr>
          <a:xfrm>
            <a:off x="761546" y="144006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9920941-BD54-4F00-AABC-B901E430D2D2}"/>
              </a:ext>
            </a:extLst>
          </p:cNvPr>
          <p:cNvSpPr/>
          <p:nvPr/>
        </p:nvSpPr>
        <p:spPr>
          <a:xfrm>
            <a:off x="1635732" y="144349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2" descr="잎 - 무료 자연개 아이콘">
            <a:extLst>
              <a:ext uri="{FF2B5EF4-FFF2-40B4-BE49-F238E27FC236}">
                <a16:creationId xmlns:a16="http://schemas.microsoft.com/office/drawing/2014/main" id="{1EB8AECA-6471-4447-900B-C403E17BC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47236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Material 디자인 스타일의 달팽이 아이콘">
            <a:extLst>
              <a:ext uri="{FF2B5EF4-FFF2-40B4-BE49-F238E27FC236}">
                <a16:creationId xmlns:a16="http://schemas.microsoft.com/office/drawing/2014/main" id="{D22C6A20-18A4-42DC-B16D-12D016AE6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44693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B5F9436-12E6-4285-B55B-C99C2B953749}"/>
              </a:ext>
            </a:extLst>
          </p:cNvPr>
          <p:cNvSpPr/>
          <p:nvPr/>
        </p:nvSpPr>
        <p:spPr>
          <a:xfrm>
            <a:off x="2816374" y="174752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4FAA4B5-0CE8-439C-8B28-DCA86DFCF9B9}"/>
              </a:ext>
            </a:extLst>
          </p:cNvPr>
          <p:cNvSpPr/>
          <p:nvPr/>
        </p:nvSpPr>
        <p:spPr>
          <a:xfrm>
            <a:off x="4764088" y="165227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D5776D-147F-419B-BD85-7D99BC0160E2}"/>
              </a:ext>
            </a:extLst>
          </p:cNvPr>
          <p:cNvSpPr/>
          <p:nvPr/>
        </p:nvSpPr>
        <p:spPr>
          <a:xfrm>
            <a:off x="3060603" y="1880787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ACCAABC-7C9E-46A0-A719-CA31AD5DFCC5}"/>
              </a:ext>
            </a:extLst>
          </p:cNvPr>
          <p:cNvSpPr/>
          <p:nvPr/>
        </p:nvSpPr>
        <p:spPr>
          <a:xfrm>
            <a:off x="448589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3B68BE3-96D5-4B21-91B1-A94ABC2A7065}"/>
              </a:ext>
            </a:extLst>
          </p:cNvPr>
          <p:cNvGrpSpPr/>
          <p:nvPr/>
        </p:nvGrpSpPr>
        <p:grpSpPr>
          <a:xfrm>
            <a:off x="3108360" y="1919557"/>
            <a:ext cx="200148" cy="200148"/>
            <a:chOff x="3690370" y="5044952"/>
            <a:chExt cx="323850" cy="323850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B4EC971-1F15-4867-87A9-3A39C01F91D7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Picture 2" descr="연필 - 무료 편집 도구개 아이콘">
              <a:extLst>
                <a:ext uri="{FF2B5EF4-FFF2-40B4-BE49-F238E27FC236}">
                  <a16:creationId xmlns:a16="http://schemas.microsoft.com/office/drawing/2014/main" id="{D4D992F2-4FBF-4BEC-8271-1626107E4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CE50611-402B-4797-AA8A-64308926646A}"/>
              </a:ext>
            </a:extLst>
          </p:cNvPr>
          <p:cNvSpPr/>
          <p:nvPr/>
        </p:nvSpPr>
        <p:spPr>
          <a:xfrm>
            <a:off x="4106658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762F2E2-AD9C-450A-922A-28050404CABD}"/>
              </a:ext>
            </a:extLst>
          </p:cNvPr>
          <p:cNvSpPr/>
          <p:nvPr/>
        </p:nvSpPr>
        <p:spPr>
          <a:xfrm>
            <a:off x="3021774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Picture 4" descr="돋보기 - 무료 상호 작용개 아이콘">
            <a:extLst>
              <a:ext uri="{FF2B5EF4-FFF2-40B4-BE49-F238E27FC236}">
                <a16:creationId xmlns:a16="http://schemas.microsoft.com/office/drawing/2014/main" id="{21C7B0C0-DD83-4133-B1C8-820C5B86C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2154" y="4180294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Coin - Free business icons">
            <a:extLst>
              <a:ext uri="{FF2B5EF4-FFF2-40B4-BE49-F238E27FC236}">
                <a16:creationId xmlns:a16="http://schemas.microsoft.com/office/drawing/2014/main" id="{F823FA77-3B92-47B3-AADC-2AE30BF10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159541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5B66AFB-E0AB-4D55-8917-EE1A550E19FF}"/>
              </a:ext>
            </a:extLst>
          </p:cNvPr>
          <p:cNvSpPr/>
          <p:nvPr/>
        </p:nvSpPr>
        <p:spPr>
          <a:xfrm>
            <a:off x="3619437" y="3347884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BD6B34-09DC-48FA-A0B1-68730A35CBDA}"/>
              </a:ext>
            </a:extLst>
          </p:cNvPr>
          <p:cNvSpPr txBox="1"/>
          <p:nvPr/>
        </p:nvSpPr>
        <p:spPr>
          <a:xfrm>
            <a:off x="3643068" y="3309907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B73418F-4506-4809-BF22-7801DAE7BCD4}"/>
              </a:ext>
            </a:extLst>
          </p:cNvPr>
          <p:cNvSpPr/>
          <p:nvPr/>
        </p:nvSpPr>
        <p:spPr>
          <a:xfrm>
            <a:off x="3179010" y="359379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BA66172-B15A-430B-A2A6-8B8DA84E7450}"/>
              </a:ext>
            </a:extLst>
          </p:cNvPr>
          <p:cNvSpPr/>
          <p:nvPr/>
        </p:nvSpPr>
        <p:spPr>
          <a:xfrm>
            <a:off x="3021775" y="354570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851E97C-8584-4507-95E9-6B721CC3F52E}"/>
              </a:ext>
            </a:extLst>
          </p:cNvPr>
          <p:cNvSpPr/>
          <p:nvPr/>
        </p:nvSpPr>
        <p:spPr>
          <a:xfrm>
            <a:off x="3803223" y="3613411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B787E26-33D4-4C55-81AA-3D3411125177}"/>
              </a:ext>
            </a:extLst>
          </p:cNvPr>
          <p:cNvSpPr/>
          <p:nvPr/>
        </p:nvSpPr>
        <p:spPr>
          <a:xfrm>
            <a:off x="3179010" y="3874385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D0E33C3-92A9-4787-B435-88667AE6C0D0}"/>
              </a:ext>
            </a:extLst>
          </p:cNvPr>
          <p:cNvSpPr/>
          <p:nvPr/>
        </p:nvSpPr>
        <p:spPr>
          <a:xfrm>
            <a:off x="3021775" y="3826294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E09E044-18A2-4179-A979-8926048C8445}"/>
              </a:ext>
            </a:extLst>
          </p:cNvPr>
          <p:cNvSpPr/>
          <p:nvPr/>
        </p:nvSpPr>
        <p:spPr>
          <a:xfrm>
            <a:off x="4303370" y="3892187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Picture 8" descr="Black heart icon | Free SVG">
            <a:extLst>
              <a:ext uri="{FF2B5EF4-FFF2-40B4-BE49-F238E27FC236}">
                <a16:creationId xmlns:a16="http://schemas.microsoft.com/office/drawing/2014/main" id="{21C6C361-9E76-42C0-83B7-B61E6563C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843" y="3853574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잎 - 무료 자연개 아이콘">
            <a:extLst>
              <a:ext uri="{FF2B5EF4-FFF2-40B4-BE49-F238E27FC236}">
                <a16:creationId xmlns:a16="http://schemas.microsoft.com/office/drawing/2014/main" id="{CF4BA561-8D94-4960-AAE4-7CB1841C99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7938" y="3560270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10" descr="유전자 - 무료 사람들개 아이콘">
            <a:extLst>
              <a:ext uri="{FF2B5EF4-FFF2-40B4-BE49-F238E27FC236}">
                <a16:creationId xmlns:a16="http://schemas.microsoft.com/office/drawing/2014/main" id="{79417C28-4DB7-4FD0-8A82-C9645E8C3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347" y="4170164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B5B9482-D1A9-4F4A-8FDC-0C71E68124BB}"/>
              </a:ext>
            </a:extLst>
          </p:cNvPr>
          <p:cNvSpPr txBox="1"/>
          <p:nvPr/>
        </p:nvSpPr>
        <p:spPr>
          <a:xfrm>
            <a:off x="3294334" y="1897413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71331C83-ABFE-4BD1-8BE2-D64389B6DD7E}"/>
              </a:ext>
            </a:extLst>
          </p:cNvPr>
          <p:cNvSpPr/>
          <p:nvPr/>
        </p:nvSpPr>
        <p:spPr>
          <a:xfrm>
            <a:off x="3664169" y="2118861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CF6307-982F-48D8-8D0D-C2C62D223E04}"/>
              </a:ext>
            </a:extLst>
          </p:cNvPr>
          <p:cNvSpPr txBox="1"/>
          <p:nvPr/>
        </p:nvSpPr>
        <p:spPr>
          <a:xfrm>
            <a:off x="3675720" y="2092252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36" name="곱하기 기호 35">
            <a:extLst>
              <a:ext uri="{FF2B5EF4-FFF2-40B4-BE49-F238E27FC236}">
                <a16:creationId xmlns:a16="http://schemas.microsoft.com/office/drawing/2014/main" id="{838AF6EE-4543-4B42-9A9A-76831091811D}"/>
              </a:ext>
            </a:extLst>
          </p:cNvPr>
          <p:cNvSpPr/>
          <p:nvPr/>
        </p:nvSpPr>
        <p:spPr>
          <a:xfrm>
            <a:off x="4746951" y="163502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4199722-BF13-4B9F-A3DA-339905D24FB0}"/>
              </a:ext>
            </a:extLst>
          </p:cNvPr>
          <p:cNvSpPr/>
          <p:nvPr/>
        </p:nvSpPr>
        <p:spPr>
          <a:xfrm>
            <a:off x="3406896" y="414115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Picture 12" descr="매다는 사람 - 무료 패션개 아이콘">
            <a:extLst>
              <a:ext uri="{FF2B5EF4-FFF2-40B4-BE49-F238E27FC236}">
                <a16:creationId xmlns:a16="http://schemas.microsoft.com/office/drawing/2014/main" id="{6E1507F3-E1DE-4017-9F75-0B73EFA331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4916" y="4140849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E5EF69E-2643-4198-9C20-87D10034E895}"/>
              </a:ext>
            </a:extLst>
          </p:cNvPr>
          <p:cNvSpPr/>
          <p:nvPr/>
        </p:nvSpPr>
        <p:spPr>
          <a:xfrm>
            <a:off x="746447" y="2091953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8FC38C-99A6-468C-8248-53FB56912374}"/>
              </a:ext>
            </a:extLst>
          </p:cNvPr>
          <p:cNvSpPr txBox="1"/>
          <p:nvPr/>
        </p:nvSpPr>
        <p:spPr>
          <a:xfrm>
            <a:off x="1109765" y="179428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A860C2D-E79C-4DED-8226-93AAC2A4AED7}"/>
              </a:ext>
            </a:extLst>
          </p:cNvPr>
          <p:cNvSpPr/>
          <p:nvPr/>
        </p:nvSpPr>
        <p:spPr>
          <a:xfrm>
            <a:off x="746446" y="268334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235AE803-C043-48F9-914E-052AF5B944B6}"/>
              </a:ext>
            </a:extLst>
          </p:cNvPr>
          <p:cNvSpPr/>
          <p:nvPr/>
        </p:nvSpPr>
        <p:spPr>
          <a:xfrm>
            <a:off x="809549" y="2140177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626345-99C0-47FE-A6E6-545B186F13DC}"/>
              </a:ext>
            </a:extLst>
          </p:cNvPr>
          <p:cNvSpPr/>
          <p:nvPr/>
        </p:nvSpPr>
        <p:spPr>
          <a:xfrm>
            <a:off x="746445" y="3275498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4607B68-C5B3-4613-9BA4-2FD179C0B6CB}"/>
              </a:ext>
            </a:extLst>
          </p:cNvPr>
          <p:cNvSpPr/>
          <p:nvPr/>
        </p:nvSpPr>
        <p:spPr>
          <a:xfrm>
            <a:off x="746445" y="3872091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4CA70294-7930-4F22-A890-0E4430C0D19F}"/>
              </a:ext>
            </a:extLst>
          </p:cNvPr>
          <p:cNvSpPr/>
          <p:nvPr/>
        </p:nvSpPr>
        <p:spPr>
          <a:xfrm>
            <a:off x="809549" y="274447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6C1E7B6F-02D6-4D92-AEFE-AA779257E786}"/>
              </a:ext>
            </a:extLst>
          </p:cNvPr>
          <p:cNvSpPr/>
          <p:nvPr/>
        </p:nvSpPr>
        <p:spPr>
          <a:xfrm>
            <a:off x="809549" y="332786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54029B8-C70D-422A-944A-FA0138DB14BC}"/>
              </a:ext>
            </a:extLst>
          </p:cNvPr>
          <p:cNvSpPr/>
          <p:nvPr/>
        </p:nvSpPr>
        <p:spPr>
          <a:xfrm>
            <a:off x="813514" y="3924092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127236-8593-4105-A19B-8110294D7D5C}"/>
              </a:ext>
            </a:extLst>
          </p:cNvPr>
          <p:cNvSpPr txBox="1"/>
          <p:nvPr/>
        </p:nvSpPr>
        <p:spPr>
          <a:xfrm>
            <a:off x="1215101" y="21450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F9CD1C-2078-460F-9F32-A604A4B52669}"/>
              </a:ext>
            </a:extLst>
          </p:cNvPr>
          <p:cNvSpPr txBox="1"/>
          <p:nvPr/>
        </p:nvSpPr>
        <p:spPr>
          <a:xfrm>
            <a:off x="1209599" y="2741686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71458FE-EAF0-4E05-924B-0A48B4357F3F}"/>
              </a:ext>
            </a:extLst>
          </p:cNvPr>
          <p:cNvSpPr txBox="1"/>
          <p:nvPr/>
        </p:nvSpPr>
        <p:spPr>
          <a:xfrm>
            <a:off x="1201715" y="333142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5BB6F8E-0EF5-405C-8B82-03DEE48A4B9C}"/>
              </a:ext>
            </a:extLst>
          </p:cNvPr>
          <p:cNvSpPr txBox="1"/>
          <p:nvPr/>
        </p:nvSpPr>
        <p:spPr>
          <a:xfrm>
            <a:off x="1190128" y="3931415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A04D4506-866C-4A1B-B9F7-723BE4B1E0E4}"/>
              </a:ext>
            </a:extLst>
          </p:cNvPr>
          <p:cNvGrpSpPr/>
          <p:nvPr/>
        </p:nvGrpSpPr>
        <p:grpSpPr>
          <a:xfrm>
            <a:off x="2482216" y="2184651"/>
            <a:ext cx="280128" cy="280128"/>
            <a:chOff x="6931576" y="2073771"/>
            <a:chExt cx="312242" cy="312242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692C21A9-3B57-44CC-A912-4CF855710413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4" name="Picture 6" descr="교환 - 무료 화살개 아이콘">
              <a:extLst>
                <a:ext uri="{FF2B5EF4-FFF2-40B4-BE49-F238E27FC236}">
                  <a16:creationId xmlns:a16="http://schemas.microsoft.com/office/drawing/2014/main" id="{C59D1454-2B74-47FC-882D-ADB1A82C72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C69F953D-59B3-4778-A4B4-72DD3A250FB8}"/>
              </a:ext>
            </a:extLst>
          </p:cNvPr>
          <p:cNvGrpSpPr/>
          <p:nvPr/>
        </p:nvGrpSpPr>
        <p:grpSpPr>
          <a:xfrm>
            <a:off x="2482216" y="2793818"/>
            <a:ext cx="280128" cy="280128"/>
            <a:chOff x="6931576" y="2073771"/>
            <a:chExt cx="312242" cy="312242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72FADFF2-9E45-4751-8E43-ECF74F2342D9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57" name="Picture 6" descr="교환 - 무료 화살개 아이콘">
              <a:extLst>
                <a:ext uri="{FF2B5EF4-FFF2-40B4-BE49-F238E27FC236}">
                  <a16:creationId xmlns:a16="http://schemas.microsoft.com/office/drawing/2014/main" id="{5B078262-2131-4C5A-B658-1A13DF9526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CFF528EC-C1CE-418C-9455-683F19CD2B78}"/>
              </a:ext>
            </a:extLst>
          </p:cNvPr>
          <p:cNvGrpSpPr/>
          <p:nvPr/>
        </p:nvGrpSpPr>
        <p:grpSpPr>
          <a:xfrm>
            <a:off x="2482216" y="3369636"/>
            <a:ext cx="280128" cy="280128"/>
            <a:chOff x="6931576" y="2073771"/>
            <a:chExt cx="312242" cy="312242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A358CFD-637A-4F8E-B097-887707AE6E75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0" name="Picture 6" descr="교환 - 무료 화살개 아이콘">
              <a:extLst>
                <a:ext uri="{FF2B5EF4-FFF2-40B4-BE49-F238E27FC236}">
                  <a16:creationId xmlns:a16="http://schemas.microsoft.com/office/drawing/2014/main" id="{48441738-6916-435E-852B-0FF85EB09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7433D08-4CBD-4806-8A80-B481B3251328}"/>
              </a:ext>
            </a:extLst>
          </p:cNvPr>
          <p:cNvGrpSpPr/>
          <p:nvPr/>
        </p:nvGrpSpPr>
        <p:grpSpPr>
          <a:xfrm>
            <a:off x="2482216" y="3978803"/>
            <a:ext cx="280128" cy="280128"/>
            <a:chOff x="6931576" y="2073771"/>
            <a:chExt cx="312242" cy="312242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7C0CE4C4-BBBB-4960-9CF0-0688D086767B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3" name="Picture 6" descr="교환 - 무료 화살개 아이콘">
              <a:extLst>
                <a:ext uri="{FF2B5EF4-FFF2-40B4-BE49-F238E27FC236}">
                  <a16:creationId xmlns:a16="http://schemas.microsoft.com/office/drawing/2014/main" id="{9B1C1B6C-6C6C-4665-9C11-48FF13E9EA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F559C32-3371-435F-9C54-719059FA9E40}"/>
              </a:ext>
            </a:extLst>
          </p:cNvPr>
          <p:cNvGrpSpPr/>
          <p:nvPr/>
        </p:nvGrpSpPr>
        <p:grpSpPr>
          <a:xfrm>
            <a:off x="1769788" y="2326645"/>
            <a:ext cx="1268231" cy="230832"/>
            <a:chOff x="2449238" y="2917195"/>
            <a:chExt cx="1268231" cy="2308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11497A00-7D51-4DF8-9132-90256560B4E3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FFDCA4-805F-40AC-90AF-172CBCE60924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4E59CE10-CA9C-4D43-B8C6-0065131CC310}"/>
              </a:ext>
            </a:extLst>
          </p:cNvPr>
          <p:cNvGrpSpPr/>
          <p:nvPr/>
        </p:nvGrpSpPr>
        <p:grpSpPr>
          <a:xfrm>
            <a:off x="1769788" y="2938637"/>
            <a:ext cx="1268231" cy="230832"/>
            <a:chOff x="2449238" y="2917195"/>
            <a:chExt cx="1268231" cy="230832"/>
          </a:xfrm>
        </p:grpSpPr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9C5DE977-5A60-4C9A-BF98-E7E2E8D917A8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05D462-73CA-4D96-B61F-CFA765E1BA15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4D631888-7F27-464D-A008-342AE1E991F5}"/>
              </a:ext>
            </a:extLst>
          </p:cNvPr>
          <p:cNvGrpSpPr/>
          <p:nvPr/>
        </p:nvGrpSpPr>
        <p:grpSpPr>
          <a:xfrm>
            <a:off x="1769788" y="3535984"/>
            <a:ext cx="1268231" cy="230832"/>
            <a:chOff x="2449238" y="2917195"/>
            <a:chExt cx="1268231" cy="230832"/>
          </a:xfrm>
        </p:grpSpPr>
        <p:sp>
          <p:nvSpPr>
            <p:cNvPr id="71" name="사각형: 둥근 모서리 70">
              <a:extLst>
                <a:ext uri="{FF2B5EF4-FFF2-40B4-BE49-F238E27FC236}">
                  <a16:creationId xmlns:a16="http://schemas.microsoft.com/office/drawing/2014/main" id="{C8DA610F-93DE-43CA-97F4-0C6D3E329EE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3810CBE-0D42-4A92-B12B-7DA3347C3EB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1D1065D-122D-4483-BA7E-77AD8B900814}"/>
              </a:ext>
            </a:extLst>
          </p:cNvPr>
          <p:cNvGrpSpPr/>
          <p:nvPr/>
        </p:nvGrpSpPr>
        <p:grpSpPr>
          <a:xfrm>
            <a:off x="1769788" y="4135276"/>
            <a:ext cx="1268231" cy="230832"/>
            <a:chOff x="2449238" y="2917195"/>
            <a:chExt cx="1268231" cy="230832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23BFE115-D211-4677-9CD2-3781342627A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6DE14A4-1677-488E-BBBD-7860B003F82B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71CDA816-5C9C-4901-9268-D2387D28076B}"/>
              </a:ext>
            </a:extLst>
          </p:cNvPr>
          <p:cNvGrpSpPr/>
          <p:nvPr/>
        </p:nvGrpSpPr>
        <p:grpSpPr>
          <a:xfrm>
            <a:off x="1284692" y="2333637"/>
            <a:ext cx="1256151" cy="230832"/>
            <a:chOff x="4032153" y="2905649"/>
            <a:chExt cx="1256151" cy="23083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F2B21BC7-8810-4A9D-AC8C-24CA22103A1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C908F05-18F9-41E4-9C23-67CCC0838B71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C04743EC-D947-40E2-9E13-A41D497F8903}"/>
              </a:ext>
            </a:extLst>
          </p:cNvPr>
          <p:cNvGrpSpPr/>
          <p:nvPr/>
        </p:nvGrpSpPr>
        <p:grpSpPr>
          <a:xfrm>
            <a:off x="1279505" y="2950547"/>
            <a:ext cx="1256151" cy="230832"/>
            <a:chOff x="4032153" y="2905649"/>
            <a:chExt cx="1256151" cy="230832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76CC00CE-CFF3-4A30-8FFB-6B353D56639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AAD22FC-A372-417B-9BEF-FBEE0AEB76C0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5A36E7CD-629D-4E34-A80F-B6CFF0261159}"/>
              </a:ext>
            </a:extLst>
          </p:cNvPr>
          <p:cNvGrpSpPr/>
          <p:nvPr/>
        </p:nvGrpSpPr>
        <p:grpSpPr>
          <a:xfrm>
            <a:off x="1284692" y="3548036"/>
            <a:ext cx="1256151" cy="230832"/>
            <a:chOff x="4032153" y="2905649"/>
            <a:chExt cx="1256151" cy="230832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9A3102B6-AB93-48E3-A803-7D45C7D6C5D0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2A4968B-1734-4B9F-84CA-A8E68095F46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C5AE746-128E-44D0-A3EA-DA9AC2686711}"/>
              </a:ext>
            </a:extLst>
          </p:cNvPr>
          <p:cNvGrpSpPr/>
          <p:nvPr/>
        </p:nvGrpSpPr>
        <p:grpSpPr>
          <a:xfrm>
            <a:off x="1279505" y="4145896"/>
            <a:ext cx="1256151" cy="230832"/>
            <a:chOff x="4032153" y="2905649"/>
            <a:chExt cx="1256151" cy="230832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44B2B72C-C4CE-44F3-AA07-B59BC6F0DDF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233DC84-25E1-4D4E-94D3-48EBF23CA5E2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BF13AFF4-3AA8-41C0-862E-F3D47A7AB4FE}"/>
              </a:ext>
            </a:extLst>
          </p:cNvPr>
          <p:cNvGrpSpPr/>
          <p:nvPr/>
        </p:nvGrpSpPr>
        <p:grpSpPr>
          <a:xfrm>
            <a:off x="3411761" y="1361892"/>
            <a:ext cx="1141042" cy="442051"/>
            <a:chOff x="6711477" y="1465221"/>
            <a:chExt cx="1416357" cy="548711"/>
          </a:xfrm>
        </p:grpSpPr>
        <p:sp>
          <p:nvSpPr>
            <p:cNvPr id="89" name="사각형: 둥근 모서리 88">
              <a:extLst>
                <a:ext uri="{FF2B5EF4-FFF2-40B4-BE49-F238E27FC236}">
                  <a16:creationId xmlns:a16="http://schemas.microsoft.com/office/drawing/2014/main" id="{C7C29B38-85F3-48B0-A558-90B5692C41C3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F2C0CA1C-8E5A-4216-BF90-A1E7E93DB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F95D89D-4958-4B6E-9ECE-0C8F7BC697FF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115DA1A-26D0-4F8C-BE7A-5D50CFF9EABD}"/>
              </a:ext>
            </a:extLst>
          </p:cNvPr>
          <p:cNvSpPr/>
          <p:nvPr/>
        </p:nvSpPr>
        <p:spPr>
          <a:xfrm>
            <a:off x="2086434" y="14429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80072CC-8E0E-411E-BE79-586C291A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40914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Picture 8" descr="Eggs - Free food icons">
            <a:extLst>
              <a:ext uri="{FF2B5EF4-FFF2-40B4-BE49-F238E27FC236}">
                <a16:creationId xmlns:a16="http://schemas.microsoft.com/office/drawing/2014/main" id="{22AC8BEE-4430-4F14-BD40-A570EF265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47430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8C6E5D3-BF8E-44DA-947F-AEDEA39D9D74}"/>
              </a:ext>
            </a:extLst>
          </p:cNvPr>
          <p:cNvSpPr/>
          <p:nvPr/>
        </p:nvSpPr>
        <p:spPr>
          <a:xfrm>
            <a:off x="2924416" y="143794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6" name="Picture 2" descr="설정 - 무료 ui개 아이콘">
            <a:extLst>
              <a:ext uri="{FF2B5EF4-FFF2-40B4-BE49-F238E27FC236}">
                <a16:creationId xmlns:a16="http://schemas.microsoft.com/office/drawing/2014/main" id="{763E2E7E-DBC3-43BB-963E-CBE48F6B8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45995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DE561EB4-C6BA-468B-8A4E-5E13EE6F09D9}"/>
              </a:ext>
            </a:extLst>
          </p:cNvPr>
          <p:cNvSpPr/>
          <p:nvPr/>
        </p:nvSpPr>
        <p:spPr>
          <a:xfrm>
            <a:off x="6894900" y="172331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CCE646C3-1460-4F88-8401-D0706D1F2FD4}"/>
              </a:ext>
            </a:extLst>
          </p:cNvPr>
          <p:cNvSpPr/>
          <p:nvPr/>
        </p:nvSpPr>
        <p:spPr>
          <a:xfrm>
            <a:off x="7469175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E3453DD6-030C-4826-9EBB-03F180478BC2}"/>
              </a:ext>
            </a:extLst>
          </p:cNvPr>
          <p:cNvSpPr/>
          <p:nvPr/>
        </p:nvSpPr>
        <p:spPr>
          <a:xfrm>
            <a:off x="7040593" y="1408728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DC8F9316-9EF8-4CA6-A75C-96C98F18AD5D}"/>
              </a:ext>
            </a:extLst>
          </p:cNvPr>
          <p:cNvSpPr/>
          <p:nvPr/>
        </p:nvSpPr>
        <p:spPr>
          <a:xfrm>
            <a:off x="7914779" y="141216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1" name="Picture 2" descr="잎 - 무료 자연개 아이콘">
            <a:extLst>
              <a:ext uri="{FF2B5EF4-FFF2-40B4-BE49-F238E27FC236}">
                <a16:creationId xmlns:a16="http://schemas.microsoft.com/office/drawing/2014/main" id="{55039EEC-BB55-41D7-A840-80BF340B35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945" y="1441035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2" descr="Material 디자인 스타일의 달팽이 아이콘">
            <a:extLst>
              <a:ext uri="{FF2B5EF4-FFF2-40B4-BE49-F238E27FC236}">
                <a16:creationId xmlns:a16="http://schemas.microsoft.com/office/drawing/2014/main" id="{48F68465-6A4B-4F4B-94DA-7FB5A800E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1402" y="1415598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863D011C-C24F-46CE-9567-332DDE28D21A}"/>
              </a:ext>
            </a:extLst>
          </p:cNvPr>
          <p:cNvSpPr/>
          <p:nvPr/>
        </p:nvSpPr>
        <p:spPr>
          <a:xfrm>
            <a:off x="9095421" y="1716189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5594E3D-DD22-40C4-9C76-5A01A1C6DA64}"/>
              </a:ext>
            </a:extLst>
          </p:cNvPr>
          <p:cNvSpPr/>
          <p:nvPr/>
        </p:nvSpPr>
        <p:spPr>
          <a:xfrm>
            <a:off x="11043135" y="1620939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A5D66F3F-7C45-4A3F-910A-ABB56CEE6C45}"/>
              </a:ext>
            </a:extLst>
          </p:cNvPr>
          <p:cNvSpPr/>
          <p:nvPr/>
        </p:nvSpPr>
        <p:spPr>
          <a:xfrm>
            <a:off x="9339650" y="1849453"/>
            <a:ext cx="1668560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EDF75B78-88A2-47D4-9703-8D1A82A5E2F2}"/>
              </a:ext>
            </a:extLst>
          </p:cNvPr>
          <p:cNvSpPr/>
          <p:nvPr/>
        </p:nvSpPr>
        <p:spPr>
          <a:xfrm>
            <a:off x="1076494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5155E717-EEF8-4F88-9FB3-12295A716218}"/>
              </a:ext>
            </a:extLst>
          </p:cNvPr>
          <p:cNvGrpSpPr/>
          <p:nvPr/>
        </p:nvGrpSpPr>
        <p:grpSpPr>
          <a:xfrm>
            <a:off x="9387407" y="1888223"/>
            <a:ext cx="200148" cy="200148"/>
            <a:chOff x="3690370" y="5044952"/>
            <a:chExt cx="323850" cy="323850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28310B1B-9E52-4C50-B7EA-D8E1CC3871E5}"/>
                </a:ext>
              </a:extLst>
            </p:cNvPr>
            <p:cNvSpPr/>
            <p:nvPr/>
          </p:nvSpPr>
          <p:spPr>
            <a:xfrm>
              <a:off x="3690370" y="5044952"/>
              <a:ext cx="323850" cy="3238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9" name="Picture 2" descr="연필 - 무료 편집 도구개 아이콘">
              <a:extLst>
                <a:ext uri="{FF2B5EF4-FFF2-40B4-BE49-F238E27FC236}">
                  <a16:creationId xmlns:a16="http://schemas.microsoft.com/office/drawing/2014/main" id="{F3825AB9-9D70-4FAF-A043-169326150A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42086" y="5096668"/>
              <a:ext cx="220417" cy="2204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ACCA1BBF-6115-4DE6-84B6-AB0B7FA94202}"/>
              </a:ext>
            </a:extLst>
          </p:cNvPr>
          <p:cNvSpPr/>
          <p:nvPr/>
        </p:nvSpPr>
        <p:spPr>
          <a:xfrm>
            <a:off x="10385705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F2ADAE17-D06E-44AE-B3EC-DD4E1BCCFC05}"/>
              </a:ext>
            </a:extLst>
          </p:cNvPr>
          <p:cNvSpPr/>
          <p:nvPr/>
        </p:nvSpPr>
        <p:spPr>
          <a:xfrm>
            <a:off x="9300821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4" descr="돋보기 - 무료 상호 작용개 아이콘">
            <a:extLst>
              <a:ext uri="{FF2B5EF4-FFF2-40B4-BE49-F238E27FC236}">
                <a16:creationId xmlns:a16="http://schemas.microsoft.com/office/drawing/2014/main" id="{F5D13A35-C525-474B-996F-7F343185C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201" y="4148960"/>
            <a:ext cx="202717" cy="202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3" name="Picture 6" descr="Coin - Free business icons">
            <a:extLst>
              <a:ext uri="{FF2B5EF4-FFF2-40B4-BE49-F238E27FC236}">
                <a16:creationId xmlns:a16="http://schemas.microsoft.com/office/drawing/2014/main" id="{06D1FF24-55F0-4B42-809A-4031A180B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9603" y="4128207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D5ECE0BD-0F48-42BC-8926-67D1CF69FF40}"/>
              </a:ext>
            </a:extLst>
          </p:cNvPr>
          <p:cNvSpPr/>
          <p:nvPr/>
        </p:nvSpPr>
        <p:spPr>
          <a:xfrm>
            <a:off x="9898484" y="3316550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59D32A4-3A13-4843-9B83-EE2C5267FC85}"/>
              </a:ext>
            </a:extLst>
          </p:cNvPr>
          <p:cNvSpPr txBox="1"/>
          <p:nvPr/>
        </p:nvSpPr>
        <p:spPr>
          <a:xfrm>
            <a:off x="9922115" y="3278573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00</a:t>
            </a:r>
            <a:r>
              <a:rPr lang="ko-KR" altLang="en-US" sz="900" b="1"/>
              <a:t>살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2A7100D-6184-4A7F-A720-ED15BD555757}"/>
              </a:ext>
            </a:extLst>
          </p:cNvPr>
          <p:cNvSpPr/>
          <p:nvPr/>
        </p:nvSpPr>
        <p:spPr>
          <a:xfrm>
            <a:off x="9458057" y="3562457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24A608E-A23E-499B-90BF-0CC1CB4C0318}"/>
              </a:ext>
            </a:extLst>
          </p:cNvPr>
          <p:cNvSpPr/>
          <p:nvPr/>
        </p:nvSpPr>
        <p:spPr>
          <a:xfrm>
            <a:off x="9300822" y="3514366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A8A51049-0735-48B4-9242-0B9D660526B0}"/>
              </a:ext>
            </a:extLst>
          </p:cNvPr>
          <p:cNvSpPr/>
          <p:nvPr/>
        </p:nvSpPr>
        <p:spPr>
          <a:xfrm>
            <a:off x="10082270" y="3582077"/>
            <a:ext cx="954520" cy="11288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9EB53862-B026-42B5-B2DC-883767258D95}"/>
              </a:ext>
            </a:extLst>
          </p:cNvPr>
          <p:cNvSpPr/>
          <p:nvPr/>
        </p:nvSpPr>
        <p:spPr>
          <a:xfrm>
            <a:off x="9458057" y="3843051"/>
            <a:ext cx="1617875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60434D64-DCD7-4E86-B2B4-C568CB123058}"/>
              </a:ext>
            </a:extLst>
          </p:cNvPr>
          <p:cNvSpPr/>
          <p:nvPr/>
        </p:nvSpPr>
        <p:spPr>
          <a:xfrm>
            <a:off x="9300822" y="379496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65324C2B-D876-43AB-82D1-0F76EBA9931C}"/>
              </a:ext>
            </a:extLst>
          </p:cNvPr>
          <p:cNvSpPr/>
          <p:nvPr/>
        </p:nvSpPr>
        <p:spPr>
          <a:xfrm>
            <a:off x="10582417" y="3860853"/>
            <a:ext cx="454372" cy="112887"/>
          </a:xfrm>
          <a:prstGeom prst="roundRect">
            <a:avLst>
              <a:gd name="adj" fmla="val 50000"/>
            </a:avLst>
          </a:prstGeom>
          <a:solidFill>
            <a:srgbClr val="F888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" name="Picture 8" descr="Black heart icon | Free SVG">
            <a:extLst>
              <a:ext uri="{FF2B5EF4-FFF2-40B4-BE49-F238E27FC236}">
                <a16:creationId xmlns:a16="http://schemas.microsoft.com/office/drawing/2014/main" id="{77BD3E1B-A98F-45EE-83EE-2FE652DBF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5890" y="382224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2" descr="잎 - 무료 자연개 아이콘">
            <a:extLst>
              <a:ext uri="{FF2B5EF4-FFF2-40B4-BE49-F238E27FC236}">
                <a16:creationId xmlns:a16="http://schemas.microsoft.com/office/drawing/2014/main" id="{4AE82B91-3D93-4642-AB98-C1E78D8646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6985" y="3528936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" name="Picture 10" descr="유전자 - 무료 사람들개 아이콘">
            <a:extLst>
              <a:ext uri="{FF2B5EF4-FFF2-40B4-BE49-F238E27FC236}">
                <a16:creationId xmlns:a16="http://schemas.microsoft.com/office/drawing/2014/main" id="{C4E92735-D067-425D-BFF7-51D778390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5394" y="4138830"/>
            <a:ext cx="223471" cy="22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F2ACBDA6-D3D9-41D7-BF5C-DBF4AF5033D2}"/>
              </a:ext>
            </a:extLst>
          </p:cNvPr>
          <p:cNvSpPr txBox="1"/>
          <p:nvPr/>
        </p:nvSpPr>
        <p:spPr>
          <a:xfrm>
            <a:off x="9573381" y="1866079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이름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946FBE3-7006-4FEC-845B-551893B8E1E2}"/>
              </a:ext>
            </a:extLst>
          </p:cNvPr>
          <p:cNvSpPr/>
          <p:nvPr/>
        </p:nvSpPr>
        <p:spPr>
          <a:xfrm>
            <a:off x="9943216" y="2087527"/>
            <a:ext cx="448264" cy="158667"/>
          </a:xfrm>
          <a:prstGeom prst="roundRect">
            <a:avLst>
              <a:gd name="adj" fmla="val 50000"/>
            </a:avLst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2141373-C152-40DD-8CA4-3C3DB1BCFDF8}"/>
              </a:ext>
            </a:extLst>
          </p:cNvPr>
          <p:cNvSpPr txBox="1"/>
          <p:nvPr/>
        </p:nvSpPr>
        <p:spPr>
          <a:xfrm>
            <a:off x="9954767" y="2060918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>
                <a:solidFill>
                  <a:schemeClr val="bg1"/>
                </a:solidFill>
              </a:rPr>
              <a:t>에픽</a:t>
            </a:r>
          </a:p>
        </p:txBody>
      </p:sp>
      <p:sp>
        <p:nvSpPr>
          <p:cNvPr id="128" name="곱하기 기호 127">
            <a:extLst>
              <a:ext uri="{FF2B5EF4-FFF2-40B4-BE49-F238E27FC236}">
                <a16:creationId xmlns:a16="http://schemas.microsoft.com/office/drawing/2014/main" id="{BB857FBC-72C1-4258-A5CD-EEE4BE7ADC85}"/>
              </a:ext>
            </a:extLst>
          </p:cNvPr>
          <p:cNvSpPr/>
          <p:nvPr/>
        </p:nvSpPr>
        <p:spPr>
          <a:xfrm>
            <a:off x="11025998" y="1603688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131EAB90-2A7D-4B9F-862E-D5512E136EF9}"/>
              </a:ext>
            </a:extLst>
          </p:cNvPr>
          <p:cNvSpPr/>
          <p:nvPr/>
        </p:nvSpPr>
        <p:spPr>
          <a:xfrm>
            <a:off x="9685943" y="4109821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0" name="Picture 12" descr="매다는 사람 - 무료 패션개 아이콘">
            <a:extLst>
              <a:ext uri="{FF2B5EF4-FFF2-40B4-BE49-F238E27FC236}">
                <a16:creationId xmlns:a16="http://schemas.microsoft.com/office/drawing/2014/main" id="{E5A20609-B9B7-43E1-B4B0-90CBA06F8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963" y="4109515"/>
            <a:ext cx="256324" cy="256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7F423BF9-1DE8-4670-8072-0A74F0EDF6E2}"/>
              </a:ext>
            </a:extLst>
          </p:cNvPr>
          <p:cNvSpPr/>
          <p:nvPr/>
        </p:nvSpPr>
        <p:spPr>
          <a:xfrm>
            <a:off x="7025494" y="2060619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F6999DD-BE92-43CB-9680-96066F1DBAB0}"/>
              </a:ext>
            </a:extLst>
          </p:cNvPr>
          <p:cNvSpPr txBox="1"/>
          <p:nvPr/>
        </p:nvSpPr>
        <p:spPr>
          <a:xfrm>
            <a:off x="7388812" y="1762951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달팽이 목록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DD8A4231-7DA7-4F77-BFB4-2C19B35BA4B0}"/>
              </a:ext>
            </a:extLst>
          </p:cNvPr>
          <p:cNvSpPr/>
          <p:nvPr/>
        </p:nvSpPr>
        <p:spPr>
          <a:xfrm>
            <a:off x="7025493" y="265201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2D055E8E-7A41-4198-B5FB-4C5EC6EE1274}"/>
              </a:ext>
            </a:extLst>
          </p:cNvPr>
          <p:cNvSpPr/>
          <p:nvPr/>
        </p:nvSpPr>
        <p:spPr>
          <a:xfrm>
            <a:off x="7088596" y="2108843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3FF88CE3-E7E4-4A6C-AD28-6DC52A58F9EF}"/>
              </a:ext>
            </a:extLst>
          </p:cNvPr>
          <p:cNvSpPr/>
          <p:nvPr/>
        </p:nvSpPr>
        <p:spPr>
          <a:xfrm>
            <a:off x="7025492" y="3244164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8D4D2C37-9B5F-443B-A4AE-5DBB4C716B4B}"/>
              </a:ext>
            </a:extLst>
          </p:cNvPr>
          <p:cNvSpPr/>
          <p:nvPr/>
        </p:nvSpPr>
        <p:spPr>
          <a:xfrm>
            <a:off x="7025492" y="3840757"/>
            <a:ext cx="1971237" cy="50800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AF65A323-FCE7-4959-AB10-5FED29C73FE1}"/>
              </a:ext>
            </a:extLst>
          </p:cNvPr>
          <p:cNvSpPr/>
          <p:nvPr/>
        </p:nvSpPr>
        <p:spPr>
          <a:xfrm>
            <a:off x="7088596" y="2713139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13754782-0640-4500-A25A-1D18049D021B}"/>
              </a:ext>
            </a:extLst>
          </p:cNvPr>
          <p:cNvSpPr/>
          <p:nvPr/>
        </p:nvSpPr>
        <p:spPr>
          <a:xfrm>
            <a:off x="7088596" y="329652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사각형: 둥근 모서리 138">
            <a:extLst>
              <a:ext uri="{FF2B5EF4-FFF2-40B4-BE49-F238E27FC236}">
                <a16:creationId xmlns:a16="http://schemas.microsoft.com/office/drawing/2014/main" id="{CC97EA33-3419-464D-A51B-CAE42192322B}"/>
              </a:ext>
            </a:extLst>
          </p:cNvPr>
          <p:cNvSpPr/>
          <p:nvPr/>
        </p:nvSpPr>
        <p:spPr>
          <a:xfrm>
            <a:off x="7092561" y="3892758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5B405B43-56BB-466A-B271-68C1A453BA09}"/>
              </a:ext>
            </a:extLst>
          </p:cNvPr>
          <p:cNvSpPr txBox="1"/>
          <p:nvPr/>
        </p:nvSpPr>
        <p:spPr>
          <a:xfrm>
            <a:off x="7494148" y="2088357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DED9C9-3B4D-40D8-AEB0-ACE2CAFDED71}"/>
              </a:ext>
            </a:extLst>
          </p:cNvPr>
          <p:cNvSpPr txBox="1"/>
          <p:nvPr/>
        </p:nvSpPr>
        <p:spPr>
          <a:xfrm>
            <a:off x="7488646" y="2684952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7345376-9CBD-4687-BA4F-BD64ABBA25E1}"/>
              </a:ext>
            </a:extLst>
          </p:cNvPr>
          <p:cNvSpPr txBox="1"/>
          <p:nvPr/>
        </p:nvSpPr>
        <p:spPr>
          <a:xfrm>
            <a:off x="7480762" y="327469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1B42DCC-318B-4064-AC17-AEB77EF9A107}"/>
              </a:ext>
            </a:extLst>
          </p:cNvPr>
          <p:cNvSpPr txBox="1"/>
          <p:nvPr/>
        </p:nvSpPr>
        <p:spPr>
          <a:xfrm>
            <a:off x="7469175" y="3874681"/>
            <a:ext cx="1244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/>
              <a:t>달팽이 이름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E226E393-755E-4896-A5E1-E9AB4C4AF843}"/>
              </a:ext>
            </a:extLst>
          </p:cNvPr>
          <p:cNvGrpSpPr/>
          <p:nvPr/>
        </p:nvGrpSpPr>
        <p:grpSpPr>
          <a:xfrm>
            <a:off x="8761263" y="2762484"/>
            <a:ext cx="280128" cy="280128"/>
            <a:chOff x="6931576" y="2073771"/>
            <a:chExt cx="312242" cy="31224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D11C65A2-0A9A-4D05-86FB-79D60DBCB7AE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49" name="Picture 6" descr="교환 - 무료 화살개 아이콘">
              <a:extLst>
                <a:ext uri="{FF2B5EF4-FFF2-40B4-BE49-F238E27FC236}">
                  <a16:creationId xmlns:a16="http://schemas.microsoft.com/office/drawing/2014/main" id="{652D9A34-E415-4DEF-9D47-ED195B9BB3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5ECA5B5C-CD10-47B4-ADCF-FC56E71F4D5C}"/>
              </a:ext>
            </a:extLst>
          </p:cNvPr>
          <p:cNvGrpSpPr/>
          <p:nvPr/>
        </p:nvGrpSpPr>
        <p:grpSpPr>
          <a:xfrm>
            <a:off x="8761263" y="3338302"/>
            <a:ext cx="280128" cy="280128"/>
            <a:chOff x="6931576" y="2073771"/>
            <a:chExt cx="312242" cy="312242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697C25FF-92CC-4482-8FE4-5D41AA6961B2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2" name="Picture 6" descr="교환 - 무료 화살개 아이콘">
              <a:extLst>
                <a:ext uri="{FF2B5EF4-FFF2-40B4-BE49-F238E27FC236}">
                  <a16:creationId xmlns:a16="http://schemas.microsoft.com/office/drawing/2014/main" id="{7032A613-CE3F-441B-898C-0FDC93DD66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9D242320-3EE7-463B-A12A-FD829FFC0262}"/>
              </a:ext>
            </a:extLst>
          </p:cNvPr>
          <p:cNvGrpSpPr/>
          <p:nvPr/>
        </p:nvGrpSpPr>
        <p:grpSpPr>
          <a:xfrm>
            <a:off x="8761263" y="3947469"/>
            <a:ext cx="280128" cy="280128"/>
            <a:chOff x="6931576" y="2073771"/>
            <a:chExt cx="312242" cy="312242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865CD81A-B514-44B0-835B-FC5448414604}"/>
                </a:ext>
              </a:extLst>
            </p:cNvPr>
            <p:cNvSpPr/>
            <p:nvPr/>
          </p:nvSpPr>
          <p:spPr>
            <a:xfrm>
              <a:off x="6931576" y="2073771"/>
              <a:ext cx="312242" cy="31224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55" name="Picture 6" descr="교환 - 무료 화살개 아이콘">
              <a:extLst>
                <a:ext uri="{FF2B5EF4-FFF2-40B4-BE49-F238E27FC236}">
                  <a16:creationId xmlns:a16="http://schemas.microsoft.com/office/drawing/2014/main" id="{81FF10CE-8D8E-40F5-9C1B-602484BFAB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1794" y="2100570"/>
              <a:ext cx="258865" cy="2588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3D420C78-20F4-42FA-A3D3-8BAA05902636}"/>
              </a:ext>
            </a:extLst>
          </p:cNvPr>
          <p:cNvGrpSpPr/>
          <p:nvPr/>
        </p:nvGrpSpPr>
        <p:grpSpPr>
          <a:xfrm>
            <a:off x="8048835" y="2295311"/>
            <a:ext cx="1268231" cy="230832"/>
            <a:chOff x="2449238" y="2917195"/>
            <a:chExt cx="1268231" cy="230832"/>
          </a:xfrm>
        </p:grpSpPr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AA3DD6E9-1278-43A1-9616-B5B8ED92035A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A053888F-9C4C-461B-A255-D07C32103CCF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5DDBF727-7474-48FE-852C-335A16DF3509}"/>
              </a:ext>
            </a:extLst>
          </p:cNvPr>
          <p:cNvGrpSpPr/>
          <p:nvPr/>
        </p:nvGrpSpPr>
        <p:grpSpPr>
          <a:xfrm>
            <a:off x="8048835" y="2907303"/>
            <a:ext cx="1268231" cy="230832"/>
            <a:chOff x="2449238" y="2917195"/>
            <a:chExt cx="1268231" cy="230832"/>
          </a:xfrm>
        </p:grpSpPr>
        <p:sp>
          <p:nvSpPr>
            <p:cNvPr id="160" name="사각형: 둥근 모서리 159">
              <a:extLst>
                <a:ext uri="{FF2B5EF4-FFF2-40B4-BE49-F238E27FC236}">
                  <a16:creationId xmlns:a16="http://schemas.microsoft.com/office/drawing/2014/main" id="{26FEF58A-02A9-47D6-B59C-7D77438AE4B1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166627C8-F8B0-440F-854D-6BDB12197BB0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60581BB-8CB3-45E6-82BA-BEFCB68D8657}"/>
              </a:ext>
            </a:extLst>
          </p:cNvPr>
          <p:cNvGrpSpPr/>
          <p:nvPr/>
        </p:nvGrpSpPr>
        <p:grpSpPr>
          <a:xfrm>
            <a:off x="8048835" y="3504650"/>
            <a:ext cx="1268231" cy="230832"/>
            <a:chOff x="2449238" y="2917195"/>
            <a:chExt cx="1268231" cy="230832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C96D514-CCB7-4958-A70B-A3370F3EEE26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6A122450-B7AF-47E1-91EA-2950C2B85EC7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C79B4366-16B2-453A-8C20-81D748CA6837}"/>
              </a:ext>
            </a:extLst>
          </p:cNvPr>
          <p:cNvGrpSpPr/>
          <p:nvPr/>
        </p:nvGrpSpPr>
        <p:grpSpPr>
          <a:xfrm>
            <a:off x="8048835" y="4103942"/>
            <a:ext cx="1268231" cy="230832"/>
            <a:chOff x="2449238" y="2917195"/>
            <a:chExt cx="1268231" cy="230832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53D9ACA9-5328-43EE-A24E-35CE80F252F0}"/>
                </a:ext>
              </a:extLst>
            </p:cNvPr>
            <p:cNvSpPr/>
            <p:nvPr/>
          </p:nvSpPr>
          <p:spPr>
            <a:xfrm>
              <a:off x="2449238" y="2955172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86018285-080B-4A99-8995-BE1C9CC96643}"/>
                </a:ext>
              </a:extLst>
            </p:cNvPr>
            <p:cNvSpPr txBox="1"/>
            <p:nvPr/>
          </p:nvSpPr>
          <p:spPr>
            <a:xfrm>
              <a:off x="2472869" y="2917195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b="1"/>
                <a:t>00</a:t>
              </a:r>
              <a:r>
                <a:rPr lang="ko-KR" altLang="en-US" sz="900" b="1"/>
                <a:t>살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AD41EFB0-E7C6-4C59-BB9D-47B30E77F672}"/>
              </a:ext>
            </a:extLst>
          </p:cNvPr>
          <p:cNvGrpSpPr/>
          <p:nvPr/>
        </p:nvGrpSpPr>
        <p:grpSpPr>
          <a:xfrm>
            <a:off x="7563739" y="2302303"/>
            <a:ext cx="1256151" cy="230832"/>
            <a:chOff x="4032153" y="2905649"/>
            <a:chExt cx="1256151" cy="230832"/>
          </a:xfrm>
        </p:grpSpPr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7A38EE8D-7607-493D-B9EC-A837FF042247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D0C5D8A8-78BB-47E6-BCBD-46482C3C213A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0183449A-95DB-4C1D-9D05-7EA45D06DFAB}"/>
              </a:ext>
            </a:extLst>
          </p:cNvPr>
          <p:cNvGrpSpPr/>
          <p:nvPr/>
        </p:nvGrpSpPr>
        <p:grpSpPr>
          <a:xfrm>
            <a:off x="7558552" y="2919213"/>
            <a:ext cx="1256151" cy="230832"/>
            <a:chOff x="4032153" y="2905649"/>
            <a:chExt cx="1256151" cy="230832"/>
          </a:xfrm>
        </p:grpSpPr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EF595662-BA60-4DEA-B02C-2A6A0F9B7DCC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2CA1E2E5-8A73-4263-B0CA-BF2063FDBD26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A02124ED-31CD-4061-8654-D05D450D2BE4}"/>
              </a:ext>
            </a:extLst>
          </p:cNvPr>
          <p:cNvGrpSpPr/>
          <p:nvPr/>
        </p:nvGrpSpPr>
        <p:grpSpPr>
          <a:xfrm>
            <a:off x="7563739" y="3516702"/>
            <a:ext cx="1256151" cy="230832"/>
            <a:chOff x="4032153" y="2905649"/>
            <a:chExt cx="1256151" cy="230832"/>
          </a:xfrm>
        </p:grpSpPr>
        <p:sp>
          <p:nvSpPr>
            <p:cNvPr id="175" name="사각형: 둥근 모서리 174">
              <a:extLst>
                <a:ext uri="{FF2B5EF4-FFF2-40B4-BE49-F238E27FC236}">
                  <a16:creationId xmlns:a16="http://schemas.microsoft.com/office/drawing/2014/main" id="{A55F91A2-C728-4214-B9CC-4BA3815D6164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9DF2B44-E601-441E-9198-9859AE40FBF8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C2F42C9C-F399-4927-BDA1-1879F5637F4A}"/>
              </a:ext>
            </a:extLst>
          </p:cNvPr>
          <p:cNvGrpSpPr/>
          <p:nvPr/>
        </p:nvGrpSpPr>
        <p:grpSpPr>
          <a:xfrm>
            <a:off x="7558552" y="4114562"/>
            <a:ext cx="1256151" cy="230832"/>
            <a:chOff x="4032153" y="2905649"/>
            <a:chExt cx="1256151" cy="230832"/>
          </a:xfrm>
        </p:grpSpPr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21D22408-4903-4CD9-A5B1-04E5FDD3A6C2}"/>
                </a:ext>
              </a:extLst>
            </p:cNvPr>
            <p:cNvSpPr/>
            <p:nvPr/>
          </p:nvSpPr>
          <p:spPr>
            <a:xfrm>
              <a:off x="4032153" y="29322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30817B5-44E6-43A3-A650-8E91BDF351FC}"/>
                </a:ext>
              </a:extLst>
            </p:cNvPr>
            <p:cNvSpPr txBox="1"/>
            <p:nvPr/>
          </p:nvSpPr>
          <p:spPr>
            <a:xfrm>
              <a:off x="4043704" y="29056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65C3395-519D-4132-AB0C-50AA00AC1403}"/>
              </a:ext>
            </a:extLst>
          </p:cNvPr>
          <p:cNvGrpSpPr/>
          <p:nvPr/>
        </p:nvGrpSpPr>
        <p:grpSpPr>
          <a:xfrm>
            <a:off x="9690808" y="1330558"/>
            <a:ext cx="1141042" cy="442051"/>
            <a:chOff x="6711477" y="1465221"/>
            <a:chExt cx="1416357" cy="548711"/>
          </a:xfrm>
        </p:grpSpPr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2E89F79-042C-4E7E-AC03-8FF78F787ADD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3625CD3A-305A-479E-8725-7067C9543E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BD732869-D195-4E67-9AC1-DF87C02ECE82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84" name="사각형: 둥근 모서리 183">
            <a:extLst>
              <a:ext uri="{FF2B5EF4-FFF2-40B4-BE49-F238E27FC236}">
                <a16:creationId xmlns:a16="http://schemas.microsoft.com/office/drawing/2014/main" id="{465FD3A9-EA55-4262-A409-4B6BEE435931}"/>
              </a:ext>
            </a:extLst>
          </p:cNvPr>
          <p:cNvSpPr/>
          <p:nvPr/>
        </p:nvSpPr>
        <p:spPr>
          <a:xfrm>
            <a:off x="8365481" y="1411603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396864D0-5D25-45EE-9641-F2DE9E372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536" y="1377806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6" name="Picture 8" descr="Eggs - Free food icons">
            <a:extLst>
              <a:ext uri="{FF2B5EF4-FFF2-40B4-BE49-F238E27FC236}">
                <a16:creationId xmlns:a16="http://schemas.microsoft.com/office/drawing/2014/main" id="{D026C5E8-5DD4-40D6-8A0A-CB6AF5877F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224" y="1442971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C4D20085-6102-44A4-9FE2-DD8A430B3ED7}"/>
              </a:ext>
            </a:extLst>
          </p:cNvPr>
          <p:cNvSpPr/>
          <p:nvPr/>
        </p:nvSpPr>
        <p:spPr>
          <a:xfrm>
            <a:off x="9203463" y="1406610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8" name="Picture 2" descr="설정 - 무료 ui개 아이콘">
            <a:extLst>
              <a:ext uri="{FF2B5EF4-FFF2-40B4-BE49-F238E27FC236}">
                <a16:creationId xmlns:a16="http://schemas.microsoft.com/office/drawing/2014/main" id="{51043A58-59DE-4974-8D48-45A7E441B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5628" y="1428625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9" name="자유형: 도형 188">
            <a:extLst>
              <a:ext uri="{FF2B5EF4-FFF2-40B4-BE49-F238E27FC236}">
                <a16:creationId xmlns:a16="http://schemas.microsoft.com/office/drawing/2014/main" id="{CD2EAEE3-7BF9-4D77-8D63-A3501882E37B}"/>
              </a:ext>
            </a:extLst>
          </p:cNvPr>
          <p:cNvSpPr/>
          <p:nvPr/>
        </p:nvSpPr>
        <p:spPr>
          <a:xfrm>
            <a:off x="7734300" y="4165600"/>
            <a:ext cx="1193800" cy="1035050"/>
          </a:xfrm>
          <a:custGeom>
            <a:avLst/>
            <a:gdLst>
              <a:gd name="connsiteX0" fmla="*/ 1193800 w 1193800"/>
              <a:gd name="connsiteY0" fmla="*/ 0 h 1035050"/>
              <a:gd name="connsiteX1" fmla="*/ 927100 w 1193800"/>
              <a:gd name="connsiteY1" fmla="*/ 1035050 h 1035050"/>
              <a:gd name="connsiteX2" fmla="*/ 0 w 1193800"/>
              <a:gd name="connsiteY2" fmla="*/ 1035050 h 1035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93800" h="1035050">
                <a:moveTo>
                  <a:pt x="1193800" y="0"/>
                </a:moveTo>
                <a:lnTo>
                  <a:pt x="927100" y="1035050"/>
                </a:lnTo>
                <a:lnTo>
                  <a:pt x="0" y="103505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2100517F-4131-4065-A2FE-F540A2FBC669}"/>
              </a:ext>
            </a:extLst>
          </p:cNvPr>
          <p:cNvSpPr txBox="1"/>
          <p:nvPr/>
        </p:nvSpPr>
        <p:spPr>
          <a:xfrm>
            <a:off x="5433081" y="5012199"/>
            <a:ext cx="2336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현재 나와있는달팽이와 교체</a:t>
            </a:r>
            <a:endParaRPr lang="en-US" altLang="ko-KR" sz="1050" b="1"/>
          </a:p>
          <a:p>
            <a:r>
              <a:rPr lang="en-US" altLang="ko-KR" sz="1050" b="1"/>
              <a:t>(</a:t>
            </a:r>
            <a:r>
              <a:rPr lang="ko-KR" altLang="en-US" sz="1050" b="1"/>
              <a:t>나와있는 달팽이는 이 버튼이 없음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191" name="자유형: 도형 190">
            <a:extLst>
              <a:ext uri="{FF2B5EF4-FFF2-40B4-BE49-F238E27FC236}">
                <a16:creationId xmlns:a16="http://schemas.microsoft.com/office/drawing/2014/main" id="{34697B42-3066-4D54-9344-9007D82BB4C9}"/>
              </a:ext>
            </a:extLst>
          </p:cNvPr>
          <p:cNvSpPr/>
          <p:nvPr/>
        </p:nvSpPr>
        <p:spPr>
          <a:xfrm>
            <a:off x="6172200" y="1924050"/>
            <a:ext cx="1073150" cy="361950"/>
          </a:xfrm>
          <a:custGeom>
            <a:avLst/>
            <a:gdLst>
              <a:gd name="connsiteX0" fmla="*/ 1073150 w 1073150"/>
              <a:gd name="connsiteY0" fmla="*/ 361950 h 361950"/>
              <a:gd name="connsiteX1" fmla="*/ 552450 w 1073150"/>
              <a:gd name="connsiteY1" fmla="*/ 0 h 361950"/>
              <a:gd name="connsiteX2" fmla="*/ 0 w 1073150"/>
              <a:gd name="connsiteY2" fmla="*/ 0 h 36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73150" h="361950">
                <a:moveTo>
                  <a:pt x="1073150" y="361950"/>
                </a:moveTo>
                <a:lnTo>
                  <a:pt x="55245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0582E11-6CD2-44B3-9AA7-43C1D47CA992}"/>
              </a:ext>
            </a:extLst>
          </p:cNvPr>
          <p:cNvSpPr txBox="1"/>
          <p:nvPr/>
        </p:nvSpPr>
        <p:spPr>
          <a:xfrm>
            <a:off x="5662213" y="1701157"/>
            <a:ext cx="63655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모습</a:t>
            </a:r>
          </a:p>
        </p:txBody>
      </p:sp>
      <p:sp>
        <p:nvSpPr>
          <p:cNvPr id="193" name="자유형: 도형 192">
            <a:extLst>
              <a:ext uri="{FF2B5EF4-FFF2-40B4-BE49-F238E27FC236}">
                <a16:creationId xmlns:a16="http://schemas.microsoft.com/office/drawing/2014/main" id="{F13DBC5C-0A2B-4F7E-B64C-C61CCB7CB2FD}"/>
              </a:ext>
            </a:extLst>
          </p:cNvPr>
          <p:cNvSpPr/>
          <p:nvPr/>
        </p:nvSpPr>
        <p:spPr>
          <a:xfrm>
            <a:off x="7219950" y="819150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83377FD1-23F8-4C04-B8FA-A7130348077F}"/>
              </a:ext>
            </a:extLst>
          </p:cNvPr>
          <p:cNvSpPr txBox="1"/>
          <p:nvPr/>
        </p:nvSpPr>
        <p:spPr>
          <a:xfrm>
            <a:off x="6802732" y="282022"/>
            <a:ext cx="9370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달팽이 정보</a:t>
            </a:r>
            <a:r>
              <a:rPr lang="en-US" altLang="ko-KR" sz="1050" b="1"/>
              <a:t>(</a:t>
            </a:r>
            <a:r>
              <a:rPr lang="ko-KR" altLang="en-US" sz="1050" b="1"/>
              <a:t>현재 탭</a:t>
            </a:r>
            <a:r>
              <a:rPr lang="en-US" altLang="ko-KR" sz="1050" b="1"/>
              <a:t>)</a:t>
            </a:r>
            <a:endParaRPr lang="ko-KR" altLang="en-US" sz="1050" b="1"/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A611A766-D749-9435-1041-59428C97C3BC}"/>
              </a:ext>
            </a:extLst>
          </p:cNvPr>
          <p:cNvSpPr/>
          <p:nvPr/>
        </p:nvSpPr>
        <p:spPr>
          <a:xfrm>
            <a:off x="7661772" y="103257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D8E782-7B3C-3399-F00C-3042E46E9B85}"/>
              </a:ext>
            </a:extLst>
          </p:cNvPr>
          <p:cNvSpPr txBox="1"/>
          <p:nvPr/>
        </p:nvSpPr>
        <p:spPr>
          <a:xfrm>
            <a:off x="7305645" y="772781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음식 목록</a:t>
            </a:r>
            <a:endParaRPr lang="ko-KR" altLang="en-US" sz="1050" b="1" dirty="0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6340B1A1-865C-A65B-770E-E84C75B86CF7}"/>
              </a:ext>
            </a:extLst>
          </p:cNvPr>
          <p:cNvSpPr/>
          <p:nvPr/>
        </p:nvSpPr>
        <p:spPr>
          <a:xfrm>
            <a:off x="8105775" y="748432"/>
            <a:ext cx="0" cy="698500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EDCC657-9CE1-545D-7E39-046BA47A8A86}"/>
              </a:ext>
            </a:extLst>
          </p:cNvPr>
          <p:cNvSpPr txBox="1"/>
          <p:nvPr/>
        </p:nvSpPr>
        <p:spPr>
          <a:xfrm>
            <a:off x="7648562" y="516104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/>
              <a:t>보유중인 알</a:t>
            </a:r>
            <a:endParaRPr lang="ko-KR" altLang="en-US" sz="1050" b="1" dirty="0"/>
          </a:p>
        </p:txBody>
      </p:sp>
      <p:sp>
        <p:nvSpPr>
          <p:cNvPr id="196" name="자유형: 도형 195">
            <a:extLst>
              <a:ext uri="{FF2B5EF4-FFF2-40B4-BE49-F238E27FC236}">
                <a16:creationId xmlns:a16="http://schemas.microsoft.com/office/drawing/2014/main" id="{3AE68DAF-DB98-43CA-13CA-11184D659AA9}"/>
              </a:ext>
            </a:extLst>
          </p:cNvPr>
          <p:cNvSpPr/>
          <p:nvPr/>
        </p:nvSpPr>
        <p:spPr>
          <a:xfrm>
            <a:off x="8558434" y="1089729"/>
            <a:ext cx="45719" cy="458115"/>
          </a:xfrm>
          <a:custGeom>
            <a:avLst/>
            <a:gdLst>
              <a:gd name="connsiteX0" fmla="*/ 0 w 0"/>
              <a:gd name="connsiteY0" fmla="*/ 698500 h 698500"/>
              <a:gd name="connsiteX1" fmla="*/ 0 w 0"/>
              <a:gd name="connsiteY1" fmla="*/ 0 h 698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698500">
                <a:moveTo>
                  <a:pt x="0" y="698500"/>
                </a:move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67F09503-CDFC-03E4-D4F9-D675BBFD3AA3}"/>
              </a:ext>
            </a:extLst>
          </p:cNvPr>
          <p:cNvSpPr txBox="1"/>
          <p:nvPr/>
        </p:nvSpPr>
        <p:spPr>
          <a:xfrm>
            <a:off x="8363753" y="775220"/>
            <a:ext cx="9370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상점</a:t>
            </a:r>
          </a:p>
        </p:txBody>
      </p:sp>
    </p:spTree>
    <p:extLst>
      <p:ext uri="{BB962C8B-B14F-4D97-AF65-F5344CB8AC3E}">
        <p14:creationId xmlns:p14="http://schemas.microsoft.com/office/powerpoint/2010/main" val="2260531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7A5D388-3B52-EAF3-78F2-60BDB96678BE}"/>
              </a:ext>
            </a:extLst>
          </p:cNvPr>
          <p:cNvSpPr/>
          <p:nvPr/>
        </p:nvSpPr>
        <p:spPr>
          <a:xfrm>
            <a:off x="615853" y="1849897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5CCA5AB-12D0-93A1-8295-22F3D4501277}"/>
              </a:ext>
            </a:extLst>
          </p:cNvPr>
          <p:cNvSpPr/>
          <p:nvPr/>
        </p:nvSpPr>
        <p:spPr>
          <a:xfrm>
            <a:off x="1190128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BB69C8-9C6C-B107-A632-4D23526CF423}"/>
              </a:ext>
            </a:extLst>
          </p:cNvPr>
          <p:cNvSpPr/>
          <p:nvPr/>
        </p:nvSpPr>
        <p:spPr>
          <a:xfrm>
            <a:off x="761546" y="15353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C6F2BEB-A9CC-74FE-C485-FBCAA0D0DF57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2" descr="잎 - 무료 자연개 아이콘">
            <a:extLst>
              <a:ext uri="{FF2B5EF4-FFF2-40B4-BE49-F238E27FC236}">
                <a16:creationId xmlns:a16="http://schemas.microsoft.com/office/drawing/2014/main" id="{46331300-B2E1-024D-2990-7E9AA187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898" y="1567619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Material 디자인 스타일의 달팽이 아이콘">
            <a:extLst>
              <a:ext uri="{FF2B5EF4-FFF2-40B4-BE49-F238E27FC236}">
                <a16:creationId xmlns:a16="http://schemas.microsoft.com/office/drawing/2014/main" id="{0BDECDF1-D15B-105F-EB4C-C304F4E39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55" y="1542182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A4095A59-B065-7146-2480-CA7AA2D31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787" y="150495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A5FD5C7-7CC0-E1BB-E0A7-6B13140F82E4}"/>
              </a:ext>
            </a:extLst>
          </p:cNvPr>
          <p:cNvSpPr/>
          <p:nvPr/>
        </p:nvSpPr>
        <p:spPr>
          <a:xfrm>
            <a:off x="2816374" y="1842773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D63E722-8137-79CB-2180-BF9304FE8FA0}"/>
              </a:ext>
            </a:extLst>
          </p:cNvPr>
          <p:cNvSpPr/>
          <p:nvPr/>
        </p:nvSpPr>
        <p:spPr>
          <a:xfrm>
            <a:off x="4764088" y="1747523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295ED9F-9A90-65D4-7AE8-20E34BBBFF74}"/>
              </a:ext>
            </a:extLst>
          </p:cNvPr>
          <p:cNvSpPr/>
          <p:nvPr/>
        </p:nvSpPr>
        <p:spPr>
          <a:xfrm>
            <a:off x="3386059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F7A2CE2-6370-2F7E-9ED6-53D7149CE00A}"/>
              </a:ext>
            </a:extLst>
          </p:cNvPr>
          <p:cNvSpPr/>
          <p:nvPr/>
        </p:nvSpPr>
        <p:spPr>
          <a:xfrm>
            <a:off x="3216629" y="3386758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Picture 2" descr="잎 - 무료 자연개 아이콘">
            <a:extLst>
              <a:ext uri="{FF2B5EF4-FFF2-40B4-BE49-F238E27FC236}">
                <a16:creationId xmlns:a16="http://schemas.microsoft.com/office/drawing/2014/main" id="{3CE85888-89EC-C758-4FC4-E2855C3F6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792" y="3401328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곱하기 기호 15">
            <a:extLst>
              <a:ext uri="{FF2B5EF4-FFF2-40B4-BE49-F238E27FC236}">
                <a16:creationId xmlns:a16="http://schemas.microsoft.com/office/drawing/2014/main" id="{10966F6D-8510-4C37-8B6D-65D459203D05}"/>
              </a:ext>
            </a:extLst>
          </p:cNvPr>
          <p:cNvSpPr/>
          <p:nvPr/>
        </p:nvSpPr>
        <p:spPr>
          <a:xfrm>
            <a:off x="4746951" y="1730272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ECE7B3-0F2A-8983-214C-A5682F6694A5}"/>
              </a:ext>
            </a:extLst>
          </p:cNvPr>
          <p:cNvSpPr txBox="1"/>
          <p:nvPr/>
        </p:nvSpPr>
        <p:spPr>
          <a:xfrm>
            <a:off x="1109765" y="190223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58E8B57-95CA-C3AB-4E08-F77E5976856E}"/>
              </a:ext>
            </a:extLst>
          </p:cNvPr>
          <p:cNvSpPr/>
          <p:nvPr/>
        </p:nvSpPr>
        <p:spPr>
          <a:xfrm>
            <a:off x="3422786" y="2362492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CDE5A8F-D881-727F-1FDB-23F4C4FCD81E}"/>
              </a:ext>
            </a:extLst>
          </p:cNvPr>
          <p:cNvSpPr/>
          <p:nvPr/>
        </p:nvSpPr>
        <p:spPr>
          <a:xfrm>
            <a:off x="767661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3DC45F-3024-590D-7CAC-DF974D04945E}"/>
              </a:ext>
            </a:extLst>
          </p:cNvPr>
          <p:cNvSpPr/>
          <p:nvPr/>
        </p:nvSpPr>
        <p:spPr>
          <a:xfrm>
            <a:off x="1266400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5E1DC36-E243-788D-DEAA-4C20453B2F3F}"/>
              </a:ext>
            </a:extLst>
          </p:cNvPr>
          <p:cNvSpPr/>
          <p:nvPr/>
        </p:nvSpPr>
        <p:spPr>
          <a:xfrm>
            <a:off x="1763992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F9DE067-4BC8-BB8E-1DD3-1CB3717C0C27}"/>
              </a:ext>
            </a:extLst>
          </p:cNvPr>
          <p:cNvSpPr/>
          <p:nvPr/>
        </p:nvSpPr>
        <p:spPr>
          <a:xfrm>
            <a:off x="2261584" y="2283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D2E119A-AC54-0044-8EAB-069BCB6D2F6D}"/>
              </a:ext>
            </a:extLst>
          </p:cNvPr>
          <p:cNvSpPr/>
          <p:nvPr/>
        </p:nvSpPr>
        <p:spPr>
          <a:xfrm>
            <a:off x="767661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F4B8F7C-6D66-4E24-F091-EE482A3F309A}"/>
              </a:ext>
            </a:extLst>
          </p:cNvPr>
          <p:cNvSpPr/>
          <p:nvPr/>
        </p:nvSpPr>
        <p:spPr>
          <a:xfrm>
            <a:off x="1266400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319E14B-9CA6-5CDC-7634-F541D636617B}"/>
              </a:ext>
            </a:extLst>
          </p:cNvPr>
          <p:cNvSpPr/>
          <p:nvPr/>
        </p:nvSpPr>
        <p:spPr>
          <a:xfrm>
            <a:off x="1763992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C39BEE-1477-09DF-441E-15C37507CAE7}"/>
              </a:ext>
            </a:extLst>
          </p:cNvPr>
          <p:cNvSpPr/>
          <p:nvPr/>
        </p:nvSpPr>
        <p:spPr>
          <a:xfrm>
            <a:off x="2261584" y="2791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F79A55-9B40-E0BE-7D42-5724D4E4BEE9}"/>
              </a:ext>
            </a:extLst>
          </p:cNvPr>
          <p:cNvSpPr/>
          <p:nvPr/>
        </p:nvSpPr>
        <p:spPr>
          <a:xfrm>
            <a:off x="767661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89F509B-09A6-1675-470B-8DD4E43EBA22}"/>
              </a:ext>
            </a:extLst>
          </p:cNvPr>
          <p:cNvSpPr/>
          <p:nvPr/>
        </p:nvSpPr>
        <p:spPr>
          <a:xfrm>
            <a:off x="1266400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535E486-4911-9B23-B6D1-B9A15B5B2AEB}"/>
              </a:ext>
            </a:extLst>
          </p:cNvPr>
          <p:cNvSpPr/>
          <p:nvPr/>
        </p:nvSpPr>
        <p:spPr>
          <a:xfrm>
            <a:off x="1763992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AC617EB1-CF35-51D2-75A8-5546C4CEB837}"/>
              </a:ext>
            </a:extLst>
          </p:cNvPr>
          <p:cNvSpPr/>
          <p:nvPr/>
        </p:nvSpPr>
        <p:spPr>
          <a:xfrm>
            <a:off x="2261584" y="3299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6D9B7AC-9593-59BF-4D60-2B60E6839AE0}"/>
              </a:ext>
            </a:extLst>
          </p:cNvPr>
          <p:cNvSpPr/>
          <p:nvPr/>
        </p:nvSpPr>
        <p:spPr>
          <a:xfrm>
            <a:off x="767661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0874C513-1E5D-3FD6-4715-25787123766F}"/>
              </a:ext>
            </a:extLst>
          </p:cNvPr>
          <p:cNvSpPr/>
          <p:nvPr/>
        </p:nvSpPr>
        <p:spPr>
          <a:xfrm>
            <a:off x="1266400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0A0AA3D-68A0-D096-E89C-4C2275696AD8}"/>
              </a:ext>
            </a:extLst>
          </p:cNvPr>
          <p:cNvSpPr/>
          <p:nvPr/>
        </p:nvSpPr>
        <p:spPr>
          <a:xfrm>
            <a:off x="1763992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C2AF2C9-CDD4-60B2-EBB0-F8105A22F92B}"/>
              </a:ext>
            </a:extLst>
          </p:cNvPr>
          <p:cNvSpPr/>
          <p:nvPr/>
        </p:nvSpPr>
        <p:spPr>
          <a:xfrm>
            <a:off x="2261584" y="3807080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A11FA99-CBEF-64A5-539A-00E71687E192}"/>
              </a:ext>
            </a:extLst>
          </p:cNvPr>
          <p:cNvSpPr/>
          <p:nvPr/>
        </p:nvSpPr>
        <p:spPr>
          <a:xfrm>
            <a:off x="766496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E8D6D9C3-0B8A-E7D2-04B0-4510773FFADE}"/>
              </a:ext>
            </a:extLst>
          </p:cNvPr>
          <p:cNvSpPr/>
          <p:nvPr/>
        </p:nvSpPr>
        <p:spPr>
          <a:xfrm>
            <a:off x="1265235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EFC5BE7-7288-16E0-5F9C-5FA8BB7A4B76}"/>
              </a:ext>
            </a:extLst>
          </p:cNvPr>
          <p:cNvSpPr/>
          <p:nvPr/>
        </p:nvSpPr>
        <p:spPr>
          <a:xfrm>
            <a:off x="1762827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00B58D2-5307-115E-5A8A-1CC50DBE8E61}"/>
              </a:ext>
            </a:extLst>
          </p:cNvPr>
          <p:cNvSpPr/>
          <p:nvPr/>
        </p:nvSpPr>
        <p:spPr>
          <a:xfrm>
            <a:off x="2260419" y="4331619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E5CB0EC-A57F-FF31-43F7-DC0BDFBCCD15}"/>
              </a:ext>
            </a:extLst>
          </p:cNvPr>
          <p:cNvGrpSpPr/>
          <p:nvPr/>
        </p:nvGrpSpPr>
        <p:grpSpPr>
          <a:xfrm>
            <a:off x="3442240" y="1463105"/>
            <a:ext cx="1141042" cy="442051"/>
            <a:chOff x="6711477" y="1465221"/>
            <a:chExt cx="1416357" cy="548711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01030FF5-84A4-FE27-4827-C78812B41457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1" name="그림 40">
              <a:extLst>
                <a:ext uri="{FF2B5EF4-FFF2-40B4-BE49-F238E27FC236}">
                  <a16:creationId xmlns:a16="http://schemas.microsoft.com/office/drawing/2014/main" id="{9CEA5ADA-1470-2BE3-014C-B65240A97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5CE5C66-E2DE-B8C0-285F-66FC9FEE128D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0989DEAB-C974-11D6-2C6A-7803229C1FDC}"/>
              </a:ext>
            </a:extLst>
          </p:cNvPr>
          <p:cNvSpPr txBox="1"/>
          <p:nvPr/>
        </p:nvSpPr>
        <p:spPr>
          <a:xfrm>
            <a:off x="3294334" y="1895725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47AF74E-B5EE-1C13-96BD-7E20D2641BD1}"/>
              </a:ext>
            </a:extLst>
          </p:cNvPr>
          <p:cNvGrpSpPr/>
          <p:nvPr/>
        </p:nvGrpSpPr>
        <p:grpSpPr>
          <a:xfrm>
            <a:off x="3693256" y="2200649"/>
            <a:ext cx="1256151" cy="230832"/>
            <a:chOff x="3879753" y="2753249"/>
            <a:chExt cx="1256151" cy="23083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D4473C6-8EE0-D76F-6592-4B3AE0D02EA0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9B09449-A285-D6D5-F65F-FD66BC0CDDD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5C7B3F6-937C-5B98-F21F-4C3C021917BF}"/>
              </a:ext>
            </a:extLst>
          </p:cNvPr>
          <p:cNvSpPr/>
          <p:nvPr/>
        </p:nvSpPr>
        <p:spPr>
          <a:xfrm>
            <a:off x="4108857" y="3429167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F46C3AB-BCA4-A4BF-2217-2EBB81B46C4B}"/>
              </a:ext>
            </a:extLst>
          </p:cNvPr>
          <p:cNvSpPr/>
          <p:nvPr/>
        </p:nvSpPr>
        <p:spPr>
          <a:xfrm>
            <a:off x="3916317" y="3390365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9" name="Picture 8" descr="Black heart icon | Free SVG">
            <a:extLst>
              <a:ext uri="{FF2B5EF4-FFF2-40B4-BE49-F238E27FC236}">
                <a16:creationId xmlns:a16="http://schemas.microsoft.com/office/drawing/2014/main" id="{526CB863-8939-4659-3969-A12B1F7C0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385" y="3417645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EE2356E-85CE-3CD3-08EC-66577C51F9D9}"/>
              </a:ext>
            </a:extLst>
          </p:cNvPr>
          <p:cNvSpPr txBox="1"/>
          <p:nvPr/>
        </p:nvSpPr>
        <p:spPr>
          <a:xfrm>
            <a:off x="3629095" y="3383689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84366A5-9B8A-FE9F-F0AB-A41F02752F57}"/>
              </a:ext>
            </a:extLst>
          </p:cNvPr>
          <p:cNvSpPr/>
          <p:nvPr/>
        </p:nvSpPr>
        <p:spPr>
          <a:xfrm>
            <a:off x="3066667" y="3726927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15D8216-8AB2-EE5D-D5F1-502FA12170C9}"/>
              </a:ext>
            </a:extLst>
          </p:cNvPr>
          <p:cNvSpPr txBox="1"/>
          <p:nvPr/>
        </p:nvSpPr>
        <p:spPr>
          <a:xfrm>
            <a:off x="3066667" y="3789084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358E4B54-8147-C417-E7A0-68DF6070BCCD}"/>
              </a:ext>
            </a:extLst>
          </p:cNvPr>
          <p:cNvSpPr/>
          <p:nvPr/>
        </p:nvSpPr>
        <p:spPr>
          <a:xfrm>
            <a:off x="4485894" y="4256699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Picture 6" descr="Coin - Free business icons">
            <a:extLst>
              <a:ext uri="{FF2B5EF4-FFF2-40B4-BE49-F238E27FC236}">
                <a16:creationId xmlns:a16="http://schemas.microsoft.com/office/drawing/2014/main" id="{A276DE2A-3D67-387E-BF16-DA96CF1E5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0556" y="4275085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BCA636E-A702-65D6-FCE9-3B5AE5086D7A}"/>
              </a:ext>
            </a:extLst>
          </p:cNvPr>
          <p:cNvSpPr/>
          <p:nvPr/>
        </p:nvSpPr>
        <p:spPr>
          <a:xfrm>
            <a:off x="4111620" y="4261720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6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77A925A4-3DF2-6463-EDB2-E145BA4BD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606" y="4251782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6179F58-415A-5AF1-12B1-6E3306E98429}"/>
              </a:ext>
            </a:extLst>
          </p:cNvPr>
          <p:cNvSpPr/>
          <p:nvPr/>
        </p:nvSpPr>
        <p:spPr>
          <a:xfrm>
            <a:off x="3074642" y="4261779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CB068A-C241-8DE7-7C2C-8D51DCFCF384}"/>
              </a:ext>
            </a:extLst>
          </p:cNvPr>
          <p:cNvSpPr txBox="1"/>
          <p:nvPr/>
        </p:nvSpPr>
        <p:spPr>
          <a:xfrm>
            <a:off x="3228422" y="4290534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59" name="별: 꼭짓점 5개 58">
            <a:extLst>
              <a:ext uri="{FF2B5EF4-FFF2-40B4-BE49-F238E27FC236}">
                <a16:creationId xmlns:a16="http://schemas.microsoft.com/office/drawing/2014/main" id="{ABA29FAD-F57C-778E-FEFF-5F1AE2ADCE86}"/>
              </a:ext>
            </a:extLst>
          </p:cNvPr>
          <p:cNvSpPr/>
          <p:nvPr/>
        </p:nvSpPr>
        <p:spPr>
          <a:xfrm>
            <a:off x="2935592" y="1951839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6CD02-7F35-60E4-887E-E85C4C36F60B}"/>
              </a:ext>
            </a:extLst>
          </p:cNvPr>
          <p:cNvSpPr/>
          <p:nvPr/>
        </p:nvSpPr>
        <p:spPr>
          <a:xfrm>
            <a:off x="1635732" y="153874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1BD076E-FB32-31C8-5BEF-F456A0E32BAD}"/>
              </a:ext>
            </a:extLst>
          </p:cNvPr>
          <p:cNvSpPr/>
          <p:nvPr/>
        </p:nvSpPr>
        <p:spPr>
          <a:xfrm>
            <a:off x="2086434" y="153818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2BFCA569-72C2-1A20-7A89-BD618C4D5A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489" y="1504390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Eggs - Free food icons">
            <a:extLst>
              <a:ext uri="{FF2B5EF4-FFF2-40B4-BE49-F238E27FC236}">
                <a16:creationId xmlns:a16="http://schemas.microsoft.com/office/drawing/2014/main" id="{74B60EC6-1C81-E7BF-986A-F02397815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177" y="1569555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F6668E5-DE82-BC78-E540-1ABEB1354471}"/>
              </a:ext>
            </a:extLst>
          </p:cNvPr>
          <p:cNvSpPr/>
          <p:nvPr/>
        </p:nvSpPr>
        <p:spPr>
          <a:xfrm>
            <a:off x="2924416" y="1533194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Picture 2" descr="설정 - 무료 ui개 아이콘">
            <a:extLst>
              <a:ext uri="{FF2B5EF4-FFF2-40B4-BE49-F238E27FC236}">
                <a16:creationId xmlns:a16="http://schemas.microsoft.com/office/drawing/2014/main" id="{0B9B930B-6A05-EBA0-4790-57F27E41C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6581" y="1555209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5A03677F-FE81-1067-9B96-7DB736B27B6A}"/>
              </a:ext>
            </a:extLst>
          </p:cNvPr>
          <p:cNvSpPr txBox="1"/>
          <p:nvPr/>
        </p:nvSpPr>
        <p:spPr>
          <a:xfrm>
            <a:off x="280509" y="153899"/>
            <a:ext cx="167092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음식 카테고리</a:t>
            </a:r>
            <a:endParaRPr lang="en-US" altLang="ko-KR" sz="1200" dirty="0">
              <a:solidFill>
                <a:schemeClr val="bg1"/>
              </a:solidFill>
            </a:endParaRP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0F25EB3A-FB7A-48F5-7A77-31E1D638393F}"/>
              </a:ext>
            </a:extLst>
          </p:cNvPr>
          <p:cNvSpPr/>
          <p:nvPr/>
        </p:nvSpPr>
        <p:spPr>
          <a:xfrm>
            <a:off x="6815730" y="1781222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4529EFC-F706-546A-51A1-50EF2614475D}"/>
              </a:ext>
            </a:extLst>
          </p:cNvPr>
          <p:cNvSpPr/>
          <p:nvPr/>
        </p:nvSpPr>
        <p:spPr>
          <a:xfrm>
            <a:off x="7390005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97A76657-A0CE-9C55-7E18-99102A5E19B4}"/>
              </a:ext>
            </a:extLst>
          </p:cNvPr>
          <p:cNvSpPr/>
          <p:nvPr/>
        </p:nvSpPr>
        <p:spPr>
          <a:xfrm>
            <a:off x="6961423" y="1466637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CC2F6FDD-25AF-D4D1-0F0A-A7A6C2D97530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Picture 2" descr="잎 - 무료 자연개 아이콘">
            <a:extLst>
              <a:ext uri="{FF2B5EF4-FFF2-40B4-BE49-F238E27FC236}">
                <a16:creationId xmlns:a16="http://schemas.microsoft.com/office/drawing/2014/main" id="{BAC9EAFA-2801-6ECA-A461-4C752CB7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775" y="1498944"/>
            <a:ext cx="251234" cy="25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Material 디자인 스타일의 달팽이 아이콘">
            <a:extLst>
              <a:ext uri="{FF2B5EF4-FFF2-40B4-BE49-F238E27FC236}">
                <a16:creationId xmlns:a16="http://schemas.microsoft.com/office/drawing/2014/main" id="{B21FA93B-B388-C08A-E2EB-761A428E2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750" r="91250">
                        <a14:foregroundMark x1="90833" y1="41250" x2="90833" y2="41250"/>
                        <a14:foregroundMark x1="91250" y1="16167" x2="91250" y2="16167"/>
                        <a14:foregroundMark x1="8750" y1="46000" x2="8750" y2="4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232" y="1473507"/>
            <a:ext cx="297156" cy="29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6FBA847A-4885-22E6-0985-CFAC76D94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664" y="143627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C1BE779-4F80-DF31-0979-DFD512435844}"/>
              </a:ext>
            </a:extLst>
          </p:cNvPr>
          <p:cNvSpPr/>
          <p:nvPr/>
        </p:nvSpPr>
        <p:spPr>
          <a:xfrm>
            <a:off x="9016251" y="1774098"/>
            <a:ext cx="2200521" cy="2794000"/>
          </a:xfrm>
          <a:prstGeom prst="roundRect">
            <a:avLst>
              <a:gd name="adj" fmla="val 2239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F15BC9A-B4DC-C3FA-2357-9684704F9D7F}"/>
              </a:ext>
            </a:extLst>
          </p:cNvPr>
          <p:cNvSpPr/>
          <p:nvPr/>
        </p:nvSpPr>
        <p:spPr>
          <a:xfrm>
            <a:off x="10963965" y="1678848"/>
            <a:ext cx="323850" cy="3238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1E4C7F4F-8BC4-FF77-2D81-DCD9E339E919}"/>
              </a:ext>
            </a:extLst>
          </p:cNvPr>
          <p:cNvSpPr/>
          <p:nvPr/>
        </p:nvSpPr>
        <p:spPr>
          <a:xfrm>
            <a:off x="9585936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3BBD62B1-D09E-149F-B8AE-2A3CC5BE9240}"/>
              </a:ext>
            </a:extLst>
          </p:cNvPr>
          <p:cNvSpPr/>
          <p:nvPr/>
        </p:nvSpPr>
        <p:spPr>
          <a:xfrm>
            <a:off x="9416506" y="3318083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Picture 2" descr="잎 - 무료 자연개 아이콘">
            <a:extLst>
              <a:ext uri="{FF2B5EF4-FFF2-40B4-BE49-F238E27FC236}">
                <a16:creationId xmlns:a16="http://schemas.microsoft.com/office/drawing/2014/main" id="{C5402ED7-609A-32CA-8E03-409EF5CF0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669" y="3332653"/>
            <a:ext cx="197037" cy="19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" name="곱하기 기호 78">
            <a:extLst>
              <a:ext uri="{FF2B5EF4-FFF2-40B4-BE49-F238E27FC236}">
                <a16:creationId xmlns:a16="http://schemas.microsoft.com/office/drawing/2014/main" id="{5C5EB22A-E3D0-05FE-5D47-7FF86B37289D}"/>
              </a:ext>
            </a:extLst>
          </p:cNvPr>
          <p:cNvSpPr/>
          <p:nvPr/>
        </p:nvSpPr>
        <p:spPr>
          <a:xfrm>
            <a:off x="10946828" y="1661597"/>
            <a:ext cx="358775" cy="358775"/>
          </a:xfrm>
          <a:prstGeom prst="mathMultiply">
            <a:avLst>
              <a:gd name="adj1" fmla="val 169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5502C9-869D-D327-DCC4-B074ADFE3BB3}"/>
              </a:ext>
            </a:extLst>
          </p:cNvPr>
          <p:cNvSpPr txBox="1"/>
          <p:nvPr/>
        </p:nvSpPr>
        <p:spPr>
          <a:xfrm>
            <a:off x="7309642" y="183356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목록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11CACCBA-837C-5883-DE14-F11E4455D2F5}"/>
              </a:ext>
            </a:extLst>
          </p:cNvPr>
          <p:cNvSpPr/>
          <p:nvPr/>
        </p:nvSpPr>
        <p:spPr>
          <a:xfrm>
            <a:off x="9622663" y="2293817"/>
            <a:ext cx="987695" cy="897313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DEE17D73-A6E1-65BB-836A-775E3CCC368D}"/>
              </a:ext>
            </a:extLst>
          </p:cNvPr>
          <p:cNvSpPr/>
          <p:nvPr/>
        </p:nvSpPr>
        <p:spPr>
          <a:xfrm>
            <a:off x="6967538" y="2214405"/>
            <a:ext cx="400050" cy="400050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F3F817FE-08EA-1F49-3AE2-7B25232F59B4}"/>
              </a:ext>
            </a:extLst>
          </p:cNvPr>
          <p:cNvSpPr/>
          <p:nvPr/>
        </p:nvSpPr>
        <p:spPr>
          <a:xfrm>
            <a:off x="7466277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B3191E8-8ED3-F4E2-5C91-0CF4E28D7D38}"/>
              </a:ext>
            </a:extLst>
          </p:cNvPr>
          <p:cNvSpPr/>
          <p:nvPr/>
        </p:nvSpPr>
        <p:spPr>
          <a:xfrm>
            <a:off x="7963869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1E73465E-266D-7811-F26E-2F49BD02CAE0}"/>
              </a:ext>
            </a:extLst>
          </p:cNvPr>
          <p:cNvSpPr/>
          <p:nvPr/>
        </p:nvSpPr>
        <p:spPr>
          <a:xfrm>
            <a:off x="8461461" y="2214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80E37FC-0059-50A1-9047-C7DF9ABDA9ED}"/>
              </a:ext>
            </a:extLst>
          </p:cNvPr>
          <p:cNvSpPr/>
          <p:nvPr/>
        </p:nvSpPr>
        <p:spPr>
          <a:xfrm>
            <a:off x="6967538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A9EAB77-F06C-92FD-CA8F-09117C16260E}"/>
              </a:ext>
            </a:extLst>
          </p:cNvPr>
          <p:cNvSpPr/>
          <p:nvPr/>
        </p:nvSpPr>
        <p:spPr>
          <a:xfrm>
            <a:off x="7466277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C4925A3B-D67D-9F08-FAF5-F5B1B4DF1FB3}"/>
              </a:ext>
            </a:extLst>
          </p:cNvPr>
          <p:cNvSpPr/>
          <p:nvPr/>
        </p:nvSpPr>
        <p:spPr>
          <a:xfrm>
            <a:off x="7963869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848E6224-D8DA-80F2-3BA0-0400176E3634}"/>
              </a:ext>
            </a:extLst>
          </p:cNvPr>
          <p:cNvSpPr/>
          <p:nvPr/>
        </p:nvSpPr>
        <p:spPr>
          <a:xfrm>
            <a:off x="8461461" y="2722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5A9F7B19-1B65-CB75-5638-803738E75C99}"/>
              </a:ext>
            </a:extLst>
          </p:cNvPr>
          <p:cNvSpPr/>
          <p:nvPr/>
        </p:nvSpPr>
        <p:spPr>
          <a:xfrm>
            <a:off x="6967538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60193C7D-264B-1411-1365-7EED7C10299C}"/>
              </a:ext>
            </a:extLst>
          </p:cNvPr>
          <p:cNvSpPr/>
          <p:nvPr/>
        </p:nvSpPr>
        <p:spPr>
          <a:xfrm>
            <a:off x="7466277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176644AC-E7DF-8662-A840-BC59067D327A}"/>
              </a:ext>
            </a:extLst>
          </p:cNvPr>
          <p:cNvSpPr/>
          <p:nvPr/>
        </p:nvSpPr>
        <p:spPr>
          <a:xfrm>
            <a:off x="7963869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4C003D6-D9EA-893E-222B-7DC883383DA3}"/>
              </a:ext>
            </a:extLst>
          </p:cNvPr>
          <p:cNvSpPr/>
          <p:nvPr/>
        </p:nvSpPr>
        <p:spPr>
          <a:xfrm>
            <a:off x="8461461" y="3230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60058004-E197-305B-D3B0-FB5D581A84ED}"/>
              </a:ext>
            </a:extLst>
          </p:cNvPr>
          <p:cNvSpPr/>
          <p:nvPr/>
        </p:nvSpPr>
        <p:spPr>
          <a:xfrm>
            <a:off x="6967538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693E9E34-545E-1E48-965E-D5E1DB4A6303}"/>
              </a:ext>
            </a:extLst>
          </p:cNvPr>
          <p:cNvSpPr/>
          <p:nvPr/>
        </p:nvSpPr>
        <p:spPr>
          <a:xfrm>
            <a:off x="7466277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5C639673-7B84-9DFC-B3AB-7D418363087A}"/>
              </a:ext>
            </a:extLst>
          </p:cNvPr>
          <p:cNvSpPr/>
          <p:nvPr/>
        </p:nvSpPr>
        <p:spPr>
          <a:xfrm>
            <a:off x="7963869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F5F5F1E1-2CD5-FCDE-9684-8061FCBFBD42}"/>
              </a:ext>
            </a:extLst>
          </p:cNvPr>
          <p:cNvSpPr/>
          <p:nvPr/>
        </p:nvSpPr>
        <p:spPr>
          <a:xfrm>
            <a:off x="8461461" y="3738405"/>
            <a:ext cx="400050" cy="40005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461463C8-F42C-CC8D-F7BB-47877978E562}"/>
              </a:ext>
            </a:extLst>
          </p:cNvPr>
          <p:cNvSpPr/>
          <p:nvPr/>
        </p:nvSpPr>
        <p:spPr>
          <a:xfrm>
            <a:off x="6966373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34C62ED1-8E57-8A68-5D46-6AFFCE7754FC}"/>
              </a:ext>
            </a:extLst>
          </p:cNvPr>
          <p:cNvSpPr/>
          <p:nvPr/>
        </p:nvSpPr>
        <p:spPr>
          <a:xfrm>
            <a:off x="7465112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7DFC6CC-BA03-659D-3085-19DAC0479F8E}"/>
              </a:ext>
            </a:extLst>
          </p:cNvPr>
          <p:cNvSpPr/>
          <p:nvPr/>
        </p:nvSpPr>
        <p:spPr>
          <a:xfrm>
            <a:off x="7962704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CCE9CF9-F2A4-93C1-EB91-BC7DEF636327}"/>
              </a:ext>
            </a:extLst>
          </p:cNvPr>
          <p:cNvSpPr/>
          <p:nvPr/>
        </p:nvSpPr>
        <p:spPr>
          <a:xfrm>
            <a:off x="8460296" y="4262944"/>
            <a:ext cx="400050" cy="17541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D9F50FD-A307-1805-4C3B-E4EBDA9864D5}"/>
              </a:ext>
            </a:extLst>
          </p:cNvPr>
          <p:cNvGrpSpPr/>
          <p:nvPr/>
        </p:nvGrpSpPr>
        <p:grpSpPr>
          <a:xfrm>
            <a:off x="9642117" y="1394430"/>
            <a:ext cx="1141042" cy="442051"/>
            <a:chOff x="6711477" y="1465221"/>
            <a:chExt cx="1416357" cy="548711"/>
          </a:xfrm>
        </p:grpSpPr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377A752B-D3B7-8164-AF7B-BF4578FD0FCF}"/>
                </a:ext>
              </a:extLst>
            </p:cNvPr>
            <p:cNvSpPr/>
            <p:nvPr/>
          </p:nvSpPr>
          <p:spPr>
            <a:xfrm>
              <a:off x="6839352" y="1586038"/>
              <a:ext cx="955998" cy="27451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59E8365C-8B50-B554-A51F-0C7A6C800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1477" y="1465221"/>
              <a:ext cx="548711" cy="548711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56BE2-B622-23D8-4BE2-8202BFE533F1}"/>
                </a:ext>
              </a:extLst>
            </p:cNvPr>
            <p:cNvSpPr txBox="1"/>
            <p:nvPr/>
          </p:nvSpPr>
          <p:spPr>
            <a:xfrm>
              <a:off x="6883235" y="1560569"/>
              <a:ext cx="1244599" cy="3151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50" b="1"/>
                <a:t>5,000</a:t>
              </a:r>
              <a:endParaRPr lang="ko-KR" altLang="en-US" sz="1050" b="1"/>
            </a:p>
          </p:txBody>
        </p: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3A637D31-0986-297B-89B8-3108B58C9242}"/>
              </a:ext>
            </a:extLst>
          </p:cNvPr>
          <p:cNvSpPr txBox="1"/>
          <p:nvPr/>
        </p:nvSpPr>
        <p:spPr>
          <a:xfrm>
            <a:off x="9494211" y="1827050"/>
            <a:ext cx="1244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/>
              <a:t>음식 이름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D8EDCB25-A518-FA2C-455C-40570F9A80AF}"/>
              </a:ext>
            </a:extLst>
          </p:cNvPr>
          <p:cNvGrpSpPr/>
          <p:nvPr/>
        </p:nvGrpSpPr>
        <p:grpSpPr>
          <a:xfrm>
            <a:off x="9893133" y="2131974"/>
            <a:ext cx="1256151" cy="230832"/>
            <a:chOff x="3879753" y="2753249"/>
            <a:chExt cx="1256151" cy="230832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2059420-9788-0FF5-50A2-EC86A7E76103}"/>
                </a:ext>
              </a:extLst>
            </p:cNvPr>
            <p:cNvSpPr/>
            <p:nvPr/>
          </p:nvSpPr>
          <p:spPr>
            <a:xfrm>
              <a:off x="3879753" y="2779858"/>
              <a:ext cx="448264" cy="158667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F361D32-190D-880F-AD1A-C71106A6D2C8}"/>
                </a:ext>
              </a:extLst>
            </p:cNvPr>
            <p:cNvSpPr txBox="1"/>
            <p:nvPr/>
          </p:nvSpPr>
          <p:spPr>
            <a:xfrm>
              <a:off x="3891304" y="2753249"/>
              <a:ext cx="1244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b="1">
                  <a:solidFill>
                    <a:schemeClr val="bg1"/>
                  </a:solidFill>
                </a:rPr>
                <a:t>에픽</a:t>
              </a:r>
            </a:p>
          </p:txBody>
        </p: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EC9B5B09-46D0-516F-E73E-752A7FE6A9F8}"/>
              </a:ext>
            </a:extLst>
          </p:cNvPr>
          <p:cNvSpPr/>
          <p:nvPr/>
        </p:nvSpPr>
        <p:spPr>
          <a:xfrm>
            <a:off x="10308734" y="3360492"/>
            <a:ext cx="486318" cy="152129"/>
          </a:xfrm>
          <a:prstGeom prst="roundRect">
            <a:avLst>
              <a:gd name="adj" fmla="val 50000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D87F1893-07FA-FB76-30D3-6C873C2CF813}"/>
              </a:ext>
            </a:extLst>
          </p:cNvPr>
          <p:cNvSpPr/>
          <p:nvPr/>
        </p:nvSpPr>
        <p:spPr>
          <a:xfrm>
            <a:off x="10116194" y="3321690"/>
            <a:ext cx="239965" cy="232964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2" name="Picture 8" descr="Black heart icon | Free SVG">
            <a:extLst>
              <a:ext uri="{FF2B5EF4-FFF2-40B4-BE49-F238E27FC236}">
                <a16:creationId xmlns:a16="http://schemas.microsoft.com/office/drawing/2014/main" id="{85839B95-4937-1B7E-D807-4AC88F0E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1262" y="3348970"/>
            <a:ext cx="180492" cy="180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BF16E629-7CAB-1CF7-0177-B40A38E87EF7}"/>
              </a:ext>
            </a:extLst>
          </p:cNvPr>
          <p:cNvSpPr txBox="1"/>
          <p:nvPr/>
        </p:nvSpPr>
        <p:spPr>
          <a:xfrm>
            <a:off x="9828972" y="3315014"/>
            <a:ext cx="12446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5</a:t>
            </a:r>
            <a:endParaRPr lang="ko-KR" altLang="en-US" sz="900" b="1"/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79AA8F7B-73BB-57A0-CABB-C76A5AD156C7}"/>
              </a:ext>
            </a:extLst>
          </p:cNvPr>
          <p:cNvSpPr/>
          <p:nvPr/>
        </p:nvSpPr>
        <p:spPr>
          <a:xfrm>
            <a:off x="9266544" y="3658252"/>
            <a:ext cx="1740332" cy="451716"/>
          </a:xfrm>
          <a:prstGeom prst="roundRect">
            <a:avLst>
              <a:gd name="adj" fmla="val 840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8D26CE5-96C5-FB70-D210-4D0DA6522252}"/>
              </a:ext>
            </a:extLst>
          </p:cNvPr>
          <p:cNvSpPr txBox="1"/>
          <p:nvPr/>
        </p:nvSpPr>
        <p:spPr>
          <a:xfrm>
            <a:off x="9266544" y="3720409"/>
            <a:ext cx="1829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b="1"/>
              <a:t>어쩌구 저쩌구 음식에 대한 설명</a:t>
            </a:r>
            <a:endParaRPr lang="en-US" altLang="ko-KR" sz="800" b="1"/>
          </a:p>
          <a:p>
            <a:r>
              <a:rPr lang="ko-KR" altLang="en-US" sz="800" b="1"/>
              <a:t>어쩌구 저쩌구 음식에 대한 설명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8CFCDBF9-B27B-F014-F912-C6F08505A4BF}"/>
              </a:ext>
            </a:extLst>
          </p:cNvPr>
          <p:cNvSpPr/>
          <p:nvPr/>
        </p:nvSpPr>
        <p:spPr>
          <a:xfrm>
            <a:off x="10685771" y="4188024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7" name="Picture 6" descr="Coin - Free business icons">
            <a:extLst>
              <a:ext uri="{FF2B5EF4-FFF2-40B4-BE49-F238E27FC236}">
                <a16:creationId xmlns:a16="http://schemas.microsoft.com/office/drawing/2014/main" id="{18C2A320-753A-F40D-36FD-9E8029CE0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0433" y="4206410"/>
            <a:ext cx="237879" cy="237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78077C7-D6F8-1231-FD5B-5DB789F089E0}"/>
              </a:ext>
            </a:extLst>
          </p:cNvPr>
          <p:cNvSpPr/>
          <p:nvPr/>
        </p:nvSpPr>
        <p:spPr>
          <a:xfrm>
            <a:off x="10311497" y="4193045"/>
            <a:ext cx="310992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9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C26825DA-9AD3-2C10-57D0-C146BDFA2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3483" y="4183107"/>
            <a:ext cx="295590" cy="295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5320EB28-8B93-19DE-7580-AC2FBF849294}"/>
              </a:ext>
            </a:extLst>
          </p:cNvPr>
          <p:cNvSpPr/>
          <p:nvPr/>
        </p:nvSpPr>
        <p:spPr>
          <a:xfrm>
            <a:off x="9274519" y="4193104"/>
            <a:ext cx="797735" cy="27655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E584AD-739F-F0EA-35A4-F2CE49F24633}"/>
              </a:ext>
            </a:extLst>
          </p:cNvPr>
          <p:cNvSpPr txBox="1"/>
          <p:nvPr/>
        </p:nvSpPr>
        <p:spPr>
          <a:xfrm>
            <a:off x="9428299" y="4221859"/>
            <a:ext cx="7826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b="1"/>
              <a:t>먹이기</a:t>
            </a:r>
          </a:p>
        </p:txBody>
      </p:sp>
      <p:sp>
        <p:nvSpPr>
          <p:cNvPr id="122" name="별: 꼭짓점 5개 121">
            <a:extLst>
              <a:ext uri="{FF2B5EF4-FFF2-40B4-BE49-F238E27FC236}">
                <a16:creationId xmlns:a16="http://schemas.microsoft.com/office/drawing/2014/main" id="{13B1F400-D946-49E8-1015-2E081294F6E3}"/>
              </a:ext>
            </a:extLst>
          </p:cNvPr>
          <p:cNvSpPr/>
          <p:nvPr/>
        </p:nvSpPr>
        <p:spPr>
          <a:xfrm>
            <a:off x="9135469" y="1883164"/>
            <a:ext cx="193297" cy="193297"/>
          </a:xfrm>
          <a:prstGeom prst="star5">
            <a:avLst>
              <a:gd name="adj" fmla="val 22733"/>
              <a:gd name="hf" fmla="val 105146"/>
              <a:gd name="vf" fmla="val 11055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4EF6BFA-C362-4E4E-7D19-A8599A795D42}"/>
              </a:ext>
            </a:extLst>
          </p:cNvPr>
          <p:cNvSpPr/>
          <p:nvPr/>
        </p:nvSpPr>
        <p:spPr>
          <a:xfrm>
            <a:off x="7835609" y="147007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5E12A513-63F0-4974-B5D8-BCC067F14B85}"/>
              </a:ext>
            </a:extLst>
          </p:cNvPr>
          <p:cNvSpPr/>
          <p:nvPr/>
        </p:nvSpPr>
        <p:spPr>
          <a:xfrm>
            <a:off x="8286311" y="1469512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5" name="Picture 4" descr="상점 아이콘 구매 기호입니다 장바구니 아이콘재고에 대 한 가방에 대한 스톡 벡터 아트 및 기타 이미지 - 가방, 고객, 구매 -  iStock">
            <a:extLst>
              <a:ext uri="{FF2B5EF4-FFF2-40B4-BE49-F238E27FC236}">
                <a16:creationId xmlns:a16="http://schemas.microsoft.com/office/drawing/2014/main" id="{FB30B508-39B4-27AC-9B54-1FF5910CB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6154" y1="42067" x2="53846" y2="41106"/>
                        <a14:foregroundMark x1="63462" y1="32452" x2="63462" y2="32452"/>
                        <a14:foregroundMark x1="41587" y1="29087" x2="40144" y2="2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366" y="1435715"/>
            <a:ext cx="385763" cy="38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6" name="Picture 8" descr="Eggs - Free food icons">
            <a:extLst>
              <a:ext uri="{FF2B5EF4-FFF2-40B4-BE49-F238E27FC236}">
                <a16:creationId xmlns:a16="http://schemas.microsoft.com/office/drawing/2014/main" id="{7C873E2C-3AD1-1CA1-AF8F-2D6ED48A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4054" y="1500880"/>
            <a:ext cx="241884" cy="241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BC4DE6A8-284C-31CC-136A-63EFC17D638C}"/>
              </a:ext>
            </a:extLst>
          </p:cNvPr>
          <p:cNvSpPr/>
          <p:nvPr/>
        </p:nvSpPr>
        <p:spPr>
          <a:xfrm>
            <a:off x="9124293" y="1464519"/>
            <a:ext cx="358775" cy="311150"/>
          </a:xfrm>
          <a:prstGeom prst="roundRect">
            <a:avLst>
              <a:gd name="adj" fmla="val 2239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8" name="Picture 2" descr="설정 - 무료 ui개 아이콘">
            <a:extLst>
              <a:ext uri="{FF2B5EF4-FFF2-40B4-BE49-F238E27FC236}">
                <a16:creationId xmlns:a16="http://schemas.microsoft.com/office/drawing/2014/main" id="{0293E923-A01C-72CB-6FB9-81849130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6458" y="1486534"/>
            <a:ext cx="265099" cy="265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EB2F2A4C-0EF7-02E2-1C4F-FDE9AFFA1D1F}"/>
              </a:ext>
            </a:extLst>
          </p:cNvPr>
          <p:cNvSpPr/>
          <p:nvPr/>
        </p:nvSpPr>
        <p:spPr>
          <a:xfrm>
            <a:off x="6838950" y="809625"/>
            <a:ext cx="1162050" cy="1333500"/>
          </a:xfrm>
          <a:custGeom>
            <a:avLst/>
            <a:gdLst>
              <a:gd name="connsiteX0" fmla="*/ 1162050 w 1162050"/>
              <a:gd name="connsiteY0" fmla="*/ 1333500 h 1333500"/>
              <a:gd name="connsiteX1" fmla="*/ 914400 w 1162050"/>
              <a:gd name="connsiteY1" fmla="*/ 0 h 1333500"/>
              <a:gd name="connsiteX2" fmla="*/ 0 w 1162050"/>
              <a:gd name="connsiteY2" fmla="*/ 0 h 133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2050" h="1333500">
                <a:moveTo>
                  <a:pt x="1162050" y="1333500"/>
                </a:moveTo>
                <a:lnTo>
                  <a:pt x="914400" y="0"/>
                </a:lnTo>
                <a:lnTo>
                  <a:pt x="0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4AF000A-8272-DDA9-1D2B-A47FBFA06009}"/>
              </a:ext>
            </a:extLst>
          </p:cNvPr>
          <p:cNvSpPr txBox="1"/>
          <p:nvPr/>
        </p:nvSpPr>
        <p:spPr>
          <a:xfrm>
            <a:off x="5823892" y="697508"/>
            <a:ext cx="12159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보유중인 음식</a:t>
            </a:r>
          </a:p>
        </p:txBody>
      </p:sp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F6B5AC86-45CD-846A-B9B0-D164DA9D08DF}"/>
              </a:ext>
            </a:extLst>
          </p:cNvPr>
          <p:cNvSpPr/>
          <p:nvPr/>
        </p:nvSpPr>
        <p:spPr>
          <a:xfrm>
            <a:off x="9734550" y="781050"/>
            <a:ext cx="600075" cy="1371600"/>
          </a:xfrm>
          <a:custGeom>
            <a:avLst/>
            <a:gdLst>
              <a:gd name="connsiteX0" fmla="*/ 0 w 600075"/>
              <a:gd name="connsiteY0" fmla="*/ 1371600 h 1371600"/>
              <a:gd name="connsiteX1" fmla="*/ 0 w 600075"/>
              <a:gd name="connsiteY1" fmla="*/ 0 h 1371600"/>
              <a:gd name="connsiteX2" fmla="*/ 600075 w 600075"/>
              <a:gd name="connsiteY2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00075" h="1371600">
                <a:moveTo>
                  <a:pt x="0" y="1371600"/>
                </a:moveTo>
                <a:lnTo>
                  <a:pt x="0" y="0"/>
                </a:lnTo>
                <a:lnTo>
                  <a:pt x="600075" y="0"/>
                </a:lnTo>
              </a:path>
            </a:pathLst>
          </a:cu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tx1"/>
                </a:solidFill>
                <a:prstDash val="dash"/>
              </a:ln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8A0965-444B-3790-48B6-7EFD135EA5E1}"/>
              </a:ext>
            </a:extLst>
          </p:cNvPr>
          <p:cNvSpPr txBox="1"/>
          <p:nvPr/>
        </p:nvSpPr>
        <p:spPr>
          <a:xfrm>
            <a:off x="10338845" y="614594"/>
            <a:ext cx="121596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b="1" dirty="0"/>
              <a:t>선택중인 음식에 대한 정보</a:t>
            </a:r>
          </a:p>
        </p:txBody>
      </p:sp>
    </p:spTree>
    <p:extLst>
      <p:ext uri="{BB962C8B-B14F-4D97-AF65-F5344CB8AC3E}">
        <p14:creationId xmlns:p14="http://schemas.microsoft.com/office/powerpoint/2010/main" val="649245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197</Words>
  <Application>Microsoft Office PowerPoint</Application>
  <PresentationFormat>와이드스크린</PresentationFormat>
  <Paragraphs>101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재현 서</cp:lastModifiedBy>
  <cp:revision>3</cp:revision>
  <dcterms:created xsi:type="dcterms:W3CDTF">2026-08-10T09:56:11Z</dcterms:created>
  <dcterms:modified xsi:type="dcterms:W3CDTF">2026-08-10T12:43:06Z</dcterms:modified>
</cp:coreProperties>
</file>