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64" r:id="rId3"/>
    <p:sldId id="265" r:id="rId4"/>
    <p:sldId id="256" r:id="rId5"/>
    <p:sldId id="258" r:id="rId6"/>
    <p:sldId id="259" r:id="rId7"/>
    <p:sldId id="260" r:id="rId8"/>
    <p:sldId id="261" r:id="rId9"/>
    <p:sldId id="263" r:id="rId10"/>
    <p:sldId id="266" r:id="rId11"/>
    <p:sldId id="267" r:id="rId12"/>
    <p:sldId id="268" r:id="rId13"/>
    <p:sldId id="269" r:id="rId14"/>
    <p:sldId id="270" r:id="rId15"/>
    <p:sldId id="262" r:id="rId1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06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39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8134215-953F-4F82-A409-A0F77615C01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1F2EEC6B-EFAF-424C-9660-1ECC838BDF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A87C4B3-9EFB-476C-9F24-5CCABD5E6E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12C1A-6004-44D9-86CA-686F02092DF3}" type="datetimeFigureOut">
              <a:rPr lang="ko-KR" altLang="en-US" smtClean="0"/>
              <a:t>2026-08-13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D6EDFAC-AF5C-4EFD-B539-F508BE8639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AC740D0-569C-4457-A514-967715C684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B53A94-DF0F-4FDF-A52E-B9ACF38CF08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98478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E15C82-6C24-4D22-9BE6-00B0D934C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46AC0B0-0952-4198-AA26-34E226C713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141D9A-FC34-46FE-9E03-EA3BDF37C1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12C1A-6004-44D9-86CA-686F02092DF3}" type="datetimeFigureOut">
              <a:rPr lang="ko-KR" altLang="en-US" smtClean="0"/>
              <a:t>2026-08-13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9FD6AC5-6B54-468C-BAB6-FA81AD8CD5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E657B2F-4DDD-49BB-8B39-59F9D63DA9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B53A94-DF0F-4FDF-A52E-B9ACF38CF08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349726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8E17C7-5BD1-41E0-B898-D58B4AAE0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48B24C2-7785-499E-A51C-75F27A302E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1280460-D0A8-4BFB-BDC2-00CF1C5982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12C1A-6004-44D9-86CA-686F02092DF3}" type="datetimeFigureOut">
              <a:rPr lang="ko-KR" altLang="en-US" smtClean="0"/>
              <a:t>2026-08-13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C58E997-BC8E-4733-A5D4-2CF0D8A54F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2A627E5-7BC1-41F2-9A36-236AD738F9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B53A94-DF0F-4FDF-A52E-B9ACF38CF08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42573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4FF6F3-3512-4DFC-B7A2-4E87A167F1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5BC2E2F-AE49-4992-827E-34E15B43965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B45F068-699E-463D-B03D-6B9D01253B0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A42554D-5885-4055-AD7D-C13C319C75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12C1A-6004-44D9-86CA-686F02092DF3}" type="datetimeFigureOut">
              <a:rPr lang="ko-KR" altLang="en-US" smtClean="0"/>
              <a:t>2026-08-13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8AF6018-9A8B-40D6-A9BC-BCC7A48FA7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9F0D4F0-02B3-44B5-9E8D-5F5FC81BA2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B53A94-DF0F-4FDF-A52E-B9ACF38CF08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85393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95E3CB9-606A-48A1-99C3-13ABA10F11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0793187-B58E-458F-9D6A-610C378AD7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603E2A21-A1AD-47E1-89E3-5F55F7E46FA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3253F6FE-C368-4DED-BA59-CFD9E7FB3E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B1653398-E817-416B-A4C6-E3426537D6B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9A63FCAB-7F33-4A26-AB5A-B42B9809E7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12C1A-6004-44D9-86CA-686F02092DF3}" type="datetimeFigureOut">
              <a:rPr lang="ko-KR" altLang="en-US" smtClean="0"/>
              <a:t>2026-08-13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8F37B51D-72D3-402F-8418-61D73FB0FC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BF4B95BF-0EF4-4584-B978-BDC0F9BA72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B53A94-DF0F-4FDF-A52E-B9ACF38CF08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794395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D8DDFB0-D8F3-4B99-961A-070C38DC0F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3168126-AD75-4203-8D69-02585EDBCD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12C1A-6004-44D9-86CA-686F02092DF3}" type="datetimeFigureOut">
              <a:rPr lang="ko-KR" altLang="en-US" smtClean="0"/>
              <a:t>2026-08-13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18680F4-DF49-49E5-9E10-5D5AB0548B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9DFFD5C-4AD1-4284-8845-CBEB779459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B53A94-DF0F-4FDF-A52E-B9ACF38CF08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878335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5A8ECE70-FA76-4D29-B70D-015CEB2FA6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12C1A-6004-44D9-86CA-686F02092DF3}" type="datetimeFigureOut">
              <a:rPr lang="ko-KR" altLang="en-US" smtClean="0"/>
              <a:t>2026-08-13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A28316CE-D755-4002-A75E-747D5B1CF1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F8716A4-8756-4844-9F1F-FE9D2917DC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B53A94-DF0F-4FDF-A52E-B9ACF38CF08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59752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4E989BD-EB81-4425-8638-6D2082EA6B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D59978A-2050-4476-95D1-8A9C773C2A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8F30C29-891E-45DE-B4D5-AB8EC96A351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E4A08B-2FA8-434D-B404-FEF031BE3C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12C1A-6004-44D9-86CA-686F02092DF3}" type="datetimeFigureOut">
              <a:rPr lang="ko-KR" altLang="en-US" smtClean="0"/>
              <a:t>2026-08-13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764C967-302F-477A-9F63-7AEE2792A9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976AFD0-7162-47C9-B2D3-9341391F2D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B53A94-DF0F-4FDF-A52E-B9ACF38CF08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569767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AE86BB1-1FDB-4B0E-9658-F015717F38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AA993200-9B5A-4F73-AED3-3DF86BF4B92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9F3353B-8AB5-43AE-90C3-49C0BC8493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02990A0-3924-4718-9865-BFE9CD5EDB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12C1A-6004-44D9-86CA-686F02092DF3}" type="datetimeFigureOut">
              <a:rPr lang="ko-KR" altLang="en-US" smtClean="0"/>
              <a:t>2026-08-13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1ECBF14-6CEB-4A52-90D6-E094F7D9BB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64E495E-3334-44A4-B7A8-A652A87FE1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B53A94-DF0F-4FDF-A52E-B9ACF38CF08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74771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F163B10-639A-4FAE-8C6D-1F2E112B52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F8B643E-26E2-49F2-A356-9036510287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FC43C12-27CF-4810-97CF-BC37839D91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12C1A-6004-44D9-86CA-686F02092DF3}" type="datetimeFigureOut">
              <a:rPr lang="ko-KR" altLang="en-US" smtClean="0"/>
              <a:t>2026-08-13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3D35C1C-7C5D-4DCB-8E77-2F7BC09AC4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E5A57D4-2898-49A3-A0B5-3E36BF90E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B53A94-DF0F-4FDF-A52E-B9ACF38CF08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928345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477C77DC-5675-4A09-B22A-80570BB0A0D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46D3CB9-4224-4BFD-9995-0174F808DC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209794A-9A4C-42E4-AF83-54CF9E06A3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12C1A-6004-44D9-86CA-686F02092DF3}" type="datetimeFigureOut">
              <a:rPr lang="ko-KR" altLang="en-US" smtClean="0"/>
              <a:t>2026-08-13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A16120D-FC38-486D-A37B-4FFA2BDF4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FF2B509-EBA7-4E4A-804B-A128477930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B53A94-DF0F-4FDF-A52E-B9ACF38CF08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06521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8E681478-8F2B-444C-9654-4D8677D4F1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9124786-C1D6-4B3E-83C1-CB278245E1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D90BC03-1F46-4E19-BFF6-EC9994700C6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D712C1A-6004-44D9-86CA-686F02092DF3}" type="datetimeFigureOut">
              <a:rPr lang="ko-KR" altLang="en-US" smtClean="0"/>
              <a:t>2026-08-13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309DABB-D210-4C75-B8ED-7FE960C0C0B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9906EA7-CAE4-4381-B665-7759CF3819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B53A94-DF0F-4FDF-A52E-B9ACF38CF08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23275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3" Type="http://schemas.openxmlformats.org/officeDocument/2006/relationships/image" Target="../media/image2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17" Type="http://schemas.openxmlformats.org/officeDocument/2006/relationships/image" Target="../media/image14.png"/><Relationship Id="rId2" Type="http://schemas.openxmlformats.org/officeDocument/2006/relationships/image" Target="../media/image1.png"/><Relationship Id="rId16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microsoft.com/office/2007/relationships/hdphoto" Target="../media/hdphoto1.wdp"/><Relationship Id="rId15" Type="http://schemas.microsoft.com/office/2007/relationships/hdphoto" Target="../media/hdphoto2.wdp"/><Relationship Id="rId10" Type="http://schemas.openxmlformats.org/officeDocument/2006/relationships/image" Target="../media/image8.png"/><Relationship Id="rId4" Type="http://schemas.openxmlformats.org/officeDocument/2006/relationships/image" Target="../media/image3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_rels/slide2.xml.rels><?xml version="1.0" encoding="UTF-8" standalone="yes"?>
<Relationships xmlns="http://schemas.openxmlformats.org/package/2006/relationships"><Relationship Id="rId8" Type="http://schemas.microsoft.com/office/2007/relationships/hdphoto" Target="../media/hdphoto2.wdp"/><Relationship Id="rId3" Type="http://schemas.openxmlformats.org/officeDocument/2006/relationships/image" Target="../media/image3.png"/><Relationship Id="rId7" Type="http://schemas.openxmlformats.org/officeDocument/2006/relationships/image" Target="../media/image12.png"/><Relationship Id="rId12" Type="http://schemas.microsoft.com/office/2007/relationships/hdphoto" Target="../media/hdphoto3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11" Type="http://schemas.openxmlformats.org/officeDocument/2006/relationships/image" Target="../media/image15.png"/><Relationship Id="rId5" Type="http://schemas.openxmlformats.org/officeDocument/2006/relationships/image" Target="../media/image4.png"/><Relationship Id="rId10" Type="http://schemas.openxmlformats.org/officeDocument/2006/relationships/image" Target="../media/image14.png"/><Relationship Id="rId4" Type="http://schemas.microsoft.com/office/2007/relationships/hdphoto" Target="../media/hdphoto1.wdp"/><Relationship Id="rId9" Type="http://schemas.openxmlformats.org/officeDocument/2006/relationships/image" Target="../media/image13.png"/></Relationships>
</file>

<file path=ppt/slides/_rels/slide3.xml.rels><?xml version="1.0" encoding="UTF-8" standalone="yes"?>
<Relationships xmlns="http://schemas.openxmlformats.org/package/2006/relationships"><Relationship Id="rId8" Type="http://schemas.microsoft.com/office/2007/relationships/hdphoto" Target="../media/hdphoto2.wdp"/><Relationship Id="rId3" Type="http://schemas.openxmlformats.org/officeDocument/2006/relationships/image" Target="../media/image3.png"/><Relationship Id="rId7" Type="http://schemas.openxmlformats.org/officeDocument/2006/relationships/image" Target="../media/image12.png"/><Relationship Id="rId12" Type="http://schemas.microsoft.com/office/2007/relationships/hdphoto" Target="../media/hdphoto3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11" Type="http://schemas.openxmlformats.org/officeDocument/2006/relationships/image" Target="../media/image15.png"/><Relationship Id="rId5" Type="http://schemas.openxmlformats.org/officeDocument/2006/relationships/image" Target="../media/image4.png"/><Relationship Id="rId10" Type="http://schemas.openxmlformats.org/officeDocument/2006/relationships/image" Target="../media/image14.png"/><Relationship Id="rId4" Type="http://schemas.microsoft.com/office/2007/relationships/hdphoto" Target="../media/hdphoto1.wdp"/><Relationship Id="rId9" Type="http://schemas.openxmlformats.org/officeDocument/2006/relationships/image" Target="../media/image1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5.png"/><Relationship Id="rId7" Type="http://schemas.openxmlformats.org/officeDocument/2006/relationships/image" Target="../media/image8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7.png"/><Relationship Id="rId10" Type="http://schemas.openxmlformats.org/officeDocument/2006/relationships/image" Target="../media/image14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3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2.png"/><Relationship Id="rId16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3.png"/><Relationship Id="rId10" Type="http://schemas.openxmlformats.org/officeDocument/2006/relationships/image" Target="../media/image9.png"/><Relationship Id="rId4" Type="http://schemas.microsoft.com/office/2007/relationships/hdphoto" Target="../media/hdphoto1.wdp"/><Relationship Id="rId9" Type="http://schemas.openxmlformats.org/officeDocument/2006/relationships/image" Target="../media/image8.png"/><Relationship Id="rId14" Type="http://schemas.microsoft.com/office/2007/relationships/hdphoto" Target="../media/hdphoto2.wdp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3.png"/><Relationship Id="rId7" Type="http://schemas.openxmlformats.org/officeDocument/2006/relationships/image" Target="../media/image1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microsoft.com/office/2007/relationships/hdphoto" Target="../media/hdphoto2.wdp"/><Relationship Id="rId11" Type="http://schemas.openxmlformats.org/officeDocument/2006/relationships/image" Target="../media/image14.png"/><Relationship Id="rId5" Type="http://schemas.openxmlformats.org/officeDocument/2006/relationships/image" Target="../media/image12.png"/><Relationship Id="rId10" Type="http://schemas.openxmlformats.org/officeDocument/2006/relationships/image" Target="../media/image13.png"/><Relationship Id="rId4" Type="http://schemas.microsoft.com/office/2007/relationships/hdphoto" Target="../media/hdphoto1.wdp"/><Relationship Id="rId9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3.png"/><Relationship Id="rId7" Type="http://schemas.openxmlformats.org/officeDocument/2006/relationships/image" Target="../media/image1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microsoft.com/office/2007/relationships/hdphoto" Target="../media/hdphoto2.wdp"/><Relationship Id="rId5" Type="http://schemas.openxmlformats.org/officeDocument/2006/relationships/image" Target="../media/image12.png"/><Relationship Id="rId4" Type="http://schemas.microsoft.com/office/2007/relationships/hdphoto" Target="../media/hdphoto1.wdp"/><Relationship Id="rId9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3.png"/><Relationship Id="rId7" Type="http://schemas.openxmlformats.org/officeDocument/2006/relationships/image" Target="../media/image1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microsoft.com/office/2007/relationships/hdphoto" Target="../media/hdphoto2.wdp"/><Relationship Id="rId5" Type="http://schemas.openxmlformats.org/officeDocument/2006/relationships/image" Target="../media/image12.png"/><Relationship Id="rId10" Type="http://schemas.openxmlformats.org/officeDocument/2006/relationships/image" Target="../media/image7.png"/><Relationship Id="rId4" Type="http://schemas.microsoft.com/office/2007/relationships/hdphoto" Target="../media/hdphoto1.wdp"/><Relationship Id="rId9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image" Target="../media/image15.png"/><Relationship Id="rId3" Type="http://schemas.openxmlformats.org/officeDocument/2006/relationships/image" Target="../media/image11.png"/><Relationship Id="rId7" Type="http://schemas.microsoft.com/office/2007/relationships/hdphoto" Target="../media/hdphoto1.wdp"/><Relationship Id="rId12" Type="http://schemas.microsoft.com/office/2007/relationships/hdphoto" Target="../media/hdphoto4.wdp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11" Type="http://schemas.openxmlformats.org/officeDocument/2006/relationships/image" Target="../media/image16.png"/><Relationship Id="rId5" Type="http://schemas.openxmlformats.org/officeDocument/2006/relationships/image" Target="../media/image2.png"/><Relationship Id="rId10" Type="http://schemas.openxmlformats.org/officeDocument/2006/relationships/image" Target="../media/image13.png"/><Relationship Id="rId4" Type="http://schemas.openxmlformats.org/officeDocument/2006/relationships/image" Target="../media/image14.png"/><Relationship Id="rId9" Type="http://schemas.microsoft.com/office/2007/relationships/hdphoto" Target="../media/hdphoto2.wdp"/><Relationship Id="rId14" Type="http://schemas.microsoft.com/office/2007/relationships/hdphoto" Target="../media/hdphoto3.wdp"/></Relationships>
</file>

<file path=ppt/slides/_rels/slide10.xml.rels><?xml version="1.0" encoding="UTF-8" standalone="yes"?>
<Relationships xmlns="http://schemas.openxmlformats.org/package/2006/relationships"><Relationship Id="rId8" Type="http://schemas.microsoft.com/office/2007/relationships/hdphoto" Target="../media/hdphoto2.wdp"/><Relationship Id="rId3" Type="http://schemas.openxmlformats.org/officeDocument/2006/relationships/image" Target="../media/image3.png"/><Relationship Id="rId7" Type="http://schemas.openxmlformats.org/officeDocument/2006/relationships/image" Target="../media/image12.png"/><Relationship Id="rId12" Type="http://schemas.microsoft.com/office/2007/relationships/hdphoto" Target="../media/hdphoto3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11" Type="http://schemas.openxmlformats.org/officeDocument/2006/relationships/image" Target="../media/image15.png"/><Relationship Id="rId5" Type="http://schemas.openxmlformats.org/officeDocument/2006/relationships/image" Target="../media/image4.png"/><Relationship Id="rId10" Type="http://schemas.openxmlformats.org/officeDocument/2006/relationships/image" Target="../media/image14.png"/><Relationship Id="rId4" Type="http://schemas.microsoft.com/office/2007/relationships/hdphoto" Target="../media/hdphoto1.wdp"/><Relationship Id="rId9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3.xml.rels><?xml version="1.0" encoding="UTF-8" standalone="yes"?>
<Relationships xmlns="http://schemas.openxmlformats.org/package/2006/relationships"><Relationship Id="rId8" Type="http://schemas.microsoft.com/office/2007/relationships/hdphoto" Target="../media/hdphoto2.wdp"/><Relationship Id="rId3" Type="http://schemas.openxmlformats.org/officeDocument/2006/relationships/image" Target="../media/image14.png"/><Relationship Id="rId7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microsoft.com/office/2007/relationships/hdphoto" Target="../media/hdphoto1.wdp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13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EA69789C-A48A-4A3A-9D38-9509C0944E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640596"/>
            <a:ext cx="9906000" cy="557680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2D1E4FF-4041-400C-97FD-DAF6E157CF7F}"/>
              </a:ext>
            </a:extLst>
          </p:cNvPr>
          <p:cNvSpPr txBox="1"/>
          <p:nvPr/>
        </p:nvSpPr>
        <p:spPr>
          <a:xfrm>
            <a:off x="1143000" y="194330"/>
            <a:ext cx="2578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예상 사이즈</a:t>
            </a:r>
          </a:p>
        </p:txBody>
      </p:sp>
      <p:grpSp>
        <p:nvGrpSpPr>
          <p:cNvPr id="93" name="그룹 92">
            <a:extLst>
              <a:ext uri="{FF2B5EF4-FFF2-40B4-BE49-F238E27FC236}">
                <a16:creationId xmlns:a16="http://schemas.microsoft.com/office/drawing/2014/main" id="{FA6C0703-C330-4247-B968-81CEE4D99B3F}"/>
              </a:ext>
            </a:extLst>
          </p:cNvPr>
          <p:cNvGrpSpPr/>
          <p:nvPr/>
        </p:nvGrpSpPr>
        <p:grpSpPr>
          <a:xfrm>
            <a:off x="9045433" y="4710140"/>
            <a:ext cx="1885033" cy="1337930"/>
            <a:chOff x="6894900" y="1330560"/>
            <a:chExt cx="4489873" cy="3186753"/>
          </a:xfrm>
        </p:grpSpPr>
        <p:sp>
          <p:nvSpPr>
            <p:cNvPr id="2" name="사각형: 둥근 모서리 1">
              <a:extLst>
                <a:ext uri="{FF2B5EF4-FFF2-40B4-BE49-F238E27FC236}">
                  <a16:creationId xmlns:a16="http://schemas.microsoft.com/office/drawing/2014/main" id="{6733AFD9-E61A-4127-C141-E77F74A3A03B}"/>
                </a:ext>
              </a:extLst>
            </p:cNvPr>
            <p:cNvSpPr/>
            <p:nvPr/>
          </p:nvSpPr>
          <p:spPr>
            <a:xfrm>
              <a:off x="6894900" y="1723313"/>
              <a:ext cx="2200521" cy="2794000"/>
            </a:xfrm>
            <a:prstGeom prst="roundRect">
              <a:avLst>
                <a:gd name="adj" fmla="val 2239"/>
              </a:avLst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3" name="사각형: 둥근 모서리 2">
              <a:extLst>
                <a:ext uri="{FF2B5EF4-FFF2-40B4-BE49-F238E27FC236}">
                  <a16:creationId xmlns:a16="http://schemas.microsoft.com/office/drawing/2014/main" id="{1E2C9621-A6C5-09BA-EF8B-9451D5629937}"/>
                </a:ext>
              </a:extLst>
            </p:cNvPr>
            <p:cNvSpPr/>
            <p:nvPr/>
          </p:nvSpPr>
          <p:spPr>
            <a:xfrm>
              <a:off x="7469175" y="1412163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6" name="사각형: 둥근 모서리 5">
              <a:extLst>
                <a:ext uri="{FF2B5EF4-FFF2-40B4-BE49-F238E27FC236}">
                  <a16:creationId xmlns:a16="http://schemas.microsoft.com/office/drawing/2014/main" id="{792ED83C-2A02-3C23-CB36-266D93D7D9FF}"/>
                </a:ext>
              </a:extLst>
            </p:cNvPr>
            <p:cNvSpPr/>
            <p:nvPr/>
          </p:nvSpPr>
          <p:spPr>
            <a:xfrm>
              <a:off x="7040593" y="1408728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7" name="사각형: 둥근 모서리 6">
              <a:extLst>
                <a:ext uri="{FF2B5EF4-FFF2-40B4-BE49-F238E27FC236}">
                  <a16:creationId xmlns:a16="http://schemas.microsoft.com/office/drawing/2014/main" id="{3DC746E8-29C3-6346-4FCF-A1C76E1E06F8}"/>
                </a:ext>
              </a:extLst>
            </p:cNvPr>
            <p:cNvSpPr/>
            <p:nvPr/>
          </p:nvSpPr>
          <p:spPr>
            <a:xfrm>
              <a:off x="7914779" y="1412163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pic>
          <p:nvPicPr>
            <p:cNvPr id="8" name="Picture 2" descr="잎 - 무료 자연개 아이콘">
              <a:extLst>
                <a:ext uri="{FF2B5EF4-FFF2-40B4-BE49-F238E27FC236}">
                  <a16:creationId xmlns:a16="http://schemas.microsoft.com/office/drawing/2014/main" id="{181BF027-6642-73A8-A49B-17B3B1E23A0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522945" y="1441035"/>
              <a:ext cx="251234" cy="25123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" name="Picture 2" descr="Material 디자인 스타일의 달팽이 아이콘">
              <a:extLst>
                <a:ext uri="{FF2B5EF4-FFF2-40B4-BE49-F238E27FC236}">
                  <a16:creationId xmlns:a16="http://schemas.microsoft.com/office/drawing/2014/main" id="{925347D4-1EC6-40B8-43F3-4F101159602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10000" b="90000" l="8750" r="91250">
                          <a14:foregroundMark x1="90833" y1="41250" x2="90833" y2="41250"/>
                          <a14:foregroundMark x1="91250" y1="16167" x2="91250" y2="16167"/>
                          <a14:foregroundMark x1="8750" y1="46000" x2="8750" y2="46000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071402" y="1415598"/>
              <a:ext cx="297156" cy="29715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" name="사각형: 둥근 모서리 9">
              <a:extLst>
                <a:ext uri="{FF2B5EF4-FFF2-40B4-BE49-F238E27FC236}">
                  <a16:creationId xmlns:a16="http://schemas.microsoft.com/office/drawing/2014/main" id="{C83B12BE-A9E4-B47C-04A2-F9CAD9FB0A4B}"/>
                </a:ext>
              </a:extLst>
            </p:cNvPr>
            <p:cNvSpPr/>
            <p:nvPr/>
          </p:nvSpPr>
          <p:spPr>
            <a:xfrm>
              <a:off x="9095421" y="1716189"/>
              <a:ext cx="2200521" cy="2794000"/>
            </a:xfrm>
            <a:prstGeom prst="roundRect">
              <a:avLst>
                <a:gd name="adj" fmla="val 2239"/>
              </a:avLst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11" name="사각형: 둥근 모서리 10">
              <a:extLst>
                <a:ext uri="{FF2B5EF4-FFF2-40B4-BE49-F238E27FC236}">
                  <a16:creationId xmlns:a16="http://schemas.microsoft.com/office/drawing/2014/main" id="{F0C7A7AA-0E2A-9F21-84E8-812634A0CFAE}"/>
                </a:ext>
              </a:extLst>
            </p:cNvPr>
            <p:cNvSpPr/>
            <p:nvPr/>
          </p:nvSpPr>
          <p:spPr>
            <a:xfrm>
              <a:off x="11043135" y="1620939"/>
              <a:ext cx="323850" cy="32385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12" name="사각형: 둥근 모서리 11">
              <a:extLst>
                <a:ext uri="{FF2B5EF4-FFF2-40B4-BE49-F238E27FC236}">
                  <a16:creationId xmlns:a16="http://schemas.microsoft.com/office/drawing/2014/main" id="{C6B4A74E-E392-1ADB-7D09-F1703C0230FA}"/>
                </a:ext>
              </a:extLst>
            </p:cNvPr>
            <p:cNvSpPr/>
            <p:nvPr/>
          </p:nvSpPr>
          <p:spPr>
            <a:xfrm>
              <a:off x="9339650" y="1849453"/>
              <a:ext cx="1668560" cy="276559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13" name="사각형: 둥근 모서리 12">
              <a:extLst>
                <a:ext uri="{FF2B5EF4-FFF2-40B4-BE49-F238E27FC236}">
                  <a16:creationId xmlns:a16="http://schemas.microsoft.com/office/drawing/2014/main" id="{1D096BC4-B7E5-6FB0-4FA3-663A02D5E6B3}"/>
                </a:ext>
              </a:extLst>
            </p:cNvPr>
            <p:cNvSpPr/>
            <p:nvPr/>
          </p:nvSpPr>
          <p:spPr>
            <a:xfrm>
              <a:off x="10764941" y="4109821"/>
              <a:ext cx="310992" cy="276559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grpSp>
          <p:nvGrpSpPr>
            <p:cNvPr id="14" name="그룹 13">
              <a:extLst>
                <a:ext uri="{FF2B5EF4-FFF2-40B4-BE49-F238E27FC236}">
                  <a16:creationId xmlns:a16="http://schemas.microsoft.com/office/drawing/2014/main" id="{94647D3A-BC1D-F00A-9B21-FFDFA6970D6C}"/>
                </a:ext>
              </a:extLst>
            </p:cNvPr>
            <p:cNvGrpSpPr/>
            <p:nvPr/>
          </p:nvGrpSpPr>
          <p:grpSpPr>
            <a:xfrm>
              <a:off x="9387407" y="1888223"/>
              <a:ext cx="200148" cy="200148"/>
              <a:chOff x="3690370" y="5044952"/>
              <a:chExt cx="323850" cy="323850"/>
            </a:xfrm>
          </p:grpSpPr>
          <p:sp>
            <p:nvSpPr>
              <p:cNvPr id="15" name="사각형: 둥근 모서리 14">
                <a:extLst>
                  <a:ext uri="{FF2B5EF4-FFF2-40B4-BE49-F238E27FC236}">
                    <a16:creationId xmlns:a16="http://schemas.microsoft.com/office/drawing/2014/main" id="{222585C9-9BFD-CE17-3EAA-74839396C6C1}"/>
                  </a:ext>
                </a:extLst>
              </p:cNvPr>
              <p:cNvSpPr/>
              <p:nvPr/>
            </p:nvSpPr>
            <p:spPr>
              <a:xfrm>
                <a:off x="3690370" y="5044952"/>
                <a:ext cx="323850" cy="323850"/>
              </a:xfrm>
              <a:prstGeom prst="roundRect">
                <a:avLst/>
              </a:prstGeom>
              <a:solidFill>
                <a:schemeClr val="bg2">
                  <a:lumMod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/>
              </a:p>
            </p:txBody>
          </p:sp>
          <p:pic>
            <p:nvPicPr>
              <p:cNvPr id="16" name="Picture 2" descr="연필 - 무료 편집 도구개 아이콘">
                <a:extLst>
                  <a:ext uri="{FF2B5EF4-FFF2-40B4-BE49-F238E27FC236}">
                    <a16:creationId xmlns:a16="http://schemas.microsoft.com/office/drawing/2014/main" id="{BB2EB720-3184-2C10-B34C-746B1D001B4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742086" y="5096668"/>
                <a:ext cx="220417" cy="22041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7" name="사각형: 둥근 모서리 16">
              <a:extLst>
                <a:ext uri="{FF2B5EF4-FFF2-40B4-BE49-F238E27FC236}">
                  <a16:creationId xmlns:a16="http://schemas.microsoft.com/office/drawing/2014/main" id="{5ABD7762-E07E-F152-2ED8-A911ABEEE109}"/>
                </a:ext>
              </a:extLst>
            </p:cNvPr>
            <p:cNvSpPr/>
            <p:nvPr/>
          </p:nvSpPr>
          <p:spPr>
            <a:xfrm>
              <a:off x="10385705" y="4109821"/>
              <a:ext cx="310992" cy="276559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18" name="사각형: 둥근 모서리 17">
              <a:extLst>
                <a:ext uri="{FF2B5EF4-FFF2-40B4-BE49-F238E27FC236}">
                  <a16:creationId xmlns:a16="http://schemas.microsoft.com/office/drawing/2014/main" id="{6E5B1264-DF0A-FC70-1D72-432A4EAE4217}"/>
                </a:ext>
              </a:extLst>
            </p:cNvPr>
            <p:cNvSpPr/>
            <p:nvPr/>
          </p:nvSpPr>
          <p:spPr>
            <a:xfrm>
              <a:off x="9300821" y="4109821"/>
              <a:ext cx="310992" cy="276559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pic>
          <p:nvPicPr>
            <p:cNvPr id="19" name="Picture 4" descr="돋보기 - 무료 상호 작용개 아이콘">
              <a:extLst>
                <a:ext uri="{FF2B5EF4-FFF2-40B4-BE49-F238E27FC236}">
                  <a16:creationId xmlns:a16="http://schemas.microsoft.com/office/drawing/2014/main" id="{83915BEE-7DD2-E252-04F0-FF9B94E568F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351201" y="4148960"/>
              <a:ext cx="202717" cy="20271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" name="Picture 6" descr="Coin - Free business icons">
              <a:extLst>
                <a:ext uri="{FF2B5EF4-FFF2-40B4-BE49-F238E27FC236}">
                  <a16:creationId xmlns:a16="http://schemas.microsoft.com/office/drawing/2014/main" id="{9AA8C426-7ED1-0BFB-EEC0-935C4F16D5A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809603" y="4128207"/>
              <a:ext cx="237879" cy="23787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424CBA97-ADD4-2443-DF24-97065F3AD67D}"/>
                </a:ext>
              </a:extLst>
            </p:cNvPr>
            <p:cNvSpPr/>
            <p:nvPr/>
          </p:nvSpPr>
          <p:spPr>
            <a:xfrm>
              <a:off x="9898484" y="3316550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0EE2940F-2CDA-0FA0-8EB0-FFD79A6E9D9D}"/>
                </a:ext>
              </a:extLst>
            </p:cNvPr>
            <p:cNvSpPr txBox="1"/>
            <p:nvPr/>
          </p:nvSpPr>
          <p:spPr>
            <a:xfrm>
              <a:off x="9876602" y="3248990"/>
              <a:ext cx="1244600" cy="32988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300" b="1" dirty="0"/>
                <a:t>00</a:t>
              </a:r>
              <a:r>
                <a:rPr lang="ko-KR" altLang="en-US" sz="300" b="1" dirty="0"/>
                <a:t>살</a:t>
              </a:r>
            </a:p>
          </p:txBody>
        </p:sp>
        <p:sp>
          <p:nvSpPr>
            <p:cNvPr id="23" name="사각형: 둥근 모서리 22">
              <a:extLst>
                <a:ext uri="{FF2B5EF4-FFF2-40B4-BE49-F238E27FC236}">
                  <a16:creationId xmlns:a16="http://schemas.microsoft.com/office/drawing/2014/main" id="{B02AC772-9C2E-1337-D289-0FEC3E1B12A1}"/>
                </a:ext>
              </a:extLst>
            </p:cNvPr>
            <p:cNvSpPr/>
            <p:nvPr/>
          </p:nvSpPr>
          <p:spPr>
            <a:xfrm>
              <a:off x="9458057" y="3562457"/>
              <a:ext cx="1617875" cy="152129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24" name="사각형: 둥근 모서리 23">
              <a:extLst>
                <a:ext uri="{FF2B5EF4-FFF2-40B4-BE49-F238E27FC236}">
                  <a16:creationId xmlns:a16="http://schemas.microsoft.com/office/drawing/2014/main" id="{F260AC8D-247E-C542-728E-C3D0C1A37A06}"/>
                </a:ext>
              </a:extLst>
            </p:cNvPr>
            <p:cNvSpPr/>
            <p:nvPr/>
          </p:nvSpPr>
          <p:spPr>
            <a:xfrm>
              <a:off x="9300822" y="3514366"/>
              <a:ext cx="239965" cy="232964"/>
            </a:xfrm>
            <a:prstGeom prst="round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25" name="사각형: 둥근 모서리 24">
              <a:extLst>
                <a:ext uri="{FF2B5EF4-FFF2-40B4-BE49-F238E27FC236}">
                  <a16:creationId xmlns:a16="http://schemas.microsoft.com/office/drawing/2014/main" id="{DA967EA8-7747-EBA4-E03A-602038864175}"/>
                </a:ext>
              </a:extLst>
            </p:cNvPr>
            <p:cNvSpPr/>
            <p:nvPr/>
          </p:nvSpPr>
          <p:spPr>
            <a:xfrm>
              <a:off x="10082270" y="3582077"/>
              <a:ext cx="954520" cy="112887"/>
            </a:xfrm>
            <a:prstGeom prst="roundRect">
              <a:avLst>
                <a:gd name="adj" fmla="val 50000"/>
              </a:avLst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26" name="사각형: 둥근 모서리 25">
              <a:extLst>
                <a:ext uri="{FF2B5EF4-FFF2-40B4-BE49-F238E27FC236}">
                  <a16:creationId xmlns:a16="http://schemas.microsoft.com/office/drawing/2014/main" id="{DB5FC579-AF91-5E2D-711D-48462C65A03C}"/>
                </a:ext>
              </a:extLst>
            </p:cNvPr>
            <p:cNvSpPr/>
            <p:nvPr/>
          </p:nvSpPr>
          <p:spPr>
            <a:xfrm>
              <a:off x="9458057" y="3843051"/>
              <a:ext cx="1617875" cy="152129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27" name="사각형: 둥근 모서리 26">
              <a:extLst>
                <a:ext uri="{FF2B5EF4-FFF2-40B4-BE49-F238E27FC236}">
                  <a16:creationId xmlns:a16="http://schemas.microsoft.com/office/drawing/2014/main" id="{22928D72-2C2D-0DFA-BE18-0C959D02C26A}"/>
                </a:ext>
              </a:extLst>
            </p:cNvPr>
            <p:cNvSpPr/>
            <p:nvPr/>
          </p:nvSpPr>
          <p:spPr>
            <a:xfrm>
              <a:off x="9300822" y="3794960"/>
              <a:ext cx="239965" cy="232964"/>
            </a:xfrm>
            <a:prstGeom prst="round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28" name="사각형: 둥근 모서리 27">
              <a:extLst>
                <a:ext uri="{FF2B5EF4-FFF2-40B4-BE49-F238E27FC236}">
                  <a16:creationId xmlns:a16="http://schemas.microsoft.com/office/drawing/2014/main" id="{ABDCB51A-9A95-A134-15F6-9F884EAC145F}"/>
                </a:ext>
              </a:extLst>
            </p:cNvPr>
            <p:cNvSpPr/>
            <p:nvPr/>
          </p:nvSpPr>
          <p:spPr>
            <a:xfrm>
              <a:off x="10582417" y="3860853"/>
              <a:ext cx="454372" cy="112887"/>
            </a:xfrm>
            <a:prstGeom prst="roundRect">
              <a:avLst>
                <a:gd name="adj" fmla="val 50000"/>
              </a:avLst>
            </a:prstGeom>
            <a:solidFill>
              <a:srgbClr val="F888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pic>
          <p:nvPicPr>
            <p:cNvPr id="29" name="Picture 8" descr="Black heart icon | Free SVG">
              <a:extLst>
                <a:ext uri="{FF2B5EF4-FFF2-40B4-BE49-F238E27FC236}">
                  <a16:creationId xmlns:a16="http://schemas.microsoft.com/office/drawing/2014/main" id="{2EDD910E-2A13-498C-6CD5-30CAB9FE1FA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325890" y="3822240"/>
              <a:ext cx="180492" cy="18049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0" name="Picture 2" descr="잎 - 무료 자연개 아이콘">
              <a:extLst>
                <a:ext uri="{FF2B5EF4-FFF2-40B4-BE49-F238E27FC236}">
                  <a16:creationId xmlns:a16="http://schemas.microsoft.com/office/drawing/2014/main" id="{EFB36D06-787C-4352-46AF-9F85F9BAE21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316985" y="3528936"/>
              <a:ext cx="197037" cy="19703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1" name="Picture 10" descr="유전자 - 무료 사람들개 아이콘">
              <a:extLst>
                <a:ext uri="{FF2B5EF4-FFF2-40B4-BE49-F238E27FC236}">
                  <a16:creationId xmlns:a16="http://schemas.microsoft.com/office/drawing/2014/main" id="{FD5F6041-E07B-50F5-7563-2E53B32B84A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425394" y="4138830"/>
              <a:ext cx="223471" cy="22347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B2098486-21AF-9853-A0A5-8078DAE00E38}"/>
                </a:ext>
              </a:extLst>
            </p:cNvPr>
            <p:cNvSpPr txBox="1"/>
            <p:nvPr/>
          </p:nvSpPr>
          <p:spPr>
            <a:xfrm>
              <a:off x="9450543" y="1801705"/>
              <a:ext cx="1617872" cy="40319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500" b="1" dirty="0"/>
                <a:t>달팽이 이름</a:t>
              </a:r>
            </a:p>
          </p:txBody>
        </p:sp>
        <p:sp>
          <p:nvSpPr>
            <p:cNvPr id="33" name="사각형: 둥근 모서리 32">
              <a:extLst>
                <a:ext uri="{FF2B5EF4-FFF2-40B4-BE49-F238E27FC236}">
                  <a16:creationId xmlns:a16="http://schemas.microsoft.com/office/drawing/2014/main" id="{3D0BAB44-5183-3CB2-E03C-B11CAA956455}"/>
                </a:ext>
              </a:extLst>
            </p:cNvPr>
            <p:cNvSpPr/>
            <p:nvPr/>
          </p:nvSpPr>
          <p:spPr>
            <a:xfrm>
              <a:off x="9943216" y="2087527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E32DBBB3-9869-6609-5B32-7C6AECCB87EE}"/>
                </a:ext>
              </a:extLst>
            </p:cNvPr>
            <p:cNvSpPr txBox="1"/>
            <p:nvPr/>
          </p:nvSpPr>
          <p:spPr>
            <a:xfrm>
              <a:off x="9863085" y="2003403"/>
              <a:ext cx="1244600" cy="32988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300" b="1" dirty="0" err="1">
                  <a:solidFill>
                    <a:schemeClr val="bg1"/>
                  </a:solidFill>
                </a:rPr>
                <a:t>에픽</a:t>
              </a:r>
              <a:endParaRPr lang="ko-KR" altLang="en-US" sz="300" b="1" dirty="0">
                <a:solidFill>
                  <a:schemeClr val="bg1"/>
                </a:solidFill>
              </a:endParaRPr>
            </a:p>
          </p:txBody>
        </p:sp>
        <p:sp>
          <p:nvSpPr>
            <p:cNvPr id="35" name="곱하기 기호 34">
              <a:extLst>
                <a:ext uri="{FF2B5EF4-FFF2-40B4-BE49-F238E27FC236}">
                  <a16:creationId xmlns:a16="http://schemas.microsoft.com/office/drawing/2014/main" id="{601C47D5-FDA0-8602-C028-0F76D74E9F91}"/>
                </a:ext>
              </a:extLst>
            </p:cNvPr>
            <p:cNvSpPr/>
            <p:nvPr/>
          </p:nvSpPr>
          <p:spPr>
            <a:xfrm>
              <a:off x="11025998" y="1603688"/>
              <a:ext cx="358775" cy="358775"/>
            </a:xfrm>
            <a:prstGeom prst="mathMultiply">
              <a:avLst>
                <a:gd name="adj1" fmla="val 16941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36" name="사각형: 둥근 모서리 35">
              <a:extLst>
                <a:ext uri="{FF2B5EF4-FFF2-40B4-BE49-F238E27FC236}">
                  <a16:creationId xmlns:a16="http://schemas.microsoft.com/office/drawing/2014/main" id="{3FF6120C-5E81-BDE9-8C79-91F065463699}"/>
                </a:ext>
              </a:extLst>
            </p:cNvPr>
            <p:cNvSpPr/>
            <p:nvPr/>
          </p:nvSpPr>
          <p:spPr>
            <a:xfrm>
              <a:off x="9685943" y="4109821"/>
              <a:ext cx="310992" cy="276559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pic>
          <p:nvPicPr>
            <p:cNvPr id="37" name="Picture 12" descr="매다는 사람 - 무료 패션개 아이콘">
              <a:extLst>
                <a:ext uri="{FF2B5EF4-FFF2-40B4-BE49-F238E27FC236}">
                  <a16:creationId xmlns:a16="http://schemas.microsoft.com/office/drawing/2014/main" id="{4031E60B-B63B-6DAB-395C-3FA7CC08BAD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713963" y="4109515"/>
              <a:ext cx="256324" cy="25632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8" name="사각형: 둥근 모서리 37">
              <a:extLst>
                <a:ext uri="{FF2B5EF4-FFF2-40B4-BE49-F238E27FC236}">
                  <a16:creationId xmlns:a16="http://schemas.microsoft.com/office/drawing/2014/main" id="{BEF47351-755E-95D0-9855-435191912A2B}"/>
                </a:ext>
              </a:extLst>
            </p:cNvPr>
            <p:cNvSpPr/>
            <p:nvPr/>
          </p:nvSpPr>
          <p:spPr>
            <a:xfrm>
              <a:off x="7025494" y="2060619"/>
              <a:ext cx="1971237" cy="508000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34DA7903-7395-49BF-4C3A-35CDA5ACAA30}"/>
                </a:ext>
              </a:extLst>
            </p:cNvPr>
            <p:cNvSpPr txBox="1"/>
            <p:nvPr/>
          </p:nvSpPr>
          <p:spPr>
            <a:xfrm>
              <a:off x="7286462" y="1717580"/>
              <a:ext cx="1424277" cy="40319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500" b="1" dirty="0"/>
                <a:t>달팽이 목록</a:t>
              </a:r>
            </a:p>
          </p:txBody>
        </p:sp>
        <p:sp>
          <p:nvSpPr>
            <p:cNvPr id="40" name="사각형: 둥근 모서리 39">
              <a:extLst>
                <a:ext uri="{FF2B5EF4-FFF2-40B4-BE49-F238E27FC236}">
                  <a16:creationId xmlns:a16="http://schemas.microsoft.com/office/drawing/2014/main" id="{A2D12646-2283-A3C0-D2CB-F8D8E13764E0}"/>
                </a:ext>
              </a:extLst>
            </p:cNvPr>
            <p:cNvSpPr/>
            <p:nvPr/>
          </p:nvSpPr>
          <p:spPr>
            <a:xfrm>
              <a:off x="7025493" y="2652014"/>
              <a:ext cx="1971237" cy="508000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41" name="사각형: 둥근 모서리 40">
              <a:extLst>
                <a:ext uri="{FF2B5EF4-FFF2-40B4-BE49-F238E27FC236}">
                  <a16:creationId xmlns:a16="http://schemas.microsoft.com/office/drawing/2014/main" id="{EAFA069A-B2F5-6797-F636-4FEF123C61CC}"/>
                </a:ext>
              </a:extLst>
            </p:cNvPr>
            <p:cNvSpPr/>
            <p:nvPr/>
          </p:nvSpPr>
          <p:spPr>
            <a:xfrm>
              <a:off x="7088596" y="2108843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42" name="사각형: 둥근 모서리 41">
              <a:extLst>
                <a:ext uri="{FF2B5EF4-FFF2-40B4-BE49-F238E27FC236}">
                  <a16:creationId xmlns:a16="http://schemas.microsoft.com/office/drawing/2014/main" id="{B4006878-12BB-D96F-A446-81FE3F9DE3F2}"/>
                </a:ext>
              </a:extLst>
            </p:cNvPr>
            <p:cNvSpPr/>
            <p:nvPr/>
          </p:nvSpPr>
          <p:spPr>
            <a:xfrm>
              <a:off x="7025492" y="3244164"/>
              <a:ext cx="1971237" cy="508000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43" name="사각형: 둥근 모서리 42">
              <a:extLst>
                <a:ext uri="{FF2B5EF4-FFF2-40B4-BE49-F238E27FC236}">
                  <a16:creationId xmlns:a16="http://schemas.microsoft.com/office/drawing/2014/main" id="{6AE886BE-E855-2874-5CBB-F233CAE3814B}"/>
                </a:ext>
              </a:extLst>
            </p:cNvPr>
            <p:cNvSpPr/>
            <p:nvPr/>
          </p:nvSpPr>
          <p:spPr>
            <a:xfrm>
              <a:off x="7025492" y="3840757"/>
              <a:ext cx="1971237" cy="508000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44" name="사각형: 둥근 모서리 43">
              <a:extLst>
                <a:ext uri="{FF2B5EF4-FFF2-40B4-BE49-F238E27FC236}">
                  <a16:creationId xmlns:a16="http://schemas.microsoft.com/office/drawing/2014/main" id="{8BBA73F3-F20B-0404-B3F6-0FABDDD7DB8E}"/>
                </a:ext>
              </a:extLst>
            </p:cNvPr>
            <p:cNvSpPr/>
            <p:nvPr/>
          </p:nvSpPr>
          <p:spPr>
            <a:xfrm>
              <a:off x="7088596" y="2713139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45" name="사각형: 둥근 모서리 44">
              <a:extLst>
                <a:ext uri="{FF2B5EF4-FFF2-40B4-BE49-F238E27FC236}">
                  <a16:creationId xmlns:a16="http://schemas.microsoft.com/office/drawing/2014/main" id="{D5307171-FD84-D186-C6B0-57F24C767105}"/>
                </a:ext>
              </a:extLst>
            </p:cNvPr>
            <p:cNvSpPr/>
            <p:nvPr/>
          </p:nvSpPr>
          <p:spPr>
            <a:xfrm>
              <a:off x="7088596" y="3296528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46" name="사각형: 둥근 모서리 45">
              <a:extLst>
                <a:ext uri="{FF2B5EF4-FFF2-40B4-BE49-F238E27FC236}">
                  <a16:creationId xmlns:a16="http://schemas.microsoft.com/office/drawing/2014/main" id="{3F751878-7663-E8EC-C12E-512C24DCB94D}"/>
                </a:ext>
              </a:extLst>
            </p:cNvPr>
            <p:cNvSpPr/>
            <p:nvPr/>
          </p:nvSpPr>
          <p:spPr>
            <a:xfrm>
              <a:off x="7092561" y="3892758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9C41EA5F-E8E6-12FA-E54A-B4225D6191AE}"/>
                </a:ext>
              </a:extLst>
            </p:cNvPr>
            <p:cNvSpPr txBox="1"/>
            <p:nvPr/>
          </p:nvSpPr>
          <p:spPr>
            <a:xfrm>
              <a:off x="7494148" y="2088358"/>
              <a:ext cx="1244600" cy="32988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300" b="1"/>
                <a:t>달팽이 이름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69B04494-C1AA-D89F-4512-A5C774179A62}"/>
                </a:ext>
              </a:extLst>
            </p:cNvPr>
            <p:cNvSpPr txBox="1"/>
            <p:nvPr/>
          </p:nvSpPr>
          <p:spPr>
            <a:xfrm>
              <a:off x="7488646" y="2684953"/>
              <a:ext cx="1244600" cy="32988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300" b="1"/>
                <a:t>달팽이 이름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138864B9-04DD-4F14-0B5F-5A95F0FEFD84}"/>
                </a:ext>
              </a:extLst>
            </p:cNvPr>
            <p:cNvSpPr txBox="1"/>
            <p:nvPr/>
          </p:nvSpPr>
          <p:spPr>
            <a:xfrm>
              <a:off x="7480762" y="3274690"/>
              <a:ext cx="1244600" cy="32988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300" b="1"/>
                <a:t>달팽이 이름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8E78386E-FF71-7DE6-1F57-562F1BCDCE8F}"/>
                </a:ext>
              </a:extLst>
            </p:cNvPr>
            <p:cNvSpPr txBox="1"/>
            <p:nvPr/>
          </p:nvSpPr>
          <p:spPr>
            <a:xfrm>
              <a:off x="7469174" y="3874682"/>
              <a:ext cx="1244600" cy="32988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300" b="1"/>
                <a:t>달팽이 이름</a:t>
              </a:r>
            </a:p>
          </p:txBody>
        </p:sp>
        <p:grpSp>
          <p:nvGrpSpPr>
            <p:cNvPr id="51" name="그룹 50">
              <a:extLst>
                <a:ext uri="{FF2B5EF4-FFF2-40B4-BE49-F238E27FC236}">
                  <a16:creationId xmlns:a16="http://schemas.microsoft.com/office/drawing/2014/main" id="{C55B3C46-6BC6-A899-9132-F1D487117F91}"/>
                </a:ext>
              </a:extLst>
            </p:cNvPr>
            <p:cNvGrpSpPr/>
            <p:nvPr/>
          </p:nvGrpSpPr>
          <p:grpSpPr>
            <a:xfrm>
              <a:off x="8761263" y="2762484"/>
              <a:ext cx="280128" cy="280128"/>
              <a:chOff x="6931576" y="2073771"/>
              <a:chExt cx="312242" cy="312242"/>
            </a:xfrm>
          </p:grpSpPr>
          <p:sp>
            <p:nvSpPr>
              <p:cNvPr id="52" name="사각형: 둥근 모서리 51">
                <a:extLst>
                  <a:ext uri="{FF2B5EF4-FFF2-40B4-BE49-F238E27FC236}">
                    <a16:creationId xmlns:a16="http://schemas.microsoft.com/office/drawing/2014/main" id="{0309F93E-B0F9-B03B-9A94-93F8B74FD17D}"/>
                  </a:ext>
                </a:extLst>
              </p:cNvPr>
              <p:cNvSpPr/>
              <p:nvPr/>
            </p:nvSpPr>
            <p:spPr>
              <a:xfrm>
                <a:off x="6931576" y="2073771"/>
                <a:ext cx="312242" cy="312242"/>
              </a:xfrm>
              <a:prstGeom prst="roundRect">
                <a:avLst/>
              </a:prstGeom>
              <a:solidFill>
                <a:schemeClr val="bg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/>
              </a:p>
            </p:txBody>
          </p:sp>
          <p:pic>
            <p:nvPicPr>
              <p:cNvPr id="53" name="Picture 6" descr="교환 - 무료 화살개 아이콘">
                <a:extLst>
                  <a:ext uri="{FF2B5EF4-FFF2-40B4-BE49-F238E27FC236}">
                    <a16:creationId xmlns:a16="http://schemas.microsoft.com/office/drawing/2014/main" id="{C96EF89C-A734-2A0C-AFB7-922D34DAD14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961794" y="2100570"/>
                <a:ext cx="258865" cy="25886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54" name="그룹 53">
              <a:extLst>
                <a:ext uri="{FF2B5EF4-FFF2-40B4-BE49-F238E27FC236}">
                  <a16:creationId xmlns:a16="http://schemas.microsoft.com/office/drawing/2014/main" id="{24DBF814-0568-F903-2711-0875AC57666F}"/>
                </a:ext>
              </a:extLst>
            </p:cNvPr>
            <p:cNvGrpSpPr/>
            <p:nvPr/>
          </p:nvGrpSpPr>
          <p:grpSpPr>
            <a:xfrm>
              <a:off x="8761263" y="3338302"/>
              <a:ext cx="280128" cy="280128"/>
              <a:chOff x="6931576" y="2073771"/>
              <a:chExt cx="312242" cy="312242"/>
            </a:xfrm>
          </p:grpSpPr>
          <p:sp>
            <p:nvSpPr>
              <p:cNvPr id="55" name="사각형: 둥근 모서리 54">
                <a:extLst>
                  <a:ext uri="{FF2B5EF4-FFF2-40B4-BE49-F238E27FC236}">
                    <a16:creationId xmlns:a16="http://schemas.microsoft.com/office/drawing/2014/main" id="{1B50CE9A-B89A-6476-408C-3A4840AC3EA0}"/>
                  </a:ext>
                </a:extLst>
              </p:cNvPr>
              <p:cNvSpPr/>
              <p:nvPr/>
            </p:nvSpPr>
            <p:spPr>
              <a:xfrm>
                <a:off x="6931576" y="2073771"/>
                <a:ext cx="312242" cy="312242"/>
              </a:xfrm>
              <a:prstGeom prst="roundRect">
                <a:avLst/>
              </a:prstGeom>
              <a:solidFill>
                <a:schemeClr val="bg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/>
              </a:p>
            </p:txBody>
          </p:sp>
          <p:pic>
            <p:nvPicPr>
              <p:cNvPr id="56" name="Picture 6" descr="교환 - 무료 화살개 아이콘">
                <a:extLst>
                  <a:ext uri="{FF2B5EF4-FFF2-40B4-BE49-F238E27FC236}">
                    <a16:creationId xmlns:a16="http://schemas.microsoft.com/office/drawing/2014/main" id="{9FBC91AB-B25B-9662-9C68-0837948E440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961794" y="2100570"/>
                <a:ext cx="258865" cy="25886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57" name="그룹 56">
              <a:extLst>
                <a:ext uri="{FF2B5EF4-FFF2-40B4-BE49-F238E27FC236}">
                  <a16:creationId xmlns:a16="http://schemas.microsoft.com/office/drawing/2014/main" id="{2C49811E-53B8-416F-639E-C03AA4BECCFD}"/>
                </a:ext>
              </a:extLst>
            </p:cNvPr>
            <p:cNvGrpSpPr/>
            <p:nvPr/>
          </p:nvGrpSpPr>
          <p:grpSpPr>
            <a:xfrm>
              <a:off x="8761263" y="3947469"/>
              <a:ext cx="280128" cy="280128"/>
              <a:chOff x="6931576" y="2073771"/>
              <a:chExt cx="312242" cy="312242"/>
            </a:xfrm>
          </p:grpSpPr>
          <p:sp>
            <p:nvSpPr>
              <p:cNvPr id="58" name="사각형: 둥근 모서리 57">
                <a:extLst>
                  <a:ext uri="{FF2B5EF4-FFF2-40B4-BE49-F238E27FC236}">
                    <a16:creationId xmlns:a16="http://schemas.microsoft.com/office/drawing/2014/main" id="{04F6DBF2-0611-53AA-571F-81E48AA891C1}"/>
                  </a:ext>
                </a:extLst>
              </p:cNvPr>
              <p:cNvSpPr/>
              <p:nvPr/>
            </p:nvSpPr>
            <p:spPr>
              <a:xfrm>
                <a:off x="6931576" y="2073771"/>
                <a:ext cx="312242" cy="312242"/>
              </a:xfrm>
              <a:prstGeom prst="roundRect">
                <a:avLst/>
              </a:prstGeom>
              <a:solidFill>
                <a:schemeClr val="bg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/>
              </a:p>
            </p:txBody>
          </p:sp>
          <p:pic>
            <p:nvPicPr>
              <p:cNvPr id="59" name="Picture 6" descr="교환 - 무료 화살개 아이콘">
                <a:extLst>
                  <a:ext uri="{FF2B5EF4-FFF2-40B4-BE49-F238E27FC236}">
                    <a16:creationId xmlns:a16="http://schemas.microsoft.com/office/drawing/2014/main" id="{6BE0FFA4-59B4-8274-44F5-991BAA4D7B9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961794" y="2100570"/>
                <a:ext cx="258865" cy="25886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60" name="그룹 59">
              <a:extLst>
                <a:ext uri="{FF2B5EF4-FFF2-40B4-BE49-F238E27FC236}">
                  <a16:creationId xmlns:a16="http://schemas.microsoft.com/office/drawing/2014/main" id="{78645088-49F6-2A9B-3183-6FDFAF53191C}"/>
                </a:ext>
              </a:extLst>
            </p:cNvPr>
            <p:cNvGrpSpPr/>
            <p:nvPr/>
          </p:nvGrpSpPr>
          <p:grpSpPr>
            <a:xfrm>
              <a:off x="7961645" y="2248689"/>
              <a:ext cx="1244601" cy="329885"/>
              <a:chOff x="2362048" y="2870573"/>
              <a:chExt cx="1244601" cy="329885"/>
            </a:xfrm>
          </p:grpSpPr>
          <p:sp>
            <p:nvSpPr>
              <p:cNvPr id="61" name="사각형: 둥근 모서리 60">
                <a:extLst>
                  <a:ext uri="{FF2B5EF4-FFF2-40B4-BE49-F238E27FC236}">
                    <a16:creationId xmlns:a16="http://schemas.microsoft.com/office/drawing/2014/main" id="{B403CFBD-3723-A8BF-BF5F-0A95BD333ACE}"/>
                  </a:ext>
                </a:extLst>
              </p:cNvPr>
              <p:cNvSpPr/>
              <p:nvPr/>
            </p:nvSpPr>
            <p:spPr>
              <a:xfrm>
                <a:off x="2449238" y="2955172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/>
              </a:p>
            </p:txBody>
          </p:sp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C73885D1-F55C-7CFE-5C0A-4D1C5A9EEDFF}"/>
                  </a:ext>
                </a:extLst>
              </p:cNvPr>
              <p:cNvSpPr txBox="1"/>
              <p:nvPr/>
            </p:nvSpPr>
            <p:spPr>
              <a:xfrm>
                <a:off x="2362048" y="2870573"/>
                <a:ext cx="1244601" cy="32988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300" b="1"/>
                  <a:t>00</a:t>
                </a:r>
                <a:r>
                  <a:rPr lang="ko-KR" altLang="en-US" sz="300" b="1"/>
                  <a:t>살</a:t>
                </a:r>
              </a:p>
            </p:txBody>
          </p:sp>
        </p:grpSp>
        <p:grpSp>
          <p:nvGrpSpPr>
            <p:cNvPr id="63" name="그룹 62">
              <a:extLst>
                <a:ext uri="{FF2B5EF4-FFF2-40B4-BE49-F238E27FC236}">
                  <a16:creationId xmlns:a16="http://schemas.microsoft.com/office/drawing/2014/main" id="{F31989AC-7CFC-C116-717E-2471EAADCE3A}"/>
                </a:ext>
              </a:extLst>
            </p:cNvPr>
            <p:cNvGrpSpPr/>
            <p:nvPr/>
          </p:nvGrpSpPr>
          <p:grpSpPr>
            <a:xfrm>
              <a:off x="7969991" y="2873757"/>
              <a:ext cx="1244601" cy="329885"/>
              <a:chOff x="2370394" y="2883649"/>
              <a:chExt cx="1244601" cy="329885"/>
            </a:xfrm>
          </p:grpSpPr>
          <p:sp>
            <p:nvSpPr>
              <p:cNvPr id="64" name="사각형: 둥근 모서리 63">
                <a:extLst>
                  <a:ext uri="{FF2B5EF4-FFF2-40B4-BE49-F238E27FC236}">
                    <a16:creationId xmlns:a16="http://schemas.microsoft.com/office/drawing/2014/main" id="{902BB22C-E4A0-199D-8A73-E2405E565A8F}"/>
                  </a:ext>
                </a:extLst>
              </p:cNvPr>
              <p:cNvSpPr/>
              <p:nvPr/>
            </p:nvSpPr>
            <p:spPr>
              <a:xfrm>
                <a:off x="2449238" y="2955172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/>
              </a:p>
            </p:txBody>
          </p:sp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5D7ECDCC-BC2D-2673-195F-A24DE809103C}"/>
                  </a:ext>
                </a:extLst>
              </p:cNvPr>
              <p:cNvSpPr txBox="1"/>
              <p:nvPr/>
            </p:nvSpPr>
            <p:spPr>
              <a:xfrm>
                <a:off x="2370394" y="2883649"/>
                <a:ext cx="1244601" cy="32988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300" b="1"/>
                  <a:t>00</a:t>
                </a:r>
                <a:r>
                  <a:rPr lang="ko-KR" altLang="en-US" sz="300" b="1"/>
                  <a:t>살</a:t>
                </a:r>
              </a:p>
            </p:txBody>
          </p:sp>
        </p:grpSp>
        <p:grpSp>
          <p:nvGrpSpPr>
            <p:cNvPr id="66" name="그룹 65">
              <a:extLst>
                <a:ext uri="{FF2B5EF4-FFF2-40B4-BE49-F238E27FC236}">
                  <a16:creationId xmlns:a16="http://schemas.microsoft.com/office/drawing/2014/main" id="{61DA93F6-0AB7-F9D5-C799-FC0EDCB293AC}"/>
                </a:ext>
              </a:extLst>
            </p:cNvPr>
            <p:cNvGrpSpPr/>
            <p:nvPr/>
          </p:nvGrpSpPr>
          <p:grpSpPr>
            <a:xfrm>
              <a:off x="7969991" y="3471104"/>
              <a:ext cx="1244601" cy="329885"/>
              <a:chOff x="2370394" y="2883649"/>
              <a:chExt cx="1244601" cy="329885"/>
            </a:xfrm>
          </p:grpSpPr>
          <p:sp>
            <p:nvSpPr>
              <p:cNvPr id="67" name="사각형: 둥근 모서리 66">
                <a:extLst>
                  <a:ext uri="{FF2B5EF4-FFF2-40B4-BE49-F238E27FC236}">
                    <a16:creationId xmlns:a16="http://schemas.microsoft.com/office/drawing/2014/main" id="{65A99D48-4C77-9F19-61EC-214E5ED43EBB}"/>
                  </a:ext>
                </a:extLst>
              </p:cNvPr>
              <p:cNvSpPr/>
              <p:nvPr/>
            </p:nvSpPr>
            <p:spPr>
              <a:xfrm>
                <a:off x="2449238" y="2955172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/>
              </a:p>
            </p:txBody>
          </p: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9BDCD111-4B8C-B291-B04D-5D04FB959B57}"/>
                  </a:ext>
                </a:extLst>
              </p:cNvPr>
              <p:cNvSpPr txBox="1"/>
              <p:nvPr/>
            </p:nvSpPr>
            <p:spPr>
              <a:xfrm>
                <a:off x="2370394" y="2883649"/>
                <a:ext cx="1244601" cy="32988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300" b="1"/>
                  <a:t>00</a:t>
                </a:r>
                <a:r>
                  <a:rPr lang="ko-KR" altLang="en-US" sz="300" b="1"/>
                  <a:t>살</a:t>
                </a:r>
              </a:p>
            </p:txBody>
          </p:sp>
        </p:grpSp>
        <p:grpSp>
          <p:nvGrpSpPr>
            <p:cNvPr id="69" name="그룹 68">
              <a:extLst>
                <a:ext uri="{FF2B5EF4-FFF2-40B4-BE49-F238E27FC236}">
                  <a16:creationId xmlns:a16="http://schemas.microsoft.com/office/drawing/2014/main" id="{9E2105F9-5D0E-559F-05C9-7C4C682B7B7B}"/>
                </a:ext>
              </a:extLst>
            </p:cNvPr>
            <p:cNvGrpSpPr/>
            <p:nvPr/>
          </p:nvGrpSpPr>
          <p:grpSpPr>
            <a:xfrm>
              <a:off x="7969991" y="4070396"/>
              <a:ext cx="1244601" cy="329885"/>
              <a:chOff x="2370394" y="2883649"/>
              <a:chExt cx="1244601" cy="329885"/>
            </a:xfrm>
          </p:grpSpPr>
          <p:sp>
            <p:nvSpPr>
              <p:cNvPr id="70" name="사각형: 둥근 모서리 69">
                <a:extLst>
                  <a:ext uri="{FF2B5EF4-FFF2-40B4-BE49-F238E27FC236}">
                    <a16:creationId xmlns:a16="http://schemas.microsoft.com/office/drawing/2014/main" id="{F4807EBE-A6D8-B05E-FCF2-D0E39B167802}"/>
                  </a:ext>
                </a:extLst>
              </p:cNvPr>
              <p:cNvSpPr/>
              <p:nvPr/>
            </p:nvSpPr>
            <p:spPr>
              <a:xfrm>
                <a:off x="2449238" y="2955172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/>
              </a:p>
            </p:txBody>
          </p:sp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40A9CA22-2A55-B950-BDFB-8D282F8C8A38}"/>
                  </a:ext>
                </a:extLst>
              </p:cNvPr>
              <p:cNvSpPr txBox="1"/>
              <p:nvPr/>
            </p:nvSpPr>
            <p:spPr>
              <a:xfrm>
                <a:off x="2370394" y="2883649"/>
                <a:ext cx="1244601" cy="32988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300" b="1"/>
                  <a:t>00</a:t>
                </a:r>
                <a:r>
                  <a:rPr lang="ko-KR" altLang="en-US" sz="300" b="1"/>
                  <a:t>살</a:t>
                </a:r>
              </a:p>
            </p:txBody>
          </p:sp>
        </p:grpSp>
        <p:grpSp>
          <p:nvGrpSpPr>
            <p:cNvPr id="72" name="그룹 71">
              <a:extLst>
                <a:ext uri="{FF2B5EF4-FFF2-40B4-BE49-F238E27FC236}">
                  <a16:creationId xmlns:a16="http://schemas.microsoft.com/office/drawing/2014/main" id="{8FAE7C27-00B6-0751-A797-1B098DA5DD1E}"/>
                </a:ext>
              </a:extLst>
            </p:cNvPr>
            <p:cNvGrpSpPr/>
            <p:nvPr/>
          </p:nvGrpSpPr>
          <p:grpSpPr>
            <a:xfrm>
              <a:off x="7499672" y="2245710"/>
              <a:ext cx="1244599" cy="329885"/>
              <a:chOff x="3968086" y="2849056"/>
              <a:chExt cx="1244599" cy="329885"/>
            </a:xfrm>
          </p:grpSpPr>
          <p:sp>
            <p:nvSpPr>
              <p:cNvPr id="73" name="사각형: 둥근 모서리 72">
                <a:extLst>
                  <a:ext uri="{FF2B5EF4-FFF2-40B4-BE49-F238E27FC236}">
                    <a16:creationId xmlns:a16="http://schemas.microsoft.com/office/drawing/2014/main" id="{91DB96AE-B3E9-5B66-E946-E1493E36FC6B}"/>
                  </a:ext>
                </a:extLst>
              </p:cNvPr>
              <p:cNvSpPr/>
              <p:nvPr/>
            </p:nvSpPr>
            <p:spPr>
              <a:xfrm>
                <a:off x="4032153" y="2932258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/>
              </a:p>
            </p:txBody>
          </p:sp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544739A7-9AF7-95CC-28F1-C610642074A1}"/>
                  </a:ext>
                </a:extLst>
              </p:cNvPr>
              <p:cNvSpPr txBox="1"/>
              <p:nvPr/>
            </p:nvSpPr>
            <p:spPr>
              <a:xfrm>
                <a:off x="3968086" y="2849056"/>
                <a:ext cx="1244599" cy="32988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300" b="1" dirty="0" err="1">
                    <a:solidFill>
                      <a:schemeClr val="bg1"/>
                    </a:solidFill>
                  </a:rPr>
                  <a:t>에픽</a:t>
                </a:r>
                <a:endParaRPr lang="ko-KR" altLang="en-US" sz="300" b="1" dirty="0">
                  <a:solidFill>
                    <a:schemeClr val="bg1"/>
                  </a:solidFill>
                </a:endParaRPr>
              </a:p>
            </p:txBody>
          </p:sp>
        </p:grpSp>
        <p:grpSp>
          <p:nvGrpSpPr>
            <p:cNvPr id="75" name="그룹 74">
              <a:extLst>
                <a:ext uri="{FF2B5EF4-FFF2-40B4-BE49-F238E27FC236}">
                  <a16:creationId xmlns:a16="http://schemas.microsoft.com/office/drawing/2014/main" id="{7B55F800-5E16-9907-3CD5-7E35F8F96F19}"/>
                </a:ext>
              </a:extLst>
            </p:cNvPr>
            <p:cNvGrpSpPr/>
            <p:nvPr/>
          </p:nvGrpSpPr>
          <p:grpSpPr>
            <a:xfrm>
              <a:off x="7467630" y="2885667"/>
              <a:ext cx="1244599" cy="329885"/>
              <a:chOff x="3941231" y="2872103"/>
              <a:chExt cx="1244599" cy="329885"/>
            </a:xfrm>
          </p:grpSpPr>
          <p:sp>
            <p:nvSpPr>
              <p:cNvPr id="76" name="사각형: 둥근 모서리 75">
                <a:extLst>
                  <a:ext uri="{FF2B5EF4-FFF2-40B4-BE49-F238E27FC236}">
                    <a16:creationId xmlns:a16="http://schemas.microsoft.com/office/drawing/2014/main" id="{52372D76-2113-057B-039B-1E11213CA52A}"/>
                  </a:ext>
                </a:extLst>
              </p:cNvPr>
              <p:cNvSpPr/>
              <p:nvPr/>
            </p:nvSpPr>
            <p:spPr>
              <a:xfrm>
                <a:off x="4032153" y="2932258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/>
              </a:p>
            </p:txBody>
          </p:sp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F3CBF24F-E08C-8C8F-9FDF-37F26E07F181}"/>
                  </a:ext>
                </a:extLst>
              </p:cNvPr>
              <p:cNvSpPr txBox="1"/>
              <p:nvPr/>
            </p:nvSpPr>
            <p:spPr>
              <a:xfrm>
                <a:off x="3941231" y="2872103"/>
                <a:ext cx="1244599" cy="32988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300" b="1" dirty="0" err="1">
                    <a:solidFill>
                      <a:schemeClr val="bg1"/>
                    </a:solidFill>
                  </a:rPr>
                  <a:t>에픽</a:t>
                </a:r>
                <a:endParaRPr lang="ko-KR" altLang="en-US" sz="300" b="1" dirty="0">
                  <a:solidFill>
                    <a:schemeClr val="bg1"/>
                  </a:solidFill>
                </a:endParaRPr>
              </a:p>
            </p:txBody>
          </p:sp>
        </p:grpSp>
        <p:grpSp>
          <p:nvGrpSpPr>
            <p:cNvPr id="78" name="그룹 77">
              <a:extLst>
                <a:ext uri="{FF2B5EF4-FFF2-40B4-BE49-F238E27FC236}">
                  <a16:creationId xmlns:a16="http://schemas.microsoft.com/office/drawing/2014/main" id="{C226A394-A384-86F1-87D7-2D6200A85660}"/>
                </a:ext>
              </a:extLst>
            </p:cNvPr>
            <p:cNvGrpSpPr/>
            <p:nvPr/>
          </p:nvGrpSpPr>
          <p:grpSpPr>
            <a:xfrm>
              <a:off x="7472817" y="3483156"/>
              <a:ext cx="1244599" cy="329885"/>
              <a:chOff x="3941231" y="2872103"/>
              <a:chExt cx="1244599" cy="329885"/>
            </a:xfrm>
          </p:grpSpPr>
          <p:sp>
            <p:nvSpPr>
              <p:cNvPr id="79" name="사각형: 둥근 모서리 78">
                <a:extLst>
                  <a:ext uri="{FF2B5EF4-FFF2-40B4-BE49-F238E27FC236}">
                    <a16:creationId xmlns:a16="http://schemas.microsoft.com/office/drawing/2014/main" id="{81E51015-4654-7131-2477-94DD395A961F}"/>
                  </a:ext>
                </a:extLst>
              </p:cNvPr>
              <p:cNvSpPr/>
              <p:nvPr/>
            </p:nvSpPr>
            <p:spPr>
              <a:xfrm>
                <a:off x="4032153" y="2932258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/>
              </a:p>
            </p:txBody>
          </p:sp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0221EC41-27DD-AC63-1A7D-B68A47C85D72}"/>
                  </a:ext>
                </a:extLst>
              </p:cNvPr>
              <p:cNvSpPr txBox="1"/>
              <p:nvPr/>
            </p:nvSpPr>
            <p:spPr>
              <a:xfrm>
                <a:off x="3941231" y="2872103"/>
                <a:ext cx="1244599" cy="32988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300" b="1">
                    <a:solidFill>
                      <a:schemeClr val="bg1"/>
                    </a:solidFill>
                  </a:rPr>
                  <a:t>에픽</a:t>
                </a:r>
              </a:p>
            </p:txBody>
          </p:sp>
        </p:grpSp>
        <p:grpSp>
          <p:nvGrpSpPr>
            <p:cNvPr id="81" name="그룹 80">
              <a:extLst>
                <a:ext uri="{FF2B5EF4-FFF2-40B4-BE49-F238E27FC236}">
                  <a16:creationId xmlns:a16="http://schemas.microsoft.com/office/drawing/2014/main" id="{0A6FA66F-FB57-73CE-E8F9-2E7F8109BB2D}"/>
                </a:ext>
              </a:extLst>
            </p:cNvPr>
            <p:cNvGrpSpPr/>
            <p:nvPr/>
          </p:nvGrpSpPr>
          <p:grpSpPr>
            <a:xfrm>
              <a:off x="7467630" y="4081016"/>
              <a:ext cx="1244599" cy="329885"/>
              <a:chOff x="3941231" y="2872103"/>
              <a:chExt cx="1244599" cy="329885"/>
            </a:xfrm>
          </p:grpSpPr>
          <p:sp>
            <p:nvSpPr>
              <p:cNvPr id="82" name="사각형: 둥근 모서리 81">
                <a:extLst>
                  <a:ext uri="{FF2B5EF4-FFF2-40B4-BE49-F238E27FC236}">
                    <a16:creationId xmlns:a16="http://schemas.microsoft.com/office/drawing/2014/main" id="{FFCC41B5-A280-49CE-4DBA-C2DCADF3C596}"/>
                  </a:ext>
                </a:extLst>
              </p:cNvPr>
              <p:cNvSpPr/>
              <p:nvPr/>
            </p:nvSpPr>
            <p:spPr>
              <a:xfrm>
                <a:off x="4032153" y="2932258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/>
              </a:p>
            </p:txBody>
          </p:sp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A669D1AB-3D0E-A030-2E7D-1B3A6997F1F2}"/>
                  </a:ext>
                </a:extLst>
              </p:cNvPr>
              <p:cNvSpPr txBox="1"/>
              <p:nvPr/>
            </p:nvSpPr>
            <p:spPr>
              <a:xfrm>
                <a:off x="3941231" y="2872103"/>
                <a:ext cx="1244599" cy="32988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300" b="1">
                    <a:solidFill>
                      <a:schemeClr val="bg1"/>
                    </a:solidFill>
                  </a:rPr>
                  <a:t>에픽</a:t>
                </a:r>
              </a:p>
            </p:txBody>
          </p:sp>
        </p:grpSp>
        <p:grpSp>
          <p:nvGrpSpPr>
            <p:cNvPr id="84" name="그룹 83">
              <a:extLst>
                <a:ext uri="{FF2B5EF4-FFF2-40B4-BE49-F238E27FC236}">
                  <a16:creationId xmlns:a16="http://schemas.microsoft.com/office/drawing/2014/main" id="{A034321E-85A0-86D0-3515-1FC753633E22}"/>
                </a:ext>
              </a:extLst>
            </p:cNvPr>
            <p:cNvGrpSpPr/>
            <p:nvPr/>
          </p:nvGrpSpPr>
          <p:grpSpPr>
            <a:xfrm>
              <a:off x="9690808" y="1330560"/>
              <a:ext cx="1141042" cy="443354"/>
              <a:chOff x="6711477" y="1465221"/>
              <a:chExt cx="1416357" cy="550328"/>
            </a:xfrm>
          </p:grpSpPr>
          <p:sp>
            <p:nvSpPr>
              <p:cNvPr id="85" name="사각형: 둥근 모서리 84">
                <a:extLst>
                  <a:ext uri="{FF2B5EF4-FFF2-40B4-BE49-F238E27FC236}">
                    <a16:creationId xmlns:a16="http://schemas.microsoft.com/office/drawing/2014/main" id="{9FAFE911-8D05-252C-62F7-6CDBA14E7A6D}"/>
                  </a:ext>
                </a:extLst>
              </p:cNvPr>
              <p:cNvSpPr/>
              <p:nvPr/>
            </p:nvSpPr>
            <p:spPr>
              <a:xfrm>
                <a:off x="6839352" y="1586038"/>
                <a:ext cx="955998" cy="274512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9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/>
              </a:p>
            </p:txBody>
          </p:sp>
          <p:pic>
            <p:nvPicPr>
              <p:cNvPr id="86" name="그림 85">
                <a:extLst>
                  <a:ext uri="{FF2B5EF4-FFF2-40B4-BE49-F238E27FC236}">
                    <a16:creationId xmlns:a16="http://schemas.microsoft.com/office/drawing/2014/main" id="{8F7F390F-9D24-E9CA-FE31-A5C4A0EF2D1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711477" y="1465221"/>
                <a:ext cx="548711" cy="548711"/>
              </a:xfrm>
              <a:prstGeom prst="rect">
                <a:avLst/>
              </a:prstGeom>
            </p:spPr>
          </p:pic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CA6982E6-E7DA-136E-71B5-A3A52741B8D2}"/>
                  </a:ext>
                </a:extLst>
              </p:cNvPr>
              <p:cNvSpPr txBox="1"/>
              <p:nvPr/>
            </p:nvSpPr>
            <p:spPr>
              <a:xfrm>
                <a:off x="6883235" y="1560570"/>
                <a:ext cx="1244599" cy="4549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400" b="1"/>
                  <a:t>5,000</a:t>
                </a:r>
                <a:endParaRPr lang="ko-KR" altLang="en-US" sz="400" b="1"/>
              </a:p>
            </p:txBody>
          </p:sp>
        </p:grpSp>
        <p:sp>
          <p:nvSpPr>
            <p:cNvPr id="88" name="사각형: 둥근 모서리 87">
              <a:extLst>
                <a:ext uri="{FF2B5EF4-FFF2-40B4-BE49-F238E27FC236}">
                  <a16:creationId xmlns:a16="http://schemas.microsoft.com/office/drawing/2014/main" id="{69EBBAFF-06EC-8CE0-C3D7-37943B4A8B26}"/>
                </a:ext>
              </a:extLst>
            </p:cNvPr>
            <p:cNvSpPr/>
            <p:nvPr/>
          </p:nvSpPr>
          <p:spPr>
            <a:xfrm>
              <a:off x="8365481" y="1411603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pic>
          <p:nvPicPr>
            <p:cNvPr id="89" name="Picture 4" descr="상점 아이콘 구매 기호입니다 장바구니 아이콘재고에 대 한 가방에 대한 스톡 벡터 아트 및 기타 이미지 - 가방, 고객, 구매 -  iStock">
              <a:extLst>
                <a:ext uri="{FF2B5EF4-FFF2-40B4-BE49-F238E27FC236}">
                  <a16:creationId xmlns:a16="http://schemas.microsoft.com/office/drawing/2014/main" id="{00F54643-A3D1-5138-5FD4-A4167B56E21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4">
              <a:extLst>
                <a:ext uri="{BEBA8EAE-BF5A-486C-A8C5-ECC9F3942E4B}">
                  <a14:imgProps xmlns:a14="http://schemas.microsoft.com/office/drawing/2010/main">
                    <a14:imgLayer r:embed="rId15">
                      <a14:imgEffect>
                        <a14:backgroundRemoval t="10000" b="90000" l="10000" r="90000">
                          <a14:foregroundMark x1="46154" y1="42067" x2="53846" y2="41106"/>
                          <a14:foregroundMark x1="63462" y1="32452" x2="63462" y2="32452"/>
                          <a14:foregroundMark x1="41587" y1="29087" x2="40144" y2="29567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354536" y="1377806"/>
              <a:ext cx="385763" cy="3857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0" name="Picture 8" descr="Eggs - Free food icons">
              <a:extLst>
                <a:ext uri="{FF2B5EF4-FFF2-40B4-BE49-F238E27FC236}">
                  <a16:creationId xmlns:a16="http://schemas.microsoft.com/office/drawing/2014/main" id="{A67A68B5-94CC-5B1D-6590-B8B0C3B87C6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973224" y="1442971"/>
              <a:ext cx="241884" cy="24188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91" name="사각형: 둥근 모서리 90">
              <a:extLst>
                <a:ext uri="{FF2B5EF4-FFF2-40B4-BE49-F238E27FC236}">
                  <a16:creationId xmlns:a16="http://schemas.microsoft.com/office/drawing/2014/main" id="{A19D6804-D94C-2F16-AA9D-A091306CA2A7}"/>
                </a:ext>
              </a:extLst>
            </p:cNvPr>
            <p:cNvSpPr/>
            <p:nvPr/>
          </p:nvSpPr>
          <p:spPr>
            <a:xfrm>
              <a:off x="9203463" y="1406610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pic>
          <p:nvPicPr>
            <p:cNvPr id="92" name="Picture 2" descr="설정 - 무료 ui개 아이콘">
              <a:extLst>
                <a:ext uri="{FF2B5EF4-FFF2-40B4-BE49-F238E27FC236}">
                  <a16:creationId xmlns:a16="http://schemas.microsoft.com/office/drawing/2014/main" id="{0A0FC300-994F-DFFC-59ED-6509264DC8D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255628" y="1428625"/>
              <a:ext cx="265099" cy="26509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313844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그룹 3">
            <a:extLst>
              <a:ext uri="{FF2B5EF4-FFF2-40B4-BE49-F238E27FC236}">
                <a16:creationId xmlns:a16="http://schemas.microsoft.com/office/drawing/2014/main" id="{55E565CE-0691-408D-91A0-81EBAB657CAF}"/>
              </a:ext>
            </a:extLst>
          </p:cNvPr>
          <p:cNvGrpSpPr/>
          <p:nvPr/>
        </p:nvGrpSpPr>
        <p:grpSpPr>
          <a:xfrm>
            <a:off x="1156631" y="1701513"/>
            <a:ext cx="4489873" cy="3186752"/>
            <a:chOff x="615853" y="1361895"/>
            <a:chExt cx="4489873" cy="3186752"/>
          </a:xfrm>
        </p:grpSpPr>
        <p:sp>
          <p:nvSpPr>
            <p:cNvPr id="17" name="사각형: 둥근 모서리 16">
              <a:extLst>
                <a:ext uri="{FF2B5EF4-FFF2-40B4-BE49-F238E27FC236}">
                  <a16:creationId xmlns:a16="http://schemas.microsoft.com/office/drawing/2014/main" id="{550FF361-3558-476D-B131-009518BF2BB2}"/>
                </a:ext>
              </a:extLst>
            </p:cNvPr>
            <p:cNvSpPr/>
            <p:nvPr/>
          </p:nvSpPr>
          <p:spPr>
            <a:xfrm>
              <a:off x="615853" y="1754647"/>
              <a:ext cx="2200521" cy="2794000"/>
            </a:xfrm>
            <a:prstGeom prst="roundRect">
              <a:avLst>
                <a:gd name="adj" fmla="val 2239"/>
              </a:avLst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8" name="사각형: 둥근 모서리 17">
              <a:extLst>
                <a:ext uri="{FF2B5EF4-FFF2-40B4-BE49-F238E27FC236}">
                  <a16:creationId xmlns:a16="http://schemas.microsoft.com/office/drawing/2014/main" id="{B7C9D77B-7437-4174-80B1-74D23C37BDE9}"/>
                </a:ext>
              </a:extLst>
            </p:cNvPr>
            <p:cNvSpPr/>
            <p:nvPr/>
          </p:nvSpPr>
          <p:spPr>
            <a:xfrm>
              <a:off x="1190128" y="1443497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9" name="사각형: 둥근 모서리 18">
              <a:extLst>
                <a:ext uri="{FF2B5EF4-FFF2-40B4-BE49-F238E27FC236}">
                  <a16:creationId xmlns:a16="http://schemas.microsoft.com/office/drawing/2014/main" id="{3932DD00-A58A-4192-A77B-CA8D50085468}"/>
                </a:ext>
              </a:extLst>
            </p:cNvPr>
            <p:cNvSpPr/>
            <p:nvPr/>
          </p:nvSpPr>
          <p:spPr>
            <a:xfrm>
              <a:off x="761546" y="1440062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20" name="사각형: 둥근 모서리 19">
              <a:extLst>
                <a:ext uri="{FF2B5EF4-FFF2-40B4-BE49-F238E27FC236}">
                  <a16:creationId xmlns:a16="http://schemas.microsoft.com/office/drawing/2014/main" id="{E59DC630-D10B-42C8-9B33-E43EEA8D3CDB}"/>
                </a:ext>
              </a:extLst>
            </p:cNvPr>
            <p:cNvSpPr/>
            <p:nvPr/>
          </p:nvSpPr>
          <p:spPr>
            <a:xfrm>
              <a:off x="1635732" y="1443497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pic>
          <p:nvPicPr>
            <p:cNvPr id="21" name="Picture 2" descr="잎 - 무료 자연개 아이콘">
              <a:extLst>
                <a:ext uri="{FF2B5EF4-FFF2-40B4-BE49-F238E27FC236}">
                  <a16:creationId xmlns:a16="http://schemas.microsoft.com/office/drawing/2014/main" id="{252A5A3F-3955-4E86-9AE6-B19095A9B16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243898" y="1472369"/>
              <a:ext cx="251234" cy="25123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2" name="Picture 2" descr="Material 디자인 스타일의 달팽이 아이콘">
              <a:extLst>
                <a:ext uri="{FF2B5EF4-FFF2-40B4-BE49-F238E27FC236}">
                  <a16:creationId xmlns:a16="http://schemas.microsoft.com/office/drawing/2014/main" id="{4114790D-874A-4EA3-88A3-20AE3551CB0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ackgroundRemoval t="10000" b="90000" l="8750" r="91250">
                          <a14:foregroundMark x1="90833" y1="41250" x2="90833" y2="41250"/>
                          <a14:foregroundMark x1="91250" y1="16167" x2="91250" y2="16167"/>
                          <a14:foregroundMark x1="8750" y1="46000" x2="8750" y2="46000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92355" y="1446932"/>
              <a:ext cx="297156" cy="29715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3" name="사각형: 둥근 모서리 22">
              <a:extLst>
                <a:ext uri="{FF2B5EF4-FFF2-40B4-BE49-F238E27FC236}">
                  <a16:creationId xmlns:a16="http://schemas.microsoft.com/office/drawing/2014/main" id="{1F6CE2CE-A65A-4D90-A2F9-D48DCDD2087A}"/>
                </a:ext>
              </a:extLst>
            </p:cNvPr>
            <p:cNvSpPr/>
            <p:nvPr/>
          </p:nvSpPr>
          <p:spPr>
            <a:xfrm>
              <a:off x="2816374" y="1747523"/>
              <a:ext cx="2200521" cy="2794000"/>
            </a:xfrm>
            <a:prstGeom prst="roundRect">
              <a:avLst>
                <a:gd name="adj" fmla="val 2239"/>
              </a:avLst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24" name="사각형: 둥근 모서리 23">
              <a:extLst>
                <a:ext uri="{FF2B5EF4-FFF2-40B4-BE49-F238E27FC236}">
                  <a16:creationId xmlns:a16="http://schemas.microsoft.com/office/drawing/2014/main" id="{1B0589F0-F1AD-4D2C-BA43-BAC6C17ED1B1}"/>
                </a:ext>
              </a:extLst>
            </p:cNvPr>
            <p:cNvSpPr/>
            <p:nvPr/>
          </p:nvSpPr>
          <p:spPr>
            <a:xfrm>
              <a:off x="3060603" y="1880787"/>
              <a:ext cx="1668560" cy="276559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grpSp>
          <p:nvGrpSpPr>
            <p:cNvPr id="25" name="그룹 24">
              <a:extLst>
                <a:ext uri="{FF2B5EF4-FFF2-40B4-BE49-F238E27FC236}">
                  <a16:creationId xmlns:a16="http://schemas.microsoft.com/office/drawing/2014/main" id="{4A495CF4-943B-4930-9E04-ECD00241C1C2}"/>
                </a:ext>
              </a:extLst>
            </p:cNvPr>
            <p:cNvGrpSpPr/>
            <p:nvPr/>
          </p:nvGrpSpPr>
          <p:grpSpPr>
            <a:xfrm>
              <a:off x="3108360" y="1919557"/>
              <a:ext cx="200148" cy="200148"/>
              <a:chOff x="3690370" y="5044952"/>
              <a:chExt cx="323850" cy="323850"/>
            </a:xfrm>
          </p:grpSpPr>
          <p:sp>
            <p:nvSpPr>
              <p:cNvPr id="95" name="사각형: 둥근 모서리 94">
                <a:extLst>
                  <a:ext uri="{FF2B5EF4-FFF2-40B4-BE49-F238E27FC236}">
                    <a16:creationId xmlns:a16="http://schemas.microsoft.com/office/drawing/2014/main" id="{3160BCA7-3EAE-42A7-9CDF-DEC74545D977}"/>
                  </a:ext>
                </a:extLst>
              </p:cNvPr>
              <p:cNvSpPr/>
              <p:nvPr/>
            </p:nvSpPr>
            <p:spPr>
              <a:xfrm>
                <a:off x="3690370" y="5044952"/>
                <a:ext cx="323850" cy="323850"/>
              </a:xfrm>
              <a:prstGeom prst="roundRect">
                <a:avLst/>
              </a:prstGeom>
              <a:solidFill>
                <a:schemeClr val="bg2">
                  <a:lumMod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/>
              </a:p>
            </p:txBody>
          </p:sp>
          <p:pic>
            <p:nvPicPr>
              <p:cNvPr id="96" name="Picture 2" descr="연필 - 무료 편집 도구개 아이콘">
                <a:extLst>
                  <a:ext uri="{FF2B5EF4-FFF2-40B4-BE49-F238E27FC236}">
                    <a16:creationId xmlns:a16="http://schemas.microsoft.com/office/drawing/2014/main" id="{AF2FF7CF-87F2-43A0-847F-629FE1DF370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742086" y="5096668"/>
                <a:ext cx="220417" cy="22041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26" name="TextBox 31">
              <a:extLst>
                <a:ext uri="{FF2B5EF4-FFF2-40B4-BE49-F238E27FC236}">
                  <a16:creationId xmlns:a16="http://schemas.microsoft.com/office/drawing/2014/main" id="{740C43D0-EDD0-4BDD-B471-307147BDF561}"/>
                </a:ext>
              </a:extLst>
            </p:cNvPr>
            <p:cNvSpPr txBox="1"/>
            <p:nvPr/>
          </p:nvSpPr>
          <p:spPr>
            <a:xfrm>
              <a:off x="3294334" y="1897413"/>
              <a:ext cx="124460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ko-KR" altLang="en-US" sz="1100" b="1"/>
                <a:t>달팽이 이름</a:t>
              </a:r>
            </a:p>
          </p:txBody>
        </p:sp>
        <p:grpSp>
          <p:nvGrpSpPr>
            <p:cNvPr id="27" name="그룹 26">
              <a:extLst>
                <a:ext uri="{FF2B5EF4-FFF2-40B4-BE49-F238E27FC236}">
                  <a16:creationId xmlns:a16="http://schemas.microsoft.com/office/drawing/2014/main" id="{8F705DE4-F7D8-4C86-9E46-56B93CF6805D}"/>
                </a:ext>
              </a:extLst>
            </p:cNvPr>
            <p:cNvGrpSpPr/>
            <p:nvPr/>
          </p:nvGrpSpPr>
          <p:grpSpPr>
            <a:xfrm>
              <a:off x="4746951" y="1635022"/>
              <a:ext cx="358775" cy="358775"/>
              <a:chOff x="4746951" y="1635022"/>
              <a:chExt cx="358775" cy="358775"/>
            </a:xfrm>
          </p:grpSpPr>
          <p:sp>
            <p:nvSpPr>
              <p:cNvPr id="93" name="사각형: 둥근 모서리 92">
                <a:extLst>
                  <a:ext uri="{FF2B5EF4-FFF2-40B4-BE49-F238E27FC236}">
                    <a16:creationId xmlns:a16="http://schemas.microsoft.com/office/drawing/2014/main" id="{E821C8CD-B67E-49D9-BD5D-B191370A5B74}"/>
                  </a:ext>
                </a:extLst>
              </p:cNvPr>
              <p:cNvSpPr/>
              <p:nvPr/>
            </p:nvSpPr>
            <p:spPr>
              <a:xfrm>
                <a:off x="4764088" y="1652273"/>
                <a:ext cx="323850" cy="323850"/>
              </a:xfrm>
              <a:prstGeom prst="roundRect">
                <a:avLst/>
              </a:prstGeom>
              <a:solidFill>
                <a:schemeClr val="bg2">
                  <a:lumMod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/>
              </a:p>
            </p:txBody>
          </p:sp>
          <p:sp>
            <p:nvSpPr>
              <p:cNvPr id="94" name="곱하기 기호 93">
                <a:extLst>
                  <a:ext uri="{FF2B5EF4-FFF2-40B4-BE49-F238E27FC236}">
                    <a16:creationId xmlns:a16="http://schemas.microsoft.com/office/drawing/2014/main" id="{874EA15A-0C41-4D67-9CB6-279A22BF5AB7}"/>
                  </a:ext>
                </a:extLst>
              </p:cNvPr>
              <p:cNvSpPr/>
              <p:nvPr/>
            </p:nvSpPr>
            <p:spPr>
              <a:xfrm>
                <a:off x="4746951" y="1635022"/>
                <a:ext cx="358775" cy="358775"/>
              </a:xfrm>
              <a:prstGeom prst="mathMultiply">
                <a:avLst>
                  <a:gd name="adj1" fmla="val 16941"/>
                </a:avLst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/>
              </a:p>
            </p:txBody>
          </p:sp>
        </p:grpSp>
        <p:sp>
          <p:nvSpPr>
            <p:cNvPr id="28" name="TextBox 38">
              <a:extLst>
                <a:ext uri="{FF2B5EF4-FFF2-40B4-BE49-F238E27FC236}">
                  <a16:creationId xmlns:a16="http://schemas.microsoft.com/office/drawing/2014/main" id="{02DCC98B-8E68-49AB-B26B-5D697CAF690F}"/>
                </a:ext>
              </a:extLst>
            </p:cNvPr>
            <p:cNvSpPr txBox="1"/>
            <p:nvPr/>
          </p:nvSpPr>
          <p:spPr>
            <a:xfrm>
              <a:off x="1109765" y="1794285"/>
              <a:ext cx="124460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ko-KR" altLang="en-US" sz="1100" b="1"/>
                <a:t>보유 특징</a:t>
              </a:r>
            </a:p>
          </p:txBody>
        </p:sp>
        <p:grpSp>
          <p:nvGrpSpPr>
            <p:cNvPr id="29" name="그룹 28">
              <a:extLst>
                <a:ext uri="{FF2B5EF4-FFF2-40B4-BE49-F238E27FC236}">
                  <a16:creationId xmlns:a16="http://schemas.microsoft.com/office/drawing/2014/main" id="{466879B4-6325-4BD7-AD08-DC04CE176DA1}"/>
                </a:ext>
              </a:extLst>
            </p:cNvPr>
            <p:cNvGrpSpPr/>
            <p:nvPr/>
          </p:nvGrpSpPr>
          <p:grpSpPr>
            <a:xfrm>
              <a:off x="3411760" y="1361895"/>
              <a:ext cx="1141042" cy="442052"/>
              <a:chOff x="6711477" y="1465221"/>
              <a:chExt cx="1416357" cy="548711"/>
            </a:xfrm>
          </p:grpSpPr>
          <p:sp>
            <p:nvSpPr>
              <p:cNvPr id="90" name="사각형: 둥근 모서리 89">
                <a:extLst>
                  <a:ext uri="{FF2B5EF4-FFF2-40B4-BE49-F238E27FC236}">
                    <a16:creationId xmlns:a16="http://schemas.microsoft.com/office/drawing/2014/main" id="{5A830B04-1EC7-4523-BB98-9C0366D1EA8D}"/>
                  </a:ext>
                </a:extLst>
              </p:cNvPr>
              <p:cNvSpPr/>
              <p:nvPr/>
            </p:nvSpPr>
            <p:spPr>
              <a:xfrm>
                <a:off x="6839352" y="1586038"/>
                <a:ext cx="955998" cy="274512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9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/>
              </a:p>
            </p:txBody>
          </p:sp>
          <p:pic>
            <p:nvPicPr>
              <p:cNvPr id="91" name="그림 90">
                <a:extLst>
                  <a:ext uri="{FF2B5EF4-FFF2-40B4-BE49-F238E27FC236}">
                    <a16:creationId xmlns:a16="http://schemas.microsoft.com/office/drawing/2014/main" id="{4DAF5DB5-2770-4E2F-9969-94E60FDAF22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711477" y="1465221"/>
                <a:ext cx="548711" cy="548711"/>
              </a:xfrm>
              <a:prstGeom prst="rect">
                <a:avLst/>
              </a:prstGeom>
            </p:spPr>
          </p:pic>
          <p:sp>
            <p:nvSpPr>
              <p:cNvPr id="92" name="TextBox 89">
                <a:extLst>
                  <a:ext uri="{FF2B5EF4-FFF2-40B4-BE49-F238E27FC236}">
                    <a16:creationId xmlns:a16="http://schemas.microsoft.com/office/drawing/2014/main" id="{E1A18C31-6C8B-4E3B-B991-B0D8D09F1EAE}"/>
                  </a:ext>
                </a:extLst>
              </p:cNvPr>
              <p:cNvSpPr txBox="1"/>
              <p:nvPr/>
            </p:nvSpPr>
            <p:spPr>
              <a:xfrm>
                <a:off x="6883235" y="1560569"/>
                <a:ext cx="1244599" cy="3151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050" b="1"/>
                  <a:t>5,000</a:t>
                </a:r>
                <a:endParaRPr lang="ko-KR" altLang="en-US" sz="1050" b="1"/>
              </a:p>
            </p:txBody>
          </p:sp>
        </p:grpSp>
        <p:sp>
          <p:nvSpPr>
            <p:cNvPr id="30" name="사각형: 둥근 모서리 29">
              <a:extLst>
                <a:ext uri="{FF2B5EF4-FFF2-40B4-BE49-F238E27FC236}">
                  <a16:creationId xmlns:a16="http://schemas.microsoft.com/office/drawing/2014/main" id="{71F0581B-C092-4CB6-A80A-DD06B5E32C5E}"/>
                </a:ext>
              </a:extLst>
            </p:cNvPr>
            <p:cNvSpPr/>
            <p:nvPr/>
          </p:nvSpPr>
          <p:spPr>
            <a:xfrm>
              <a:off x="2086434" y="1442937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pic>
          <p:nvPicPr>
            <p:cNvPr id="31" name="Picture 4" descr="상점 아이콘 구매 기호입니다 장바구니 아이콘재고에 대 한 가방에 대한 스톡 벡터 아트 및 기타 이미지 - 가방, 고객, 구매 -  iStock">
              <a:extLst>
                <a:ext uri="{FF2B5EF4-FFF2-40B4-BE49-F238E27FC236}">
                  <a16:creationId xmlns:a16="http://schemas.microsoft.com/office/drawing/2014/main" id="{39741715-983A-44AD-8DE8-37B5D7BF859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backgroundRemoval t="10000" b="90000" l="10000" r="90000">
                          <a14:foregroundMark x1="46154" y1="42067" x2="53846" y2="41106"/>
                          <a14:foregroundMark x1="63462" y1="32452" x2="63462" y2="32452"/>
                          <a14:foregroundMark x1="41587" y1="29087" x2="40144" y2="29567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075489" y="1409140"/>
              <a:ext cx="385763" cy="3857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2" name="Picture 8" descr="Eggs - Free food icons">
              <a:extLst>
                <a:ext uri="{FF2B5EF4-FFF2-40B4-BE49-F238E27FC236}">
                  <a16:creationId xmlns:a16="http://schemas.microsoft.com/office/drawing/2014/main" id="{BAF861CD-7E49-4CFC-BE77-BBA975B33CD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694177" y="1474305"/>
              <a:ext cx="241884" cy="24188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3" name="사각형: 둥근 모서리 32">
              <a:extLst>
                <a:ext uri="{FF2B5EF4-FFF2-40B4-BE49-F238E27FC236}">
                  <a16:creationId xmlns:a16="http://schemas.microsoft.com/office/drawing/2014/main" id="{BC47BEDE-5E21-44F6-9242-68091E087E1C}"/>
                </a:ext>
              </a:extLst>
            </p:cNvPr>
            <p:cNvSpPr/>
            <p:nvPr/>
          </p:nvSpPr>
          <p:spPr>
            <a:xfrm>
              <a:off x="2924416" y="1437944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pic>
          <p:nvPicPr>
            <p:cNvPr id="34" name="Picture 2" descr="설정 - 무료 ui개 아이콘">
              <a:extLst>
                <a:ext uri="{FF2B5EF4-FFF2-40B4-BE49-F238E27FC236}">
                  <a16:creationId xmlns:a16="http://schemas.microsoft.com/office/drawing/2014/main" id="{CD51C124-F2C5-45D7-BF8C-2AE8F8AB8ED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976581" y="1459959"/>
              <a:ext cx="265099" cy="26509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5" name="Picture 2">
              <a:extLst>
                <a:ext uri="{FF2B5EF4-FFF2-40B4-BE49-F238E27FC236}">
                  <a16:creationId xmlns:a16="http://schemas.microsoft.com/office/drawing/2014/main" id="{F7F16009-B5A7-4E35-A3B7-3990403B5FA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BEBA8EAE-BF5A-486C-A8C5-ECC9F3942E4B}">
                  <a14:imgProps xmlns:a14="http://schemas.microsoft.com/office/drawing/2010/main">
                    <a14:imgLayer r:embed="rId12">
                      <a14:imgEffect>
                        <a14:backgroundRemoval t="10000" b="90000" l="10000" r="9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164581" y="2232206"/>
              <a:ext cx="1586360" cy="133254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6" name="사각형: 둥근 모서리 35">
              <a:extLst>
                <a:ext uri="{FF2B5EF4-FFF2-40B4-BE49-F238E27FC236}">
                  <a16:creationId xmlns:a16="http://schemas.microsoft.com/office/drawing/2014/main" id="{8238AC5E-1F90-4CCE-A4F7-55F7B9BC5A3D}"/>
                </a:ext>
              </a:extLst>
            </p:cNvPr>
            <p:cNvSpPr/>
            <p:nvPr/>
          </p:nvSpPr>
          <p:spPr>
            <a:xfrm>
              <a:off x="942422" y="2091953"/>
              <a:ext cx="1775262" cy="508000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37" name="TextBox 97">
              <a:extLst>
                <a:ext uri="{FF2B5EF4-FFF2-40B4-BE49-F238E27FC236}">
                  <a16:creationId xmlns:a16="http://schemas.microsoft.com/office/drawing/2014/main" id="{33184209-06B5-4811-BF1B-4385653C1E4F}"/>
                </a:ext>
              </a:extLst>
            </p:cNvPr>
            <p:cNvSpPr txBox="1"/>
            <p:nvPr/>
          </p:nvSpPr>
          <p:spPr>
            <a:xfrm>
              <a:off x="958553" y="2127271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b="1"/>
                <a:t>패각 이름</a:t>
              </a:r>
            </a:p>
          </p:txBody>
        </p:sp>
        <p:sp>
          <p:nvSpPr>
            <p:cNvPr id="38" name="TextBox 98">
              <a:extLst>
                <a:ext uri="{FF2B5EF4-FFF2-40B4-BE49-F238E27FC236}">
                  <a16:creationId xmlns:a16="http://schemas.microsoft.com/office/drawing/2014/main" id="{29D5452D-DFB1-4F97-BE10-96CB6E809228}"/>
                </a:ext>
              </a:extLst>
            </p:cNvPr>
            <p:cNvSpPr txBox="1"/>
            <p:nvPr/>
          </p:nvSpPr>
          <p:spPr>
            <a:xfrm>
              <a:off x="954838" y="2321204"/>
              <a:ext cx="162951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b="1"/>
                <a:t>패각 설명 어쩌구저쩌구</a:t>
              </a:r>
            </a:p>
          </p:txBody>
        </p:sp>
        <p:sp>
          <p:nvSpPr>
            <p:cNvPr id="39" name="타원 38">
              <a:extLst>
                <a:ext uri="{FF2B5EF4-FFF2-40B4-BE49-F238E27FC236}">
                  <a16:creationId xmlns:a16="http://schemas.microsoft.com/office/drawing/2014/main" id="{A99F6290-0311-4686-B44B-CC655B928DAD}"/>
                </a:ext>
              </a:extLst>
            </p:cNvPr>
            <p:cNvSpPr/>
            <p:nvPr/>
          </p:nvSpPr>
          <p:spPr>
            <a:xfrm>
              <a:off x="712508" y="2187082"/>
              <a:ext cx="317742" cy="317742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grpSp>
          <p:nvGrpSpPr>
            <p:cNvPr id="40" name="그룹 39">
              <a:extLst>
                <a:ext uri="{FF2B5EF4-FFF2-40B4-BE49-F238E27FC236}">
                  <a16:creationId xmlns:a16="http://schemas.microsoft.com/office/drawing/2014/main" id="{B6FBB534-9525-4D1B-AEB5-3BE9E36DDD7E}"/>
                </a:ext>
              </a:extLst>
            </p:cNvPr>
            <p:cNvGrpSpPr/>
            <p:nvPr/>
          </p:nvGrpSpPr>
          <p:grpSpPr>
            <a:xfrm>
              <a:off x="2195257" y="2115121"/>
              <a:ext cx="1256151" cy="230832"/>
              <a:chOff x="3664169" y="2092252"/>
              <a:chExt cx="1256151" cy="230832"/>
            </a:xfrm>
          </p:grpSpPr>
          <p:sp>
            <p:nvSpPr>
              <p:cNvPr id="88" name="사각형: 둥근 모서리 87">
                <a:extLst>
                  <a:ext uri="{FF2B5EF4-FFF2-40B4-BE49-F238E27FC236}">
                    <a16:creationId xmlns:a16="http://schemas.microsoft.com/office/drawing/2014/main" id="{BE927DB0-3118-41D8-8786-C22B18424F0E}"/>
                  </a:ext>
                </a:extLst>
              </p:cNvPr>
              <p:cNvSpPr/>
              <p:nvPr/>
            </p:nvSpPr>
            <p:spPr>
              <a:xfrm>
                <a:off x="3664169" y="2118861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/>
              </a:p>
            </p:txBody>
          </p:sp>
          <p:sp>
            <p:nvSpPr>
              <p:cNvPr id="89" name="TextBox 33">
                <a:extLst>
                  <a:ext uri="{FF2B5EF4-FFF2-40B4-BE49-F238E27FC236}">
                    <a16:creationId xmlns:a16="http://schemas.microsoft.com/office/drawing/2014/main" id="{28BAA9AD-EFDE-4235-9A48-9A6DC2F2D860}"/>
                  </a:ext>
                </a:extLst>
              </p:cNvPr>
              <p:cNvSpPr txBox="1"/>
              <p:nvPr/>
            </p:nvSpPr>
            <p:spPr>
              <a:xfrm>
                <a:off x="3675720" y="2092252"/>
                <a:ext cx="1244600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ko-KR" altLang="en-US" sz="900" b="1">
                    <a:solidFill>
                      <a:schemeClr val="bg1"/>
                    </a:solidFill>
                  </a:rPr>
                  <a:t>에픽</a:t>
                </a:r>
              </a:p>
            </p:txBody>
          </p:sp>
        </p:grpSp>
        <p:sp>
          <p:nvSpPr>
            <p:cNvPr id="41" name="사각형: 둥근 모서리 40">
              <a:extLst>
                <a:ext uri="{FF2B5EF4-FFF2-40B4-BE49-F238E27FC236}">
                  <a16:creationId xmlns:a16="http://schemas.microsoft.com/office/drawing/2014/main" id="{92BBBE5B-6266-42C7-B2D7-7C690CD8F06A}"/>
                </a:ext>
              </a:extLst>
            </p:cNvPr>
            <p:cNvSpPr/>
            <p:nvPr/>
          </p:nvSpPr>
          <p:spPr>
            <a:xfrm>
              <a:off x="942422" y="2690290"/>
              <a:ext cx="1775262" cy="508000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42" name="TextBox 102">
              <a:extLst>
                <a:ext uri="{FF2B5EF4-FFF2-40B4-BE49-F238E27FC236}">
                  <a16:creationId xmlns:a16="http://schemas.microsoft.com/office/drawing/2014/main" id="{E2BF1B74-0C7E-4AF9-8145-BFA4ABDD0FE6}"/>
                </a:ext>
              </a:extLst>
            </p:cNvPr>
            <p:cNvSpPr txBox="1"/>
            <p:nvPr/>
          </p:nvSpPr>
          <p:spPr>
            <a:xfrm>
              <a:off x="958553" y="2725608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b="1"/>
                <a:t>몸통 이름</a:t>
              </a:r>
            </a:p>
          </p:txBody>
        </p:sp>
        <p:sp>
          <p:nvSpPr>
            <p:cNvPr id="43" name="TextBox 103">
              <a:extLst>
                <a:ext uri="{FF2B5EF4-FFF2-40B4-BE49-F238E27FC236}">
                  <a16:creationId xmlns:a16="http://schemas.microsoft.com/office/drawing/2014/main" id="{9F7AA1F8-2DD3-4F43-9653-80655E06BAD4}"/>
                </a:ext>
              </a:extLst>
            </p:cNvPr>
            <p:cNvSpPr txBox="1"/>
            <p:nvPr/>
          </p:nvSpPr>
          <p:spPr>
            <a:xfrm>
              <a:off x="954838" y="2919541"/>
              <a:ext cx="162951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b="1"/>
                <a:t>몸통 설명 어쩌구저쩌구</a:t>
              </a:r>
            </a:p>
          </p:txBody>
        </p:sp>
        <p:sp>
          <p:nvSpPr>
            <p:cNvPr id="44" name="타원 43">
              <a:extLst>
                <a:ext uri="{FF2B5EF4-FFF2-40B4-BE49-F238E27FC236}">
                  <a16:creationId xmlns:a16="http://schemas.microsoft.com/office/drawing/2014/main" id="{D98DB33C-BF99-4102-86B2-DB0495CD7D62}"/>
                </a:ext>
              </a:extLst>
            </p:cNvPr>
            <p:cNvSpPr/>
            <p:nvPr/>
          </p:nvSpPr>
          <p:spPr>
            <a:xfrm>
              <a:off x="712508" y="2785419"/>
              <a:ext cx="317742" cy="317742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45" name="사각형: 둥근 모서리 44">
              <a:extLst>
                <a:ext uri="{FF2B5EF4-FFF2-40B4-BE49-F238E27FC236}">
                  <a16:creationId xmlns:a16="http://schemas.microsoft.com/office/drawing/2014/main" id="{24469AE2-8FDC-4D14-993A-3ACE388C6CDA}"/>
                </a:ext>
              </a:extLst>
            </p:cNvPr>
            <p:cNvSpPr/>
            <p:nvPr/>
          </p:nvSpPr>
          <p:spPr>
            <a:xfrm>
              <a:off x="937268" y="3300386"/>
              <a:ext cx="1775262" cy="508000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46" name="TextBox 106">
              <a:extLst>
                <a:ext uri="{FF2B5EF4-FFF2-40B4-BE49-F238E27FC236}">
                  <a16:creationId xmlns:a16="http://schemas.microsoft.com/office/drawing/2014/main" id="{0D9D9D48-E4F9-47F0-A914-B2F60BD5A947}"/>
                </a:ext>
              </a:extLst>
            </p:cNvPr>
            <p:cNvSpPr txBox="1"/>
            <p:nvPr/>
          </p:nvSpPr>
          <p:spPr>
            <a:xfrm>
              <a:off x="953399" y="3335704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b="1"/>
                <a:t>더듬이 이름</a:t>
              </a:r>
            </a:p>
          </p:txBody>
        </p:sp>
        <p:sp>
          <p:nvSpPr>
            <p:cNvPr id="47" name="TextBox 107">
              <a:extLst>
                <a:ext uri="{FF2B5EF4-FFF2-40B4-BE49-F238E27FC236}">
                  <a16:creationId xmlns:a16="http://schemas.microsoft.com/office/drawing/2014/main" id="{62B96F1F-4207-4E2A-93F8-691677B9D4AB}"/>
                </a:ext>
              </a:extLst>
            </p:cNvPr>
            <p:cNvSpPr txBox="1"/>
            <p:nvPr/>
          </p:nvSpPr>
          <p:spPr>
            <a:xfrm>
              <a:off x="949684" y="3529637"/>
              <a:ext cx="162951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b="1"/>
                <a:t>더듬이 설명 어쩌구저쩌구</a:t>
              </a:r>
            </a:p>
          </p:txBody>
        </p:sp>
        <p:sp>
          <p:nvSpPr>
            <p:cNvPr id="48" name="타원 47">
              <a:extLst>
                <a:ext uri="{FF2B5EF4-FFF2-40B4-BE49-F238E27FC236}">
                  <a16:creationId xmlns:a16="http://schemas.microsoft.com/office/drawing/2014/main" id="{A91B09B2-C18B-43B7-ADBE-B024B1C3038A}"/>
                </a:ext>
              </a:extLst>
            </p:cNvPr>
            <p:cNvSpPr/>
            <p:nvPr/>
          </p:nvSpPr>
          <p:spPr>
            <a:xfrm>
              <a:off x="707354" y="3395515"/>
              <a:ext cx="317742" cy="317742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49" name="사각형: 둥근 모서리 48">
              <a:extLst>
                <a:ext uri="{FF2B5EF4-FFF2-40B4-BE49-F238E27FC236}">
                  <a16:creationId xmlns:a16="http://schemas.microsoft.com/office/drawing/2014/main" id="{D67A9E24-0DF4-43C6-ACE4-E60E33D6BAEF}"/>
                </a:ext>
              </a:extLst>
            </p:cNvPr>
            <p:cNvSpPr/>
            <p:nvPr/>
          </p:nvSpPr>
          <p:spPr>
            <a:xfrm>
              <a:off x="937268" y="3913647"/>
              <a:ext cx="1775262" cy="508000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50" name="TextBox 110">
              <a:extLst>
                <a:ext uri="{FF2B5EF4-FFF2-40B4-BE49-F238E27FC236}">
                  <a16:creationId xmlns:a16="http://schemas.microsoft.com/office/drawing/2014/main" id="{95929D2C-F756-461C-BDFD-2C5588DB544C}"/>
                </a:ext>
              </a:extLst>
            </p:cNvPr>
            <p:cNvSpPr txBox="1"/>
            <p:nvPr/>
          </p:nvSpPr>
          <p:spPr>
            <a:xfrm>
              <a:off x="953399" y="3948965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b="1"/>
                <a:t>얼굴 이름</a:t>
              </a:r>
            </a:p>
          </p:txBody>
        </p:sp>
        <p:sp>
          <p:nvSpPr>
            <p:cNvPr id="51" name="TextBox 111">
              <a:extLst>
                <a:ext uri="{FF2B5EF4-FFF2-40B4-BE49-F238E27FC236}">
                  <a16:creationId xmlns:a16="http://schemas.microsoft.com/office/drawing/2014/main" id="{C4903039-6F88-4AE3-9EB9-1DE07CEFF02A}"/>
                </a:ext>
              </a:extLst>
            </p:cNvPr>
            <p:cNvSpPr txBox="1"/>
            <p:nvPr/>
          </p:nvSpPr>
          <p:spPr>
            <a:xfrm>
              <a:off x="949684" y="4142898"/>
              <a:ext cx="162951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b="1"/>
                <a:t>얼굴 설명 어쩌구저쩌구</a:t>
              </a:r>
            </a:p>
          </p:txBody>
        </p:sp>
        <p:sp>
          <p:nvSpPr>
            <p:cNvPr id="52" name="타원 51">
              <a:extLst>
                <a:ext uri="{FF2B5EF4-FFF2-40B4-BE49-F238E27FC236}">
                  <a16:creationId xmlns:a16="http://schemas.microsoft.com/office/drawing/2014/main" id="{4395E6B1-4E5C-43C2-B04F-9C9C2A1286F1}"/>
                </a:ext>
              </a:extLst>
            </p:cNvPr>
            <p:cNvSpPr/>
            <p:nvPr/>
          </p:nvSpPr>
          <p:spPr>
            <a:xfrm>
              <a:off x="707354" y="4008776"/>
              <a:ext cx="317742" cy="317742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grpSp>
          <p:nvGrpSpPr>
            <p:cNvPr id="53" name="그룹 52">
              <a:extLst>
                <a:ext uri="{FF2B5EF4-FFF2-40B4-BE49-F238E27FC236}">
                  <a16:creationId xmlns:a16="http://schemas.microsoft.com/office/drawing/2014/main" id="{0D790BDA-8485-4AD4-8826-956075746E5F}"/>
                </a:ext>
              </a:extLst>
            </p:cNvPr>
            <p:cNvGrpSpPr/>
            <p:nvPr/>
          </p:nvGrpSpPr>
          <p:grpSpPr>
            <a:xfrm>
              <a:off x="2209553" y="2710347"/>
              <a:ext cx="1256151" cy="230832"/>
              <a:chOff x="3664169" y="2092252"/>
              <a:chExt cx="1256151" cy="230832"/>
            </a:xfrm>
          </p:grpSpPr>
          <p:sp>
            <p:nvSpPr>
              <p:cNvPr id="86" name="사각형: 둥근 모서리 85">
                <a:extLst>
                  <a:ext uri="{FF2B5EF4-FFF2-40B4-BE49-F238E27FC236}">
                    <a16:creationId xmlns:a16="http://schemas.microsoft.com/office/drawing/2014/main" id="{22481E71-ABEB-41F3-B062-EFA4C6A4ABB5}"/>
                  </a:ext>
                </a:extLst>
              </p:cNvPr>
              <p:cNvSpPr/>
              <p:nvPr/>
            </p:nvSpPr>
            <p:spPr>
              <a:xfrm>
                <a:off x="3664169" y="2118861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/>
              </a:p>
            </p:txBody>
          </p:sp>
          <p:sp>
            <p:nvSpPr>
              <p:cNvPr id="87" name="TextBox 115">
                <a:extLst>
                  <a:ext uri="{FF2B5EF4-FFF2-40B4-BE49-F238E27FC236}">
                    <a16:creationId xmlns:a16="http://schemas.microsoft.com/office/drawing/2014/main" id="{FAC03107-56D7-4EB8-BC92-D5D0528AD420}"/>
                  </a:ext>
                </a:extLst>
              </p:cNvPr>
              <p:cNvSpPr txBox="1"/>
              <p:nvPr/>
            </p:nvSpPr>
            <p:spPr>
              <a:xfrm>
                <a:off x="3675720" y="2092252"/>
                <a:ext cx="1244600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ko-KR" altLang="en-US" sz="900" b="1">
                    <a:solidFill>
                      <a:schemeClr val="bg1"/>
                    </a:solidFill>
                  </a:rPr>
                  <a:t>에픽</a:t>
                </a:r>
              </a:p>
            </p:txBody>
          </p:sp>
        </p:grpSp>
        <p:grpSp>
          <p:nvGrpSpPr>
            <p:cNvPr id="54" name="그룹 53">
              <a:extLst>
                <a:ext uri="{FF2B5EF4-FFF2-40B4-BE49-F238E27FC236}">
                  <a16:creationId xmlns:a16="http://schemas.microsoft.com/office/drawing/2014/main" id="{B0FFB6BC-27EC-41E6-ACD6-1629B053BC3D}"/>
                </a:ext>
              </a:extLst>
            </p:cNvPr>
            <p:cNvGrpSpPr/>
            <p:nvPr/>
          </p:nvGrpSpPr>
          <p:grpSpPr>
            <a:xfrm>
              <a:off x="2209553" y="3314544"/>
              <a:ext cx="1256151" cy="230832"/>
              <a:chOff x="3664169" y="2092252"/>
              <a:chExt cx="1256151" cy="230832"/>
            </a:xfrm>
          </p:grpSpPr>
          <p:sp>
            <p:nvSpPr>
              <p:cNvPr id="84" name="사각형: 둥근 모서리 83">
                <a:extLst>
                  <a:ext uri="{FF2B5EF4-FFF2-40B4-BE49-F238E27FC236}">
                    <a16:creationId xmlns:a16="http://schemas.microsoft.com/office/drawing/2014/main" id="{3FEC2EA5-B225-44EF-BAB0-5BF8E06530FC}"/>
                  </a:ext>
                </a:extLst>
              </p:cNvPr>
              <p:cNvSpPr/>
              <p:nvPr/>
            </p:nvSpPr>
            <p:spPr>
              <a:xfrm>
                <a:off x="3664169" y="2118861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/>
              </a:p>
            </p:txBody>
          </p:sp>
          <p:sp>
            <p:nvSpPr>
              <p:cNvPr id="85" name="TextBox 118">
                <a:extLst>
                  <a:ext uri="{FF2B5EF4-FFF2-40B4-BE49-F238E27FC236}">
                    <a16:creationId xmlns:a16="http://schemas.microsoft.com/office/drawing/2014/main" id="{553136EF-1474-4ACC-9EE0-EFAA77A6ADCC}"/>
                  </a:ext>
                </a:extLst>
              </p:cNvPr>
              <p:cNvSpPr txBox="1"/>
              <p:nvPr/>
            </p:nvSpPr>
            <p:spPr>
              <a:xfrm>
                <a:off x="3675720" y="2092252"/>
                <a:ext cx="1244600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ko-KR" altLang="en-US" sz="900" b="1">
                    <a:solidFill>
                      <a:schemeClr val="bg1"/>
                    </a:solidFill>
                  </a:rPr>
                  <a:t>에픽</a:t>
                </a:r>
              </a:p>
            </p:txBody>
          </p:sp>
        </p:grpSp>
        <p:grpSp>
          <p:nvGrpSpPr>
            <p:cNvPr id="55" name="그룹 54">
              <a:extLst>
                <a:ext uri="{FF2B5EF4-FFF2-40B4-BE49-F238E27FC236}">
                  <a16:creationId xmlns:a16="http://schemas.microsoft.com/office/drawing/2014/main" id="{07C07BA8-4DA0-401B-A6C9-3553055FE165}"/>
                </a:ext>
              </a:extLst>
            </p:cNvPr>
            <p:cNvGrpSpPr/>
            <p:nvPr/>
          </p:nvGrpSpPr>
          <p:grpSpPr>
            <a:xfrm>
              <a:off x="2209553" y="3937719"/>
              <a:ext cx="1256151" cy="230832"/>
              <a:chOff x="3664169" y="2092252"/>
              <a:chExt cx="1256151" cy="230832"/>
            </a:xfrm>
          </p:grpSpPr>
          <p:sp>
            <p:nvSpPr>
              <p:cNvPr id="82" name="사각형: 둥근 모서리 81">
                <a:extLst>
                  <a:ext uri="{FF2B5EF4-FFF2-40B4-BE49-F238E27FC236}">
                    <a16:creationId xmlns:a16="http://schemas.microsoft.com/office/drawing/2014/main" id="{73B22DEF-7049-4C22-819E-D225A78C93B3}"/>
                  </a:ext>
                </a:extLst>
              </p:cNvPr>
              <p:cNvSpPr/>
              <p:nvPr/>
            </p:nvSpPr>
            <p:spPr>
              <a:xfrm>
                <a:off x="3664169" y="2118861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/>
              </a:p>
            </p:txBody>
          </p:sp>
          <p:sp>
            <p:nvSpPr>
              <p:cNvPr id="83" name="TextBox 121">
                <a:extLst>
                  <a:ext uri="{FF2B5EF4-FFF2-40B4-BE49-F238E27FC236}">
                    <a16:creationId xmlns:a16="http://schemas.microsoft.com/office/drawing/2014/main" id="{A9FFAAFE-8A78-4BD7-AEF2-85B186C0FCFC}"/>
                  </a:ext>
                </a:extLst>
              </p:cNvPr>
              <p:cNvSpPr txBox="1"/>
              <p:nvPr/>
            </p:nvSpPr>
            <p:spPr>
              <a:xfrm>
                <a:off x="3675720" y="2092252"/>
                <a:ext cx="1244600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ko-KR" altLang="en-US" sz="900" b="1">
                    <a:solidFill>
                      <a:schemeClr val="bg1"/>
                    </a:solidFill>
                  </a:rPr>
                  <a:t>에픽</a:t>
                </a:r>
              </a:p>
            </p:txBody>
          </p:sp>
        </p:grpSp>
        <p:sp>
          <p:nvSpPr>
            <p:cNvPr id="56" name="사각형: 둥근 모서리 55">
              <a:extLst>
                <a:ext uri="{FF2B5EF4-FFF2-40B4-BE49-F238E27FC236}">
                  <a16:creationId xmlns:a16="http://schemas.microsoft.com/office/drawing/2014/main" id="{52869D2F-5F6B-4083-B6BC-023B65B5F7D8}"/>
                </a:ext>
              </a:extLst>
            </p:cNvPr>
            <p:cNvSpPr/>
            <p:nvPr/>
          </p:nvSpPr>
          <p:spPr>
            <a:xfrm>
              <a:off x="3664169" y="2118861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57" name="TextBox 123">
              <a:extLst>
                <a:ext uri="{FF2B5EF4-FFF2-40B4-BE49-F238E27FC236}">
                  <a16:creationId xmlns:a16="http://schemas.microsoft.com/office/drawing/2014/main" id="{E9B951D5-5CF7-4D8F-B301-79BB7CD47033}"/>
                </a:ext>
              </a:extLst>
            </p:cNvPr>
            <p:cNvSpPr txBox="1"/>
            <p:nvPr/>
          </p:nvSpPr>
          <p:spPr>
            <a:xfrm>
              <a:off x="3675720" y="2092252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b="1">
                  <a:solidFill>
                    <a:schemeClr val="bg1"/>
                  </a:solidFill>
                </a:rPr>
                <a:t>에픽</a:t>
              </a:r>
            </a:p>
          </p:txBody>
        </p:sp>
        <p:sp>
          <p:nvSpPr>
            <p:cNvPr id="58" name="사각형: 둥근 모서리 57">
              <a:extLst>
                <a:ext uri="{FF2B5EF4-FFF2-40B4-BE49-F238E27FC236}">
                  <a16:creationId xmlns:a16="http://schemas.microsoft.com/office/drawing/2014/main" id="{CE0302DD-F497-4AF4-805D-372B1C02957E}"/>
                </a:ext>
              </a:extLst>
            </p:cNvPr>
            <p:cNvSpPr/>
            <p:nvPr/>
          </p:nvSpPr>
          <p:spPr>
            <a:xfrm>
              <a:off x="3198972" y="3554680"/>
              <a:ext cx="1561054" cy="178583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59" name="타원 58">
              <a:extLst>
                <a:ext uri="{FF2B5EF4-FFF2-40B4-BE49-F238E27FC236}">
                  <a16:creationId xmlns:a16="http://schemas.microsoft.com/office/drawing/2014/main" id="{821DE2CE-37BF-4B2F-87D2-867E1C480973}"/>
                </a:ext>
              </a:extLst>
            </p:cNvPr>
            <p:cNvSpPr/>
            <p:nvPr/>
          </p:nvSpPr>
          <p:spPr>
            <a:xfrm>
              <a:off x="3068036" y="3532544"/>
              <a:ext cx="207441" cy="20744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60" name="사각형: 둥근 모서리 59">
              <a:extLst>
                <a:ext uri="{FF2B5EF4-FFF2-40B4-BE49-F238E27FC236}">
                  <a16:creationId xmlns:a16="http://schemas.microsoft.com/office/drawing/2014/main" id="{F2269D0A-7116-4B96-8AE8-94FD941D2A46}"/>
                </a:ext>
              </a:extLst>
            </p:cNvPr>
            <p:cNvSpPr/>
            <p:nvPr/>
          </p:nvSpPr>
          <p:spPr>
            <a:xfrm>
              <a:off x="3198972" y="3788654"/>
              <a:ext cx="1561054" cy="178583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61" name="타원 60">
              <a:extLst>
                <a:ext uri="{FF2B5EF4-FFF2-40B4-BE49-F238E27FC236}">
                  <a16:creationId xmlns:a16="http://schemas.microsoft.com/office/drawing/2014/main" id="{93FE6979-7618-4FCE-918F-254B6172F32C}"/>
                </a:ext>
              </a:extLst>
            </p:cNvPr>
            <p:cNvSpPr/>
            <p:nvPr/>
          </p:nvSpPr>
          <p:spPr>
            <a:xfrm>
              <a:off x="3068036" y="3766518"/>
              <a:ext cx="207441" cy="20744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62" name="사각형: 둥근 모서리 61">
              <a:extLst>
                <a:ext uri="{FF2B5EF4-FFF2-40B4-BE49-F238E27FC236}">
                  <a16:creationId xmlns:a16="http://schemas.microsoft.com/office/drawing/2014/main" id="{4683BCC9-ED26-4A54-A2D4-D6A45DF628AC}"/>
                </a:ext>
              </a:extLst>
            </p:cNvPr>
            <p:cNvSpPr/>
            <p:nvPr/>
          </p:nvSpPr>
          <p:spPr>
            <a:xfrm>
              <a:off x="3198972" y="4017111"/>
              <a:ext cx="1561054" cy="178583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63" name="타원 62">
              <a:extLst>
                <a:ext uri="{FF2B5EF4-FFF2-40B4-BE49-F238E27FC236}">
                  <a16:creationId xmlns:a16="http://schemas.microsoft.com/office/drawing/2014/main" id="{5B4A1CE7-0C6D-4F4B-A40E-F0CA4D1CB208}"/>
                </a:ext>
              </a:extLst>
            </p:cNvPr>
            <p:cNvSpPr/>
            <p:nvPr/>
          </p:nvSpPr>
          <p:spPr>
            <a:xfrm>
              <a:off x="3068036" y="3994974"/>
              <a:ext cx="207441" cy="20744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64" name="사각형: 둥근 모서리 63">
              <a:extLst>
                <a:ext uri="{FF2B5EF4-FFF2-40B4-BE49-F238E27FC236}">
                  <a16:creationId xmlns:a16="http://schemas.microsoft.com/office/drawing/2014/main" id="{5B76C8CD-E775-478E-A475-2DAB38B6DD96}"/>
                </a:ext>
              </a:extLst>
            </p:cNvPr>
            <p:cNvSpPr/>
            <p:nvPr/>
          </p:nvSpPr>
          <p:spPr>
            <a:xfrm>
              <a:off x="3198972" y="4246882"/>
              <a:ext cx="1561054" cy="178583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65" name="타원 64">
              <a:extLst>
                <a:ext uri="{FF2B5EF4-FFF2-40B4-BE49-F238E27FC236}">
                  <a16:creationId xmlns:a16="http://schemas.microsoft.com/office/drawing/2014/main" id="{31170277-2D7C-4D13-BDFC-F45A7DD63398}"/>
                </a:ext>
              </a:extLst>
            </p:cNvPr>
            <p:cNvSpPr/>
            <p:nvPr/>
          </p:nvSpPr>
          <p:spPr>
            <a:xfrm>
              <a:off x="3068036" y="4224746"/>
              <a:ext cx="207441" cy="20744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grpSp>
          <p:nvGrpSpPr>
            <p:cNvPr id="66" name="그룹 65">
              <a:extLst>
                <a:ext uri="{FF2B5EF4-FFF2-40B4-BE49-F238E27FC236}">
                  <a16:creationId xmlns:a16="http://schemas.microsoft.com/office/drawing/2014/main" id="{6A05BF7C-358D-476D-BF37-893ED01B28D6}"/>
                </a:ext>
              </a:extLst>
            </p:cNvPr>
            <p:cNvGrpSpPr/>
            <p:nvPr/>
          </p:nvGrpSpPr>
          <p:grpSpPr>
            <a:xfrm>
              <a:off x="3294337" y="3540372"/>
              <a:ext cx="1061221" cy="200055"/>
              <a:chOff x="3663804" y="2086294"/>
              <a:chExt cx="1244600" cy="234625"/>
            </a:xfrm>
          </p:grpSpPr>
          <p:sp>
            <p:nvSpPr>
              <p:cNvPr id="80" name="사각형: 둥근 모서리 79">
                <a:extLst>
                  <a:ext uri="{FF2B5EF4-FFF2-40B4-BE49-F238E27FC236}">
                    <a16:creationId xmlns:a16="http://schemas.microsoft.com/office/drawing/2014/main" id="{F41369D4-0691-4EA3-891B-6C48E9CBFBD3}"/>
                  </a:ext>
                </a:extLst>
              </p:cNvPr>
              <p:cNvSpPr/>
              <p:nvPr/>
            </p:nvSpPr>
            <p:spPr>
              <a:xfrm>
                <a:off x="3664169" y="2118861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400"/>
              </a:p>
            </p:txBody>
          </p:sp>
          <p:sp>
            <p:nvSpPr>
              <p:cNvPr id="81" name="TextBox 138">
                <a:extLst>
                  <a:ext uri="{FF2B5EF4-FFF2-40B4-BE49-F238E27FC236}">
                    <a16:creationId xmlns:a16="http://schemas.microsoft.com/office/drawing/2014/main" id="{227EE85B-BC2C-4667-9311-4FF08091CD34}"/>
                  </a:ext>
                </a:extLst>
              </p:cNvPr>
              <p:cNvSpPr txBox="1"/>
              <p:nvPr/>
            </p:nvSpPr>
            <p:spPr>
              <a:xfrm>
                <a:off x="3663804" y="2086294"/>
                <a:ext cx="1244600" cy="2346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ko-KR" altLang="en-US" sz="700" b="1">
                    <a:solidFill>
                      <a:schemeClr val="bg1"/>
                    </a:solidFill>
                  </a:rPr>
                  <a:t>에픽</a:t>
                </a:r>
              </a:p>
            </p:txBody>
          </p:sp>
        </p:grpSp>
        <p:grpSp>
          <p:nvGrpSpPr>
            <p:cNvPr id="67" name="그룹 66">
              <a:extLst>
                <a:ext uri="{FF2B5EF4-FFF2-40B4-BE49-F238E27FC236}">
                  <a16:creationId xmlns:a16="http://schemas.microsoft.com/office/drawing/2014/main" id="{1583ED2F-02FB-4F77-B7F2-8C296CC143FC}"/>
                </a:ext>
              </a:extLst>
            </p:cNvPr>
            <p:cNvGrpSpPr/>
            <p:nvPr/>
          </p:nvGrpSpPr>
          <p:grpSpPr>
            <a:xfrm>
              <a:off x="3300407" y="3784525"/>
              <a:ext cx="1061221" cy="200055"/>
              <a:chOff x="3663804" y="2086294"/>
              <a:chExt cx="1244600" cy="234625"/>
            </a:xfrm>
          </p:grpSpPr>
          <p:sp>
            <p:nvSpPr>
              <p:cNvPr id="78" name="사각형: 둥근 모서리 77">
                <a:extLst>
                  <a:ext uri="{FF2B5EF4-FFF2-40B4-BE49-F238E27FC236}">
                    <a16:creationId xmlns:a16="http://schemas.microsoft.com/office/drawing/2014/main" id="{972A2E37-198F-43B1-9578-C61A4BDB4C0E}"/>
                  </a:ext>
                </a:extLst>
              </p:cNvPr>
              <p:cNvSpPr/>
              <p:nvPr/>
            </p:nvSpPr>
            <p:spPr>
              <a:xfrm>
                <a:off x="3664169" y="2118861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400"/>
              </a:p>
            </p:txBody>
          </p:sp>
          <p:sp>
            <p:nvSpPr>
              <p:cNvPr id="79" name="TextBox 141">
                <a:extLst>
                  <a:ext uri="{FF2B5EF4-FFF2-40B4-BE49-F238E27FC236}">
                    <a16:creationId xmlns:a16="http://schemas.microsoft.com/office/drawing/2014/main" id="{6E939C3C-5139-4EE7-8017-BCF83F68B2B9}"/>
                  </a:ext>
                </a:extLst>
              </p:cNvPr>
              <p:cNvSpPr txBox="1"/>
              <p:nvPr/>
            </p:nvSpPr>
            <p:spPr>
              <a:xfrm>
                <a:off x="3663804" y="2086294"/>
                <a:ext cx="1244600" cy="2346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ko-KR" altLang="en-US" sz="700" b="1">
                    <a:solidFill>
                      <a:schemeClr val="bg1"/>
                    </a:solidFill>
                  </a:rPr>
                  <a:t>에픽</a:t>
                </a:r>
              </a:p>
            </p:txBody>
          </p:sp>
        </p:grpSp>
        <p:grpSp>
          <p:nvGrpSpPr>
            <p:cNvPr id="68" name="그룹 67">
              <a:extLst>
                <a:ext uri="{FF2B5EF4-FFF2-40B4-BE49-F238E27FC236}">
                  <a16:creationId xmlns:a16="http://schemas.microsoft.com/office/drawing/2014/main" id="{BCCCBBB4-3A77-4ECD-8038-4487BD95F270}"/>
                </a:ext>
              </a:extLst>
            </p:cNvPr>
            <p:cNvGrpSpPr/>
            <p:nvPr/>
          </p:nvGrpSpPr>
          <p:grpSpPr>
            <a:xfrm>
              <a:off x="3300407" y="4007564"/>
              <a:ext cx="1061221" cy="200055"/>
              <a:chOff x="3663804" y="2086294"/>
              <a:chExt cx="1244600" cy="234625"/>
            </a:xfrm>
          </p:grpSpPr>
          <p:sp>
            <p:nvSpPr>
              <p:cNvPr id="76" name="사각형: 둥근 모서리 75">
                <a:extLst>
                  <a:ext uri="{FF2B5EF4-FFF2-40B4-BE49-F238E27FC236}">
                    <a16:creationId xmlns:a16="http://schemas.microsoft.com/office/drawing/2014/main" id="{0A66232E-31CD-40E8-9381-17321893CD99}"/>
                  </a:ext>
                </a:extLst>
              </p:cNvPr>
              <p:cNvSpPr/>
              <p:nvPr/>
            </p:nvSpPr>
            <p:spPr>
              <a:xfrm>
                <a:off x="3664169" y="2118861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400"/>
              </a:p>
            </p:txBody>
          </p:sp>
          <p:sp>
            <p:nvSpPr>
              <p:cNvPr id="77" name="TextBox 144">
                <a:extLst>
                  <a:ext uri="{FF2B5EF4-FFF2-40B4-BE49-F238E27FC236}">
                    <a16:creationId xmlns:a16="http://schemas.microsoft.com/office/drawing/2014/main" id="{483B9A16-AE38-4AC8-A99F-D344BB942F4A}"/>
                  </a:ext>
                </a:extLst>
              </p:cNvPr>
              <p:cNvSpPr txBox="1"/>
              <p:nvPr/>
            </p:nvSpPr>
            <p:spPr>
              <a:xfrm>
                <a:off x="3663804" y="2086294"/>
                <a:ext cx="1244600" cy="2346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ko-KR" altLang="en-US" sz="700" b="1">
                    <a:solidFill>
                      <a:schemeClr val="bg1"/>
                    </a:solidFill>
                  </a:rPr>
                  <a:t>에픽</a:t>
                </a:r>
              </a:p>
            </p:txBody>
          </p:sp>
        </p:grpSp>
        <p:grpSp>
          <p:nvGrpSpPr>
            <p:cNvPr id="69" name="그룹 68">
              <a:extLst>
                <a:ext uri="{FF2B5EF4-FFF2-40B4-BE49-F238E27FC236}">
                  <a16:creationId xmlns:a16="http://schemas.microsoft.com/office/drawing/2014/main" id="{076AFAF9-51CC-4531-95D6-97E967F4EDB0}"/>
                </a:ext>
              </a:extLst>
            </p:cNvPr>
            <p:cNvGrpSpPr/>
            <p:nvPr/>
          </p:nvGrpSpPr>
          <p:grpSpPr>
            <a:xfrm>
              <a:off x="3306477" y="4236145"/>
              <a:ext cx="1061221" cy="200055"/>
              <a:chOff x="3663804" y="2086294"/>
              <a:chExt cx="1244600" cy="234625"/>
            </a:xfrm>
          </p:grpSpPr>
          <p:sp>
            <p:nvSpPr>
              <p:cNvPr id="74" name="사각형: 둥근 모서리 73">
                <a:extLst>
                  <a:ext uri="{FF2B5EF4-FFF2-40B4-BE49-F238E27FC236}">
                    <a16:creationId xmlns:a16="http://schemas.microsoft.com/office/drawing/2014/main" id="{646C0A41-C0A7-4D5A-AD73-BEA4C1AF464B}"/>
                  </a:ext>
                </a:extLst>
              </p:cNvPr>
              <p:cNvSpPr/>
              <p:nvPr/>
            </p:nvSpPr>
            <p:spPr>
              <a:xfrm>
                <a:off x="3664169" y="2118861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400"/>
              </a:p>
            </p:txBody>
          </p:sp>
          <p:sp>
            <p:nvSpPr>
              <p:cNvPr id="75" name="TextBox 147">
                <a:extLst>
                  <a:ext uri="{FF2B5EF4-FFF2-40B4-BE49-F238E27FC236}">
                    <a16:creationId xmlns:a16="http://schemas.microsoft.com/office/drawing/2014/main" id="{E17A60E4-A279-4FBF-9822-BB55DFE624A1}"/>
                  </a:ext>
                </a:extLst>
              </p:cNvPr>
              <p:cNvSpPr txBox="1"/>
              <p:nvPr/>
            </p:nvSpPr>
            <p:spPr>
              <a:xfrm>
                <a:off x="3663804" y="2086294"/>
                <a:ext cx="1244600" cy="2346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ko-KR" altLang="en-US" sz="700" b="1">
                    <a:solidFill>
                      <a:schemeClr val="bg1"/>
                    </a:solidFill>
                  </a:rPr>
                  <a:t>에픽</a:t>
                </a:r>
              </a:p>
            </p:txBody>
          </p:sp>
        </p:grpSp>
        <p:sp>
          <p:nvSpPr>
            <p:cNvPr id="70" name="TextBox 148">
              <a:extLst>
                <a:ext uri="{FF2B5EF4-FFF2-40B4-BE49-F238E27FC236}">
                  <a16:creationId xmlns:a16="http://schemas.microsoft.com/office/drawing/2014/main" id="{88922A46-D9AC-41EC-8D51-A70CBD6AB5C4}"/>
                </a:ext>
              </a:extLst>
            </p:cNvPr>
            <p:cNvSpPr txBox="1"/>
            <p:nvPr/>
          </p:nvSpPr>
          <p:spPr>
            <a:xfrm>
              <a:off x="3646362" y="3537400"/>
              <a:ext cx="124460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800" b="1"/>
                <a:t>패각 이름</a:t>
              </a:r>
            </a:p>
          </p:txBody>
        </p:sp>
        <p:sp>
          <p:nvSpPr>
            <p:cNvPr id="71" name="TextBox 149">
              <a:extLst>
                <a:ext uri="{FF2B5EF4-FFF2-40B4-BE49-F238E27FC236}">
                  <a16:creationId xmlns:a16="http://schemas.microsoft.com/office/drawing/2014/main" id="{AD53FBEA-3A23-4D79-A91C-0F63CE769DA5}"/>
                </a:ext>
              </a:extLst>
            </p:cNvPr>
            <p:cNvSpPr txBox="1"/>
            <p:nvPr/>
          </p:nvSpPr>
          <p:spPr>
            <a:xfrm>
              <a:off x="3646362" y="3775349"/>
              <a:ext cx="124460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800" b="1"/>
                <a:t>몸통 이름</a:t>
              </a:r>
            </a:p>
          </p:txBody>
        </p:sp>
        <p:sp>
          <p:nvSpPr>
            <p:cNvPr id="72" name="TextBox 150">
              <a:extLst>
                <a:ext uri="{FF2B5EF4-FFF2-40B4-BE49-F238E27FC236}">
                  <a16:creationId xmlns:a16="http://schemas.microsoft.com/office/drawing/2014/main" id="{1AD9479E-8303-46D0-8508-7667269CE6CA}"/>
                </a:ext>
              </a:extLst>
            </p:cNvPr>
            <p:cNvSpPr txBox="1"/>
            <p:nvPr/>
          </p:nvSpPr>
          <p:spPr>
            <a:xfrm>
              <a:off x="3641208" y="4008776"/>
              <a:ext cx="124460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800" b="1"/>
                <a:t>더듬이 이름</a:t>
              </a:r>
            </a:p>
          </p:txBody>
        </p:sp>
        <p:sp>
          <p:nvSpPr>
            <p:cNvPr id="73" name="TextBox 151">
              <a:extLst>
                <a:ext uri="{FF2B5EF4-FFF2-40B4-BE49-F238E27FC236}">
                  <a16:creationId xmlns:a16="http://schemas.microsoft.com/office/drawing/2014/main" id="{8389BA23-7340-492A-A4B4-305562CC545F}"/>
                </a:ext>
              </a:extLst>
            </p:cNvPr>
            <p:cNvSpPr txBox="1"/>
            <p:nvPr/>
          </p:nvSpPr>
          <p:spPr>
            <a:xfrm>
              <a:off x="3641208" y="4224220"/>
              <a:ext cx="124460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800" b="1"/>
                <a:t>얼굴 이름</a:t>
              </a:r>
            </a:p>
          </p:txBody>
        </p:sp>
      </p:grpSp>
      <p:sp>
        <p:nvSpPr>
          <p:cNvPr id="109" name="TextBox 108">
            <a:extLst>
              <a:ext uri="{FF2B5EF4-FFF2-40B4-BE49-F238E27FC236}">
                <a16:creationId xmlns:a16="http://schemas.microsoft.com/office/drawing/2014/main" id="{C34E442C-9995-867F-A1B9-B2F738874B4B}"/>
              </a:ext>
            </a:extLst>
          </p:cNvPr>
          <p:cNvSpPr txBox="1"/>
          <p:nvPr/>
        </p:nvSpPr>
        <p:spPr>
          <a:xfrm>
            <a:off x="280509" y="153899"/>
            <a:ext cx="1670921" cy="27699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판매 팝업</a:t>
            </a:r>
          </a:p>
        </p:txBody>
      </p:sp>
      <p:sp>
        <p:nvSpPr>
          <p:cNvPr id="110" name="사각형: 둥근 모서리 109">
            <a:extLst>
              <a:ext uri="{FF2B5EF4-FFF2-40B4-BE49-F238E27FC236}">
                <a16:creationId xmlns:a16="http://schemas.microsoft.com/office/drawing/2014/main" id="{1EB7409E-9D4A-5D3D-7299-DE38CC8113F8}"/>
              </a:ext>
            </a:extLst>
          </p:cNvPr>
          <p:cNvSpPr/>
          <p:nvPr/>
        </p:nvSpPr>
        <p:spPr>
          <a:xfrm>
            <a:off x="1834420" y="2526850"/>
            <a:ext cx="3063410" cy="1839608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grpSp>
        <p:nvGrpSpPr>
          <p:cNvPr id="111" name="그룹 110">
            <a:extLst>
              <a:ext uri="{FF2B5EF4-FFF2-40B4-BE49-F238E27FC236}">
                <a16:creationId xmlns:a16="http://schemas.microsoft.com/office/drawing/2014/main" id="{75F5907A-251F-03C2-EFEB-91E7315352F0}"/>
              </a:ext>
            </a:extLst>
          </p:cNvPr>
          <p:cNvGrpSpPr/>
          <p:nvPr/>
        </p:nvGrpSpPr>
        <p:grpSpPr>
          <a:xfrm>
            <a:off x="4625371" y="2447351"/>
            <a:ext cx="358775" cy="358775"/>
            <a:chOff x="4746951" y="1635022"/>
            <a:chExt cx="358775" cy="358775"/>
          </a:xfrm>
        </p:grpSpPr>
        <p:sp>
          <p:nvSpPr>
            <p:cNvPr id="112" name="사각형: 둥근 모서리 111">
              <a:extLst>
                <a:ext uri="{FF2B5EF4-FFF2-40B4-BE49-F238E27FC236}">
                  <a16:creationId xmlns:a16="http://schemas.microsoft.com/office/drawing/2014/main" id="{14254B64-6CF2-5610-5D47-29F293E2438F}"/>
                </a:ext>
              </a:extLst>
            </p:cNvPr>
            <p:cNvSpPr/>
            <p:nvPr/>
          </p:nvSpPr>
          <p:spPr>
            <a:xfrm>
              <a:off x="4764088" y="1652273"/>
              <a:ext cx="323850" cy="32385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13" name="곱하기 기호 112">
              <a:extLst>
                <a:ext uri="{FF2B5EF4-FFF2-40B4-BE49-F238E27FC236}">
                  <a16:creationId xmlns:a16="http://schemas.microsoft.com/office/drawing/2014/main" id="{DCA1217A-C726-29DB-0F31-AC4CF3C17216}"/>
                </a:ext>
              </a:extLst>
            </p:cNvPr>
            <p:cNvSpPr/>
            <p:nvPr/>
          </p:nvSpPr>
          <p:spPr>
            <a:xfrm>
              <a:off x="4746951" y="1635022"/>
              <a:ext cx="358775" cy="358775"/>
            </a:xfrm>
            <a:prstGeom prst="mathMultiply">
              <a:avLst>
                <a:gd name="adj1" fmla="val 16941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sp>
        <p:nvSpPr>
          <p:cNvPr id="114" name="TextBox 155">
            <a:extLst>
              <a:ext uri="{FF2B5EF4-FFF2-40B4-BE49-F238E27FC236}">
                <a16:creationId xmlns:a16="http://schemas.microsoft.com/office/drawing/2014/main" id="{FAB2F625-9443-4E42-1E8B-97AFA43CB36C}"/>
              </a:ext>
            </a:extLst>
          </p:cNvPr>
          <p:cNvSpPr txBox="1"/>
          <p:nvPr/>
        </p:nvSpPr>
        <p:spPr>
          <a:xfrm>
            <a:off x="2555578" y="2767944"/>
            <a:ext cx="166588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100" b="1" dirty="0"/>
              <a:t>알을 판매할까요</a:t>
            </a:r>
            <a:r>
              <a:rPr lang="en-US" altLang="ko-KR" sz="1100" b="1" dirty="0"/>
              <a:t>?</a:t>
            </a:r>
            <a:endParaRPr lang="ko-KR" altLang="en-US" sz="1100" b="1" dirty="0"/>
          </a:p>
        </p:txBody>
      </p:sp>
      <p:sp>
        <p:nvSpPr>
          <p:cNvPr id="115" name="사각형: 둥근 모서리 114">
            <a:extLst>
              <a:ext uri="{FF2B5EF4-FFF2-40B4-BE49-F238E27FC236}">
                <a16:creationId xmlns:a16="http://schemas.microsoft.com/office/drawing/2014/main" id="{5DC97592-33B3-25D5-DF5C-002E14AC4934}"/>
              </a:ext>
            </a:extLst>
          </p:cNvPr>
          <p:cNvSpPr/>
          <p:nvPr/>
        </p:nvSpPr>
        <p:spPr>
          <a:xfrm>
            <a:off x="3543615" y="3957063"/>
            <a:ext cx="797735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16" name="TextBox 157">
            <a:extLst>
              <a:ext uri="{FF2B5EF4-FFF2-40B4-BE49-F238E27FC236}">
                <a16:creationId xmlns:a16="http://schemas.microsoft.com/office/drawing/2014/main" id="{A00D58FC-5E84-B283-C2A0-A707CB4B2FCF}"/>
              </a:ext>
            </a:extLst>
          </p:cNvPr>
          <p:cNvSpPr txBox="1"/>
          <p:nvPr/>
        </p:nvSpPr>
        <p:spPr>
          <a:xfrm>
            <a:off x="3798015" y="3985818"/>
            <a:ext cx="7826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900" b="1"/>
              <a:t>예</a:t>
            </a:r>
          </a:p>
        </p:txBody>
      </p:sp>
      <p:sp>
        <p:nvSpPr>
          <p:cNvPr id="117" name="사각형: 둥근 모서리 116">
            <a:extLst>
              <a:ext uri="{FF2B5EF4-FFF2-40B4-BE49-F238E27FC236}">
                <a16:creationId xmlns:a16="http://schemas.microsoft.com/office/drawing/2014/main" id="{371FC287-3545-3ACD-157C-54E2112D752F}"/>
              </a:ext>
            </a:extLst>
          </p:cNvPr>
          <p:cNvSpPr/>
          <p:nvPr/>
        </p:nvSpPr>
        <p:spPr>
          <a:xfrm>
            <a:off x="2304097" y="3950048"/>
            <a:ext cx="797735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18" name="TextBox 159">
            <a:extLst>
              <a:ext uri="{FF2B5EF4-FFF2-40B4-BE49-F238E27FC236}">
                <a16:creationId xmlns:a16="http://schemas.microsoft.com/office/drawing/2014/main" id="{AF18447C-00B1-A513-C176-B91123719F91}"/>
              </a:ext>
            </a:extLst>
          </p:cNvPr>
          <p:cNvSpPr txBox="1"/>
          <p:nvPr/>
        </p:nvSpPr>
        <p:spPr>
          <a:xfrm>
            <a:off x="2437377" y="3978803"/>
            <a:ext cx="7826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900" b="1"/>
              <a:t>아니오</a:t>
            </a:r>
          </a:p>
        </p:txBody>
      </p:sp>
      <p:sp>
        <p:nvSpPr>
          <p:cNvPr id="119" name="사각형: 둥근 모서리 118">
            <a:extLst>
              <a:ext uri="{FF2B5EF4-FFF2-40B4-BE49-F238E27FC236}">
                <a16:creationId xmlns:a16="http://schemas.microsoft.com/office/drawing/2014/main" id="{9F9504ED-7854-7931-D860-6C2D1BBA679B}"/>
              </a:ext>
            </a:extLst>
          </p:cNvPr>
          <p:cNvSpPr/>
          <p:nvPr/>
        </p:nvSpPr>
        <p:spPr>
          <a:xfrm>
            <a:off x="2811982" y="3577179"/>
            <a:ext cx="1081390" cy="221152"/>
          </a:xfrm>
          <a:prstGeom prst="roundRect">
            <a:avLst>
              <a:gd name="adj" fmla="val 50000"/>
            </a:avLst>
          </a:prstGeom>
          <a:solidFill>
            <a:srgbClr val="AFABA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pic>
        <p:nvPicPr>
          <p:cNvPr id="120" name="그림 119">
            <a:extLst>
              <a:ext uri="{FF2B5EF4-FFF2-40B4-BE49-F238E27FC236}">
                <a16:creationId xmlns:a16="http://schemas.microsoft.com/office/drawing/2014/main" id="{CCE8682A-249D-D321-2716-2AA06188EC4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08964" y="3479847"/>
            <a:ext cx="442051" cy="442051"/>
          </a:xfrm>
          <a:prstGeom prst="rect">
            <a:avLst/>
          </a:prstGeom>
        </p:spPr>
      </p:pic>
      <p:sp>
        <p:nvSpPr>
          <p:cNvPr id="121" name="TextBox 168">
            <a:extLst>
              <a:ext uri="{FF2B5EF4-FFF2-40B4-BE49-F238E27FC236}">
                <a16:creationId xmlns:a16="http://schemas.microsoft.com/office/drawing/2014/main" id="{E2F11802-FBB9-346A-7A35-ADB90B7A82A3}"/>
              </a:ext>
            </a:extLst>
          </p:cNvPr>
          <p:cNvSpPr txBox="1"/>
          <p:nvPr/>
        </p:nvSpPr>
        <p:spPr>
          <a:xfrm>
            <a:off x="3081891" y="3547476"/>
            <a:ext cx="100267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050" b="1" dirty="0"/>
              <a:t>5,000</a:t>
            </a:r>
            <a:endParaRPr lang="ko-KR" altLang="en-US" sz="1050" b="1" dirty="0"/>
          </a:p>
        </p:txBody>
      </p:sp>
      <p:grpSp>
        <p:nvGrpSpPr>
          <p:cNvPr id="122" name="그룹 121">
            <a:extLst>
              <a:ext uri="{FF2B5EF4-FFF2-40B4-BE49-F238E27FC236}">
                <a16:creationId xmlns:a16="http://schemas.microsoft.com/office/drawing/2014/main" id="{203FCF56-7CBD-2BBC-C3D7-CDAA9C2BD265}"/>
              </a:ext>
            </a:extLst>
          </p:cNvPr>
          <p:cNvGrpSpPr/>
          <p:nvPr/>
        </p:nvGrpSpPr>
        <p:grpSpPr>
          <a:xfrm>
            <a:off x="3720471" y="3249931"/>
            <a:ext cx="195325" cy="195325"/>
            <a:chOff x="3522226" y="659095"/>
            <a:chExt cx="276999" cy="276999"/>
          </a:xfrm>
        </p:grpSpPr>
        <p:sp>
          <p:nvSpPr>
            <p:cNvPr id="123" name="사각형: 둥근 모서리 122">
              <a:extLst>
                <a:ext uri="{FF2B5EF4-FFF2-40B4-BE49-F238E27FC236}">
                  <a16:creationId xmlns:a16="http://schemas.microsoft.com/office/drawing/2014/main" id="{CD5544BF-5BAC-C8FF-938E-22F31DED2392}"/>
                </a:ext>
              </a:extLst>
            </p:cNvPr>
            <p:cNvSpPr/>
            <p:nvPr/>
          </p:nvSpPr>
          <p:spPr>
            <a:xfrm>
              <a:off x="3522226" y="659095"/>
              <a:ext cx="276999" cy="276999"/>
            </a:xfrm>
            <a:prstGeom prst="round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4" name="곱하기 기호 123">
              <a:extLst>
                <a:ext uri="{FF2B5EF4-FFF2-40B4-BE49-F238E27FC236}">
                  <a16:creationId xmlns:a16="http://schemas.microsoft.com/office/drawing/2014/main" id="{F64AF0DC-8879-31B5-6E2A-9FFBB6F3C223}"/>
                </a:ext>
              </a:extLst>
            </p:cNvPr>
            <p:cNvSpPr/>
            <p:nvPr/>
          </p:nvSpPr>
          <p:spPr>
            <a:xfrm rot="2700000">
              <a:off x="3533175" y="667404"/>
              <a:ext cx="260233" cy="260233"/>
            </a:xfrm>
            <a:prstGeom prst="mathMultiply">
              <a:avLst>
                <a:gd name="adj1" fmla="val 16941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grpSp>
        <p:nvGrpSpPr>
          <p:cNvPr id="125" name="그룹 124">
            <a:extLst>
              <a:ext uri="{FF2B5EF4-FFF2-40B4-BE49-F238E27FC236}">
                <a16:creationId xmlns:a16="http://schemas.microsoft.com/office/drawing/2014/main" id="{002C5EF1-CA62-BA9F-EC32-043BE3DE7110}"/>
              </a:ext>
            </a:extLst>
          </p:cNvPr>
          <p:cNvGrpSpPr/>
          <p:nvPr/>
        </p:nvGrpSpPr>
        <p:grpSpPr>
          <a:xfrm>
            <a:off x="2794758" y="3243808"/>
            <a:ext cx="195325" cy="195325"/>
            <a:chOff x="2591582" y="2897201"/>
            <a:chExt cx="195325" cy="195325"/>
          </a:xfrm>
        </p:grpSpPr>
        <p:sp>
          <p:nvSpPr>
            <p:cNvPr id="126" name="사각형: 둥근 모서리 125">
              <a:extLst>
                <a:ext uri="{FF2B5EF4-FFF2-40B4-BE49-F238E27FC236}">
                  <a16:creationId xmlns:a16="http://schemas.microsoft.com/office/drawing/2014/main" id="{30525BE3-8CC3-D362-0A55-C3596475B273}"/>
                </a:ext>
              </a:extLst>
            </p:cNvPr>
            <p:cNvSpPr/>
            <p:nvPr/>
          </p:nvSpPr>
          <p:spPr>
            <a:xfrm>
              <a:off x="2591582" y="2897201"/>
              <a:ext cx="195325" cy="195325"/>
            </a:xfrm>
            <a:prstGeom prst="round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7" name="직사각형 126">
              <a:extLst>
                <a:ext uri="{FF2B5EF4-FFF2-40B4-BE49-F238E27FC236}">
                  <a16:creationId xmlns:a16="http://schemas.microsoft.com/office/drawing/2014/main" id="{8BE9CFDA-6AF4-FFF2-3AAD-F70CCA8C73D1}"/>
                </a:ext>
              </a:extLst>
            </p:cNvPr>
            <p:cNvSpPr/>
            <p:nvPr/>
          </p:nvSpPr>
          <p:spPr>
            <a:xfrm>
              <a:off x="2627921" y="2969665"/>
              <a:ext cx="119264" cy="4571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28" name="사각형: 둥근 모서리 127">
            <a:extLst>
              <a:ext uri="{FF2B5EF4-FFF2-40B4-BE49-F238E27FC236}">
                <a16:creationId xmlns:a16="http://schemas.microsoft.com/office/drawing/2014/main" id="{F7959F09-0E3E-E43F-D017-75EBA71A8B87}"/>
              </a:ext>
            </a:extLst>
          </p:cNvPr>
          <p:cNvSpPr/>
          <p:nvPr/>
        </p:nvSpPr>
        <p:spPr>
          <a:xfrm>
            <a:off x="3018851" y="3239179"/>
            <a:ext cx="664796" cy="221152"/>
          </a:xfrm>
          <a:prstGeom prst="roundRect">
            <a:avLst>
              <a:gd name="adj" fmla="val 50000"/>
            </a:avLst>
          </a:prstGeom>
          <a:solidFill>
            <a:srgbClr val="AFABA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29" name="TextBox 168">
            <a:extLst>
              <a:ext uri="{FF2B5EF4-FFF2-40B4-BE49-F238E27FC236}">
                <a16:creationId xmlns:a16="http://schemas.microsoft.com/office/drawing/2014/main" id="{F1A97F0E-4FB0-6AF9-6240-552F3864CD19}"/>
              </a:ext>
            </a:extLst>
          </p:cNvPr>
          <p:cNvSpPr txBox="1"/>
          <p:nvPr/>
        </p:nvSpPr>
        <p:spPr>
          <a:xfrm>
            <a:off x="2855809" y="3213219"/>
            <a:ext cx="100267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050" b="1" dirty="0"/>
              <a:t>1</a:t>
            </a:r>
            <a:endParaRPr lang="ko-KR" altLang="en-US" sz="1050" b="1" dirty="0"/>
          </a:p>
        </p:txBody>
      </p:sp>
      <p:sp>
        <p:nvSpPr>
          <p:cNvPr id="130" name="사각형: 둥근 모서리 129">
            <a:extLst>
              <a:ext uri="{FF2B5EF4-FFF2-40B4-BE49-F238E27FC236}">
                <a16:creationId xmlns:a16="http://schemas.microsoft.com/office/drawing/2014/main" id="{BA883832-7477-C00C-6200-045EE4E9B4B9}"/>
              </a:ext>
            </a:extLst>
          </p:cNvPr>
          <p:cNvSpPr/>
          <p:nvPr/>
        </p:nvSpPr>
        <p:spPr>
          <a:xfrm>
            <a:off x="7294170" y="2545992"/>
            <a:ext cx="3063410" cy="1839608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grpSp>
        <p:nvGrpSpPr>
          <p:cNvPr id="131" name="그룹 130">
            <a:extLst>
              <a:ext uri="{FF2B5EF4-FFF2-40B4-BE49-F238E27FC236}">
                <a16:creationId xmlns:a16="http://schemas.microsoft.com/office/drawing/2014/main" id="{9646AE57-4E9C-4EEA-AEC2-6E8DD77AC54A}"/>
              </a:ext>
            </a:extLst>
          </p:cNvPr>
          <p:cNvGrpSpPr/>
          <p:nvPr/>
        </p:nvGrpSpPr>
        <p:grpSpPr>
          <a:xfrm>
            <a:off x="10085121" y="2466493"/>
            <a:ext cx="358775" cy="358775"/>
            <a:chOff x="4746951" y="1635022"/>
            <a:chExt cx="358775" cy="358775"/>
          </a:xfrm>
        </p:grpSpPr>
        <p:sp>
          <p:nvSpPr>
            <p:cNvPr id="132" name="사각형: 둥근 모서리 131">
              <a:extLst>
                <a:ext uri="{FF2B5EF4-FFF2-40B4-BE49-F238E27FC236}">
                  <a16:creationId xmlns:a16="http://schemas.microsoft.com/office/drawing/2014/main" id="{F4749DC5-82FF-55FB-2DAD-12285DD4E247}"/>
                </a:ext>
              </a:extLst>
            </p:cNvPr>
            <p:cNvSpPr/>
            <p:nvPr/>
          </p:nvSpPr>
          <p:spPr>
            <a:xfrm>
              <a:off x="4764088" y="1652273"/>
              <a:ext cx="323850" cy="32385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33" name="곱하기 기호 132">
              <a:extLst>
                <a:ext uri="{FF2B5EF4-FFF2-40B4-BE49-F238E27FC236}">
                  <a16:creationId xmlns:a16="http://schemas.microsoft.com/office/drawing/2014/main" id="{0A5A4422-00CC-794B-44F0-EC8918522D65}"/>
                </a:ext>
              </a:extLst>
            </p:cNvPr>
            <p:cNvSpPr/>
            <p:nvPr/>
          </p:nvSpPr>
          <p:spPr>
            <a:xfrm>
              <a:off x="4746951" y="1635022"/>
              <a:ext cx="358775" cy="358775"/>
            </a:xfrm>
            <a:prstGeom prst="mathMultiply">
              <a:avLst>
                <a:gd name="adj1" fmla="val 16941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sp>
        <p:nvSpPr>
          <p:cNvPr id="134" name="TextBox 155">
            <a:extLst>
              <a:ext uri="{FF2B5EF4-FFF2-40B4-BE49-F238E27FC236}">
                <a16:creationId xmlns:a16="http://schemas.microsoft.com/office/drawing/2014/main" id="{3095599B-8F21-25E1-18C9-39F4BD02BFC1}"/>
              </a:ext>
            </a:extLst>
          </p:cNvPr>
          <p:cNvSpPr txBox="1"/>
          <p:nvPr/>
        </p:nvSpPr>
        <p:spPr>
          <a:xfrm>
            <a:off x="8015328" y="2787086"/>
            <a:ext cx="166588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100" b="1" dirty="0"/>
              <a:t>알을 판매할까요</a:t>
            </a:r>
            <a:r>
              <a:rPr lang="en-US" altLang="ko-KR" sz="1100" b="1" dirty="0"/>
              <a:t>?</a:t>
            </a:r>
            <a:endParaRPr lang="ko-KR" altLang="en-US" sz="1100" b="1" dirty="0"/>
          </a:p>
        </p:txBody>
      </p:sp>
      <p:sp>
        <p:nvSpPr>
          <p:cNvPr id="135" name="사각형: 둥근 모서리 134">
            <a:extLst>
              <a:ext uri="{FF2B5EF4-FFF2-40B4-BE49-F238E27FC236}">
                <a16:creationId xmlns:a16="http://schemas.microsoft.com/office/drawing/2014/main" id="{AC9C9684-BFAD-8B07-1800-13B5279E863F}"/>
              </a:ext>
            </a:extLst>
          </p:cNvPr>
          <p:cNvSpPr/>
          <p:nvPr/>
        </p:nvSpPr>
        <p:spPr>
          <a:xfrm>
            <a:off x="9003365" y="3976205"/>
            <a:ext cx="797735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36" name="TextBox 157">
            <a:extLst>
              <a:ext uri="{FF2B5EF4-FFF2-40B4-BE49-F238E27FC236}">
                <a16:creationId xmlns:a16="http://schemas.microsoft.com/office/drawing/2014/main" id="{A850E341-B421-091F-60D2-55BCCF9ED660}"/>
              </a:ext>
            </a:extLst>
          </p:cNvPr>
          <p:cNvSpPr txBox="1"/>
          <p:nvPr/>
        </p:nvSpPr>
        <p:spPr>
          <a:xfrm>
            <a:off x="9257765" y="4004960"/>
            <a:ext cx="7826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900" b="1"/>
              <a:t>예</a:t>
            </a:r>
          </a:p>
        </p:txBody>
      </p:sp>
      <p:sp>
        <p:nvSpPr>
          <p:cNvPr id="137" name="사각형: 둥근 모서리 136">
            <a:extLst>
              <a:ext uri="{FF2B5EF4-FFF2-40B4-BE49-F238E27FC236}">
                <a16:creationId xmlns:a16="http://schemas.microsoft.com/office/drawing/2014/main" id="{5D2CB568-2B00-AE2C-1CA2-27DC3EEB1784}"/>
              </a:ext>
            </a:extLst>
          </p:cNvPr>
          <p:cNvSpPr/>
          <p:nvPr/>
        </p:nvSpPr>
        <p:spPr>
          <a:xfrm>
            <a:off x="7763847" y="3969190"/>
            <a:ext cx="797735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38" name="TextBox 159">
            <a:extLst>
              <a:ext uri="{FF2B5EF4-FFF2-40B4-BE49-F238E27FC236}">
                <a16:creationId xmlns:a16="http://schemas.microsoft.com/office/drawing/2014/main" id="{1DB8ECF7-0F7F-B7CE-AECB-83B7B23DC9D6}"/>
              </a:ext>
            </a:extLst>
          </p:cNvPr>
          <p:cNvSpPr txBox="1"/>
          <p:nvPr/>
        </p:nvSpPr>
        <p:spPr>
          <a:xfrm>
            <a:off x="7897127" y="3997945"/>
            <a:ext cx="7826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900" b="1"/>
              <a:t>아니오</a:t>
            </a:r>
          </a:p>
        </p:txBody>
      </p:sp>
      <p:sp>
        <p:nvSpPr>
          <p:cNvPr id="139" name="사각형: 둥근 모서리 138">
            <a:extLst>
              <a:ext uri="{FF2B5EF4-FFF2-40B4-BE49-F238E27FC236}">
                <a16:creationId xmlns:a16="http://schemas.microsoft.com/office/drawing/2014/main" id="{DD338251-12F8-967B-0170-60694EB21144}"/>
              </a:ext>
            </a:extLst>
          </p:cNvPr>
          <p:cNvSpPr/>
          <p:nvPr/>
        </p:nvSpPr>
        <p:spPr>
          <a:xfrm>
            <a:off x="8271732" y="3596321"/>
            <a:ext cx="1081390" cy="221152"/>
          </a:xfrm>
          <a:prstGeom prst="roundRect">
            <a:avLst>
              <a:gd name="adj" fmla="val 50000"/>
            </a:avLst>
          </a:prstGeom>
          <a:solidFill>
            <a:srgbClr val="AFABA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pic>
        <p:nvPicPr>
          <p:cNvPr id="140" name="그림 139">
            <a:extLst>
              <a:ext uri="{FF2B5EF4-FFF2-40B4-BE49-F238E27FC236}">
                <a16:creationId xmlns:a16="http://schemas.microsoft.com/office/drawing/2014/main" id="{809A8C13-9450-DBA9-9AC1-1B7FD99BC06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68714" y="3498989"/>
            <a:ext cx="442051" cy="442051"/>
          </a:xfrm>
          <a:prstGeom prst="rect">
            <a:avLst/>
          </a:prstGeom>
        </p:spPr>
      </p:pic>
      <p:sp>
        <p:nvSpPr>
          <p:cNvPr id="141" name="TextBox 168">
            <a:extLst>
              <a:ext uri="{FF2B5EF4-FFF2-40B4-BE49-F238E27FC236}">
                <a16:creationId xmlns:a16="http://schemas.microsoft.com/office/drawing/2014/main" id="{F44E3D05-0239-CBA7-E404-2FCD730C2DCF}"/>
              </a:ext>
            </a:extLst>
          </p:cNvPr>
          <p:cNvSpPr txBox="1"/>
          <p:nvPr/>
        </p:nvSpPr>
        <p:spPr>
          <a:xfrm>
            <a:off x="8541641" y="3566618"/>
            <a:ext cx="100267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050" b="1" dirty="0"/>
              <a:t>5,000</a:t>
            </a:r>
            <a:endParaRPr lang="ko-KR" altLang="en-US" sz="1050" b="1" dirty="0"/>
          </a:p>
        </p:txBody>
      </p:sp>
      <p:grpSp>
        <p:nvGrpSpPr>
          <p:cNvPr id="142" name="그룹 141">
            <a:extLst>
              <a:ext uri="{FF2B5EF4-FFF2-40B4-BE49-F238E27FC236}">
                <a16:creationId xmlns:a16="http://schemas.microsoft.com/office/drawing/2014/main" id="{82ABA87E-0AB2-4A17-8A3B-36237A6D8C31}"/>
              </a:ext>
            </a:extLst>
          </p:cNvPr>
          <p:cNvGrpSpPr/>
          <p:nvPr/>
        </p:nvGrpSpPr>
        <p:grpSpPr>
          <a:xfrm>
            <a:off x="9180221" y="3269073"/>
            <a:ext cx="195325" cy="195325"/>
            <a:chOff x="3522226" y="659095"/>
            <a:chExt cx="276999" cy="276999"/>
          </a:xfrm>
        </p:grpSpPr>
        <p:sp>
          <p:nvSpPr>
            <p:cNvPr id="143" name="사각형: 둥근 모서리 142">
              <a:extLst>
                <a:ext uri="{FF2B5EF4-FFF2-40B4-BE49-F238E27FC236}">
                  <a16:creationId xmlns:a16="http://schemas.microsoft.com/office/drawing/2014/main" id="{7FA22B6C-63EC-8AC1-0E70-32CC9C0CE01B}"/>
                </a:ext>
              </a:extLst>
            </p:cNvPr>
            <p:cNvSpPr/>
            <p:nvPr/>
          </p:nvSpPr>
          <p:spPr>
            <a:xfrm>
              <a:off x="3522226" y="659095"/>
              <a:ext cx="276999" cy="276999"/>
            </a:xfrm>
            <a:prstGeom prst="round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4" name="곱하기 기호 143">
              <a:extLst>
                <a:ext uri="{FF2B5EF4-FFF2-40B4-BE49-F238E27FC236}">
                  <a16:creationId xmlns:a16="http://schemas.microsoft.com/office/drawing/2014/main" id="{501A6E56-5A29-9AD0-9044-D366AD1EF33B}"/>
                </a:ext>
              </a:extLst>
            </p:cNvPr>
            <p:cNvSpPr/>
            <p:nvPr/>
          </p:nvSpPr>
          <p:spPr>
            <a:xfrm rot="2700000">
              <a:off x="3533175" y="667404"/>
              <a:ext cx="260233" cy="260233"/>
            </a:xfrm>
            <a:prstGeom prst="mathMultiply">
              <a:avLst>
                <a:gd name="adj1" fmla="val 16941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grpSp>
        <p:nvGrpSpPr>
          <p:cNvPr id="145" name="그룹 144">
            <a:extLst>
              <a:ext uri="{FF2B5EF4-FFF2-40B4-BE49-F238E27FC236}">
                <a16:creationId xmlns:a16="http://schemas.microsoft.com/office/drawing/2014/main" id="{93E6BBE4-15B9-34D2-3502-1BD29284D992}"/>
              </a:ext>
            </a:extLst>
          </p:cNvPr>
          <p:cNvGrpSpPr/>
          <p:nvPr/>
        </p:nvGrpSpPr>
        <p:grpSpPr>
          <a:xfrm>
            <a:off x="8254508" y="3262950"/>
            <a:ext cx="195325" cy="195325"/>
            <a:chOff x="2591582" y="2897201"/>
            <a:chExt cx="195325" cy="195325"/>
          </a:xfrm>
        </p:grpSpPr>
        <p:sp>
          <p:nvSpPr>
            <p:cNvPr id="146" name="사각형: 둥근 모서리 145">
              <a:extLst>
                <a:ext uri="{FF2B5EF4-FFF2-40B4-BE49-F238E27FC236}">
                  <a16:creationId xmlns:a16="http://schemas.microsoft.com/office/drawing/2014/main" id="{A99FA2BB-4765-D14C-96D8-81D52C150D93}"/>
                </a:ext>
              </a:extLst>
            </p:cNvPr>
            <p:cNvSpPr/>
            <p:nvPr/>
          </p:nvSpPr>
          <p:spPr>
            <a:xfrm>
              <a:off x="2591582" y="2897201"/>
              <a:ext cx="195325" cy="195325"/>
            </a:xfrm>
            <a:prstGeom prst="round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7" name="직사각형 146">
              <a:extLst>
                <a:ext uri="{FF2B5EF4-FFF2-40B4-BE49-F238E27FC236}">
                  <a16:creationId xmlns:a16="http://schemas.microsoft.com/office/drawing/2014/main" id="{A5CEBB36-8EE9-5D85-A8CC-E63AC9BEC080}"/>
                </a:ext>
              </a:extLst>
            </p:cNvPr>
            <p:cNvSpPr/>
            <p:nvPr/>
          </p:nvSpPr>
          <p:spPr>
            <a:xfrm>
              <a:off x="2627921" y="2969665"/>
              <a:ext cx="119264" cy="4571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48" name="사각형: 둥근 모서리 147">
            <a:extLst>
              <a:ext uri="{FF2B5EF4-FFF2-40B4-BE49-F238E27FC236}">
                <a16:creationId xmlns:a16="http://schemas.microsoft.com/office/drawing/2014/main" id="{AE3F5B4C-29FD-EF12-E610-07288BCEF210}"/>
              </a:ext>
            </a:extLst>
          </p:cNvPr>
          <p:cNvSpPr/>
          <p:nvPr/>
        </p:nvSpPr>
        <p:spPr>
          <a:xfrm>
            <a:off x="8478601" y="3258321"/>
            <a:ext cx="664796" cy="221152"/>
          </a:xfrm>
          <a:prstGeom prst="roundRect">
            <a:avLst>
              <a:gd name="adj" fmla="val 50000"/>
            </a:avLst>
          </a:prstGeom>
          <a:solidFill>
            <a:srgbClr val="AFABA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49" name="TextBox 168">
            <a:extLst>
              <a:ext uri="{FF2B5EF4-FFF2-40B4-BE49-F238E27FC236}">
                <a16:creationId xmlns:a16="http://schemas.microsoft.com/office/drawing/2014/main" id="{0B42901D-6335-623F-3282-FAE4FB8CE9C1}"/>
              </a:ext>
            </a:extLst>
          </p:cNvPr>
          <p:cNvSpPr txBox="1"/>
          <p:nvPr/>
        </p:nvSpPr>
        <p:spPr>
          <a:xfrm>
            <a:off x="8315559" y="3232361"/>
            <a:ext cx="100267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050" b="1" dirty="0"/>
              <a:t>1</a:t>
            </a:r>
            <a:endParaRPr lang="ko-KR" altLang="en-US" sz="1050" b="1" dirty="0"/>
          </a:p>
        </p:txBody>
      </p:sp>
    </p:spTree>
    <p:extLst>
      <p:ext uri="{BB962C8B-B14F-4D97-AF65-F5344CB8AC3E}">
        <p14:creationId xmlns:p14="http://schemas.microsoft.com/office/powerpoint/2010/main" val="29359695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그룹 3">
            <a:extLst>
              <a:ext uri="{FF2B5EF4-FFF2-40B4-BE49-F238E27FC236}">
                <a16:creationId xmlns:a16="http://schemas.microsoft.com/office/drawing/2014/main" id="{55E565CE-0691-408D-91A0-81EBAB657CAF}"/>
              </a:ext>
            </a:extLst>
          </p:cNvPr>
          <p:cNvGrpSpPr/>
          <p:nvPr/>
        </p:nvGrpSpPr>
        <p:grpSpPr>
          <a:xfrm>
            <a:off x="1168823" y="1457673"/>
            <a:ext cx="4489873" cy="3186752"/>
            <a:chOff x="615853" y="1361895"/>
            <a:chExt cx="4489873" cy="3186752"/>
          </a:xfrm>
        </p:grpSpPr>
        <p:sp>
          <p:nvSpPr>
            <p:cNvPr id="17" name="사각형: 둥근 모서리 16">
              <a:extLst>
                <a:ext uri="{FF2B5EF4-FFF2-40B4-BE49-F238E27FC236}">
                  <a16:creationId xmlns:a16="http://schemas.microsoft.com/office/drawing/2014/main" id="{550FF361-3558-476D-B131-009518BF2BB2}"/>
                </a:ext>
              </a:extLst>
            </p:cNvPr>
            <p:cNvSpPr/>
            <p:nvPr/>
          </p:nvSpPr>
          <p:spPr>
            <a:xfrm>
              <a:off x="615853" y="1754647"/>
              <a:ext cx="2200521" cy="2794000"/>
            </a:xfrm>
            <a:prstGeom prst="roundRect">
              <a:avLst>
                <a:gd name="adj" fmla="val 2239"/>
              </a:avLst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8" name="사각형: 둥근 모서리 17">
              <a:extLst>
                <a:ext uri="{FF2B5EF4-FFF2-40B4-BE49-F238E27FC236}">
                  <a16:creationId xmlns:a16="http://schemas.microsoft.com/office/drawing/2014/main" id="{B7C9D77B-7437-4174-80B1-74D23C37BDE9}"/>
                </a:ext>
              </a:extLst>
            </p:cNvPr>
            <p:cNvSpPr/>
            <p:nvPr/>
          </p:nvSpPr>
          <p:spPr>
            <a:xfrm>
              <a:off x="1190128" y="1443497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9" name="사각형: 둥근 모서리 18">
              <a:extLst>
                <a:ext uri="{FF2B5EF4-FFF2-40B4-BE49-F238E27FC236}">
                  <a16:creationId xmlns:a16="http://schemas.microsoft.com/office/drawing/2014/main" id="{3932DD00-A58A-4192-A77B-CA8D50085468}"/>
                </a:ext>
              </a:extLst>
            </p:cNvPr>
            <p:cNvSpPr/>
            <p:nvPr/>
          </p:nvSpPr>
          <p:spPr>
            <a:xfrm>
              <a:off x="761546" y="1440062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20" name="사각형: 둥근 모서리 19">
              <a:extLst>
                <a:ext uri="{FF2B5EF4-FFF2-40B4-BE49-F238E27FC236}">
                  <a16:creationId xmlns:a16="http://schemas.microsoft.com/office/drawing/2014/main" id="{E59DC630-D10B-42C8-9B33-E43EEA8D3CDB}"/>
                </a:ext>
              </a:extLst>
            </p:cNvPr>
            <p:cNvSpPr/>
            <p:nvPr/>
          </p:nvSpPr>
          <p:spPr>
            <a:xfrm>
              <a:off x="1635732" y="1443497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pic>
          <p:nvPicPr>
            <p:cNvPr id="21" name="Picture 2" descr="잎 - 무료 자연개 아이콘">
              <a:extLst>
                <a:ext uri="{FF2B5EF4-FFF2-40B4-BE49-F238E27FC236}">
                  <a16:creationId xmlns:a16="http://schemas.microsoft.com/office/drawing/2014/main" id="{252A5A3F-3955-4E86-9AE6-B19095A9B16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243898" y="1472369"/>
              <a:ext cx="251234" cy="25123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2" name="Picture 2" descr="Material 디자인 스타일의 달팽이 아이콘">
              <a:extLst>
                <a:ext uri="{FF2B5EF4-FFF2-40B4-BE49-F238E27FC236}">
                  <a16:creationId xmlns:a16="http://schemas.microsoft.com/office/drawing/2014/main" id="{4114790D-874A-4EA3-88A3-20AE3551CB0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ackgroundRemoval t="10000" b="90000" l="8750" r="91250">
                          <a14:foregroundMark x1="90833" y1="41250" x2="90833" y2="41250"/>
                          <a14:foregroundMark x1="91250" y1="16167" x2="91250" y2="16167"/>
                          <a14:foregroundMark x1="8750" y1="46000" x2="8750" y2="46000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92355" y="1446932"/>
              <a:ext cx="297156" cy="29715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3" name="사각형: 둥근 모서리 22">
              <a:extLst>
                <a:ext uri="{FF2B5EF4-FFF2-40B4-BE49-F238E27FC236}">
                  <a16:creationId xmlns:a16="http://schemas.microsoft.com/office/drawing/2014/main" id="{1F6CE2CE-A65A-4D90-A2F9-D48DCDD2087A}"/>
                </a:ext>
              </a:extLst>
            </p:cNvPr>
            <p:cNvSpPr/>
            <p:nvPr/>
          </p:nvSpPr>
          <p:spPr>
            <a:xfrm>
              <a:off x="2816374" y="1747523"/>
              <a:ext cx="2200521" cy="2794000"/>
            </a:xfrm>
            <a:prstGeom prst="roundRect">
              <a:avLst>
                <a:gd name="adj" fmla="val 2239"/>
              </a:avLst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24" name="사각형: 둥근 모서리 23">
              <a:extLst>
                <a:ext uri="{FF2B5EF4-FFF2-40B4-BE49-F238E27FC236}">
                  <a16:creationId xmlns:a16="http://schemas.microsoft.com/office/drawing/2014/main" id="{1B0589F0-F1AD-4D2C-BA43-BAC6C17ED1B1}"/>
                </a:ext>
              </a:extLst>
            </p:cNvPr>
            <p:cNvSpPr/>
            <p:nvPr/>
          </p:nvSpPr>
          <p:spPr>
            <a:xfrm>
              <a:off x="3060603" y="1880787"/>
              <a:ext cx="1668560" cy="276559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grpSp>
          <p:nvGrpSpPr>
            <p:cNvPr id="25" name="그룹 24">
              <a:extLst>
                <a:ext uri="{FF2B5EF4-FFF2-40B4-BE49-F238E27FC236}">
                  <a16:creationId xmlns:a16="http://schemas.microsoft.com/office/drawing/2014/main" id="{4A495CF4-943B-4930-9E04-ECD00241C1C2}"/>
                </a:ext>
              </a:extLst>
            </p:cNvPr>
            <p:cNvGrpSpPr/>
            <p:nvPr/>
          </p:nvGrpSpPr>
          <p:grpSpPr>
            <a:xfrm>
              <a:off x="3108360" y="1919557"/>
              <a:ext cx="200148" cy="200148"/>
              <a:chOff x="3690370" y="5044952"/>
              <a:chExt cx="323850" cy="323850"/>
            </a:xfrm>
          </p:grpSpPr>
          <p:sp>
            <p:nvSpPr>
              <p:cNvPr id="95" name="사각형: 둥근 모서리 94">
                <a:extLst>
                  <a:ext uri="{FF2B5EF4-FFF2-40B4-BE49-F238E27FC236}">
                    <a16:creationId xmlns:a16="http://schemas.microsoft.com/office/drawing/2014/main" id="{3160BCA7-3EAE-42A7-9CDF-DEC74545D977}"/>
                  </a:ext>
                </a:extLst>
              </p:cNvPr>
              <p:cNvSpPr/>
              <p:nvPr/>
            </p:nvSpPr>
            <p:spPr>
              <a:xfrm>
                <a:off x="3690370" y="5044952"/>
                <a:ext cx="323850" cy="323850"/>
              </a:xfrm>
              <a:prstGeom prst="roundRect">
                <a:avLst/>
              </a:prstGeom>
              <a:solidFill>
                <a:schemeClr val="bg2">
                  <a:lumMod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/>
              </a:p>
            </p:txBody>
          </p:sp>
          <p:pic>
            <p:nvPicPr>
              <p:cNvPr id="96" name="Picture 2" descr="연필 - 무료 편집 도구개 아이콘">
                <a:extLst>
                  <a:ext uri="{FF2B5EF4-FFF2-40B4-BE49-F238E27FC236}">
                    <a16:creationId xmlns:a16="http://schemas.microsoft.com/office/drawing/2014/main" id="{AF2FF7CF-87F2-43A0-847F-629FE1DF370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742086" y="5096668"/>
                <a:ext cx="220417" cy="22041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26" name="TextBox 31">
              <a:extLst>
                <a:ext uri="{FF2B5EF4-FFF2-40B4-BE49-F238E27FC236}">
                  <a16:creationId xmlns:a16="http://schemas.microsoft.com/office/drawing/2014/main" id="{740C43D0-EDD0-4BDD-B471-307147BDF561}"/>
                </a:ext>
              </a:extLst>
            </p:cNvPr>
            <p:cNvSpPr txBox="1"/>
            <p:nvPr/>
          </p:nvSpPr>
          <p:spPr>
            <a:xfrm>
              <a:off x="3294334" y="1897413"/>
              <a:ext cx="124460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ko-KR" altLang="en-US" sz="1100" b="1"/>
                <a:t>달팽이 이름</a:t>
              </a:r>
            </a:p>
          </p:txBody>
        </p:sp>
        <p:grpSp>
          <p:nvGrpSpPr>
            <p:cNvPr id="27" name="그룹 26">
              <a:extLst>
                <a:ext uri="{FF2B5EF4-FFF2-40B4-BE49-F238E27FC236}">
                  <a16:creationId xmlns:a16="http://schemas.microsoft.com/office/drawing/2014/main" id="{8F705DE4-F7D8-4C86-9E46-56B93CF6805D}"/>
                </a:ext>
              </a:extLst>
            </p:cNvPr>
            <p:cNvGrpSpPr/>
            <p:nvPr/>
          </p:nvGrpSpPr>
          <p:grpSpPr>
            <a:xfrm>
              <a:off x="4746951" y="1635022"/>
              <a:ext cx="358775" cy="358775"/>
              <a:chOff x="4746951" y="1635022"/>
              <a:chExt cx="358775" cy="358775"/>
            </a:xfrm>
          </p:grpSpPr>
          <p:sp>
            <p:nvSpPr>
              <p:cNvPr id="93" name="사각형: 둥근 모서리 92">
                <a:extLst>
                  <a:ext uri="{FF2B5EF4-FFF2-40B4-BE49-F238E27FC236}">
                    <a16:creationId xmlns:a16="http://schemas.microsoft.com/office/drawing/2014/main" id="{E821C8CD-B67E-49D9-BD5D-B191370A5B74}"/>
                  </a:ext>
                </a:extLst>
              </p:cNvPr>
              <p:cNvSpPr/>
              <p:nvPr/>
            </p:nvSpPr>
            <p:spPr>
              <a:xfrm>
                <a:off x="4764088" y="1652273"/>
                <a:ext cx="323850" cy="323850"/>
              </a:xfrm>
              <a:prstGeom prst="roundRect">
                <a:avLst/>
              </a:prstGeom>
              <a:solidFill>
                <a:schemeClr val="bg2">
                  <a:lumMod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/>
              </a:p>
            </p:txBody>
          </p:sp>
          <p:sp>
            <p:nvSpPr>
              <p:cNvPr id="94" name="곱하기 기호 93">
                <a:extLst>
                  <a:ext uri="{FF2B5EF4-FFF2-40B4-BE49-F238E27FC236}">
                    <a16:creationId xmlns:a16="http://schemas.microsoft.com/office/drawing/2014/main" id="{874EA15A-0C41-4D67-9CB6-279A22BF5AB7}"/>
                  </a:ext>
                </a:extLst>
              </p:cNvPr>
              <p:cNvSpPr/>
              <p:nvPr/>
            </p:nvSpPr>
            <p:spPr>
              <a:xfrm>
                <a:off x="4746951" y="1635022"/>
                <a:ext cx="358775" cy="358775"/>
              </a:xfrm>
              <a:prstGeom prst="mathMultiply">
                <a:avLst>
                  <a:gd name="adj1" fmla="val 16941"/>
                </a:avLst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/>
              </a:p>
            </p:txBody>
          </p:sp>
        </p:grpSp>
        <p:sp>
          <p:nvSpPr>
            <p:cNvPr id="28" name="TextBox 38">
              <a:extLst>
                <a:ext uri="{FF2B5EF4-FFF2-40B4-BE49-F238E27FC236}">
                  <a16:creationId xmlns:a16="http://schemas.microsoft.com/office/drawing/2014/main" id="{02DCC98B-8E68-49AB-B26B-5D697CAF690F}"/>
                </a:ext>
              </a:extLst>
            </p:cNvPr>
            <p:cNvSpPr txBox="1"/>
            <p:nvPr/>
          </p:nvSpPr>
          <p:spPr>
            <a:xfrm>
              <a:off x="1109765" y="1794285"/>
              <a:ext cx="124460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ko-KR" altLang="en-US" sz="1100" b="1"/>
                <a:t>보유 특징</a:t>
              </a:r>
            </a:p>
          </p:txBody>
        </p:sp>
        <p:grpSp>
          <p:nvGrpSpPr>
            <p:cNvPr id="29" name="그룹 28">
              <a:extLst>
                <a:ext uri="{FF2B5EF4-FFF2-40B4-BE49-F238E27FC236}">
                  <a16:creationId xmlns:a16="http://schemas.microsoft.com/office/drawing/2014/main" id="{466879B4-6325-4BD7-AD08-DC04CE176DA1}"/>
                </a:ext>
              </a:extLst>
            </p:cNvPr>
            <p:cNvGrpSpPr/>
            <p:nvPr/>
          </p:nvGrpSpPr>
          <p:grpSpPr>
            <a:xfrm>
              <a:off x="3411760" y="1361895"/>
              <a:ext cx="1141042" cy="442052"/>
              <a:chOff x="6711477" y="1465221"/>
              <a:chExt cx="1416357" cy="548711"/>
            </a:xfrm>
          </p:grpSpPr>
          <p:sp>
            <p:nvSpPr>
              <p:cNvPr id="90" name="사각형: 둥근 모서리 89">
                <a:extLst>
                  <a:ext uri="{FF2B5EF4-FFF2-40B4-BE49-F238E27FC236}">
                    <a16:creationId xmlns:a16="http://schemas.microsoft.com/office/drawing/2014/main" id="{5A830B04-1EC7-4523-BB98-9C0366D1EA8D}"/>
                  </a:ext>
                </a:extLst>
              </p:cNvPr>
              <p:cNvSpPr/>
              <p:nvPr/>
            </p:nvSpPr>
            <p:spPr>
              <a:xfrm>
                <a:off x="6839352" y="1586038"/>
                <a:ext cx="955998" cy="274512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9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/>
              </a:p>
            </p:txBody>
          </p:sp>
          <p:pic>
            <p:nvPicPr>
              <p:cNvPr id="91" name="그림 90">
                <a:extLst>
                  <a:ext uri="{FF2B5EF4-FFF2-40B4-BE49-F238E27FC236}">
                    <a16:creationId xmlns:a16="http://schemas.microsoft.com/office/drawing/2014/main" id="{4DAF5DB5-2770-4E2F-9969-94E60FDAF22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711477" y="1465221"/>
                <a:ext cx="548711" cy="548711"/>
              </a:xfrm>
              <a:prstGeom prst="rect">
                <a:avLst/>
              </a:prstGeom>
            </p:spPr>
          </p:pic>
          <p:sp>
            <p:nvSpPr>
              <p:cNvPr id="92" name="TextBox 89">
                <a:extLst>
                  <a:ext uri="{FF2B5EF4-FFF2-40B4-BE49-F238E27FC236}">
                    <a16:creationId xmlns:a16="http://schemas.microsoft.com/office/drawing/2014/main" id="{E1A18C31-6C8B-4E3B-B991-B0D8D09F1EAE}"/>
                  </a:ext>
                </a:extLst>
              </p:cNvPr>
              <p:cNvSpPr txBox="1"/>
              <p:nvPr/>
            </p:nvSpPr>
            <p:spPr>
              <a:xfrm>
                <a:off x="6883235" y="1560569"/>
                <a:ext cx="1244599" cy="3151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050" b="1"/>
                  <a:t>5,000</a:t>
                </a:r>
                <a:endParaRPr lang="ko-KR" altLang="en-US" sz="1050" b="1"/>
              </a:p>
            </p:txBody>
          </p:sp>
        </p:grpSp>
        <p:sp>
          <p:nvSpPr>
            <p:cNvPr id="30" name="사각형: 둥근 모서리 29">
              <a:extLst>
                <a:ext uri="{FF2B5EF4-FFF2-40B4-BE49-F238E27FC236}">
                  <a16:creationId xmlns:a16="http://schemas.microsoft.com/office/drawing/2014/main" id="{71F0581B-C092-4CB6-A80A-DD06B5E32C5E}"/>
                </a:ext>
              </a:extLst>
            </p:cNvPr>
            <p:cNvSpPr/>
            <p:nvPr/>
          </p:nvSpPr>
          <p:spPr>
            <a:xfrm>
              <a:off x="2086434" y="1442937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pic>
          <p:nvPicPr>
            <p:cNvPr id="31" name="Picture 4" descr="상점 아이콘 구매 기호입니다 장바구니 아이콘재고에 대 한 가방에 대한 스톡 벡터 아트 및 기타 이미지 - 가방, 고객, 구매 -  iStock">
              <a:extLst>
                <a:ext uri="{FF2B5EF4-FFF2-40B4-BE49-F238E27FC236}">
                  <a16:creationId xmlns:a16="http://schemas.microsoft.com/office/drawing/2014/main" id="{39741715-983A-44AD-8DE8-37B5D7BF859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backgroundRemoval t="10000" b="90000" l="10000" r="90000">
                          <a14:foregroundMark x1="46154" y1="42067" x2="53846" y2="41106"/>
                          <a14:foregroundMark x1="63462" y1="32452" x2="63462" y2="32452"/>
                          <a14:foregroundMark x1="41587" y1="29087" x2="40144" y2="29567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075489" y="1409140"/>
              <a:ext cx="385763" cy="3857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2" name="Picture 8" descr="Eggs - Free food icons">
              <a:extLst>
                <a:ext uri="{FF2B5EF4-FFF2-40B4-BE49-F238E27FC236}">
                  <a16:creationId xmlns:a16="http://schemas.microsoft.com/office/drawing/2014/main" id="{BAF861CD-7E49-4CFC-BE77-BBA975B33CD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694177" y="1474305"/>
              <a:ext cx="241884" cy="24188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3" name="사각형: 둥근 모서리 32">
              <a:extLst>
                <a:ext uri="{FF2B5EF4-FFF2-40B4-BE49-F238E27FC236}">
                  <a16:creationId xmlns:a16="http://schemas.microsoft.com/office/drawing/2014/main" id="{BC47BEDE-5E21-44F6-9242-68091E087E1C}"/>
                </a:ext>
              </a:extLst>
            </p:cNvPr>
            <p:cNvSpPr/>
            <p:nvPr/>
          </p:nvSpPr>
          <p:spPr>
            <a:xfrm>
              <a:off x="2924416" y="1437944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pic>
          <p:nvPicPr>
            <p:cNvPr id="34" name="Picture 2" descr="설정 - 무료 ui개 아이콘">
              <a:extLst>
                <a:ext uri="{FF2B5EF4-FFF2-40B4-BE49-F238E27FC236}">
                  <a16:creationId xmlns:a16="http://schemas.microsoft.com/office/drawing/2014/main" id="{CD51C124-F2C5-45D7-BF8C-2AE8F8AB8ED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976581" y="1459959"/>
              <a:ext cx="265099" cy="26509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5" name="Picture 2">
              <a:extLst>
                <a:ext uri="{FF2B5EF4-FFF2-40B4-BE49-F238E27FC236}">
                  <a16:creationId xmlns:a16="http://schemas.microsoft.com/office/drawing/2014/main" id="{F7F16009-B5A7-4E35-A3B7-3990403B5FA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BEBA8EAE-BF5A-486C-A8C5-ECC9F3942E4B}">
                  <a14:imgProps xmlns:a14="http://schemas.microsoft.com/office/drawing/2010/main">
                    <a14:imgLayer r:embed="rId12">
                      <a14:imgEffect>
                        <a14:backgroundRemoval t="10000" b="90000" l="10000" r="9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164581" y="2232206"/>
              <a:ext cx="1586360" cy="133254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6" name="사각형: 둥근 모서리 35">
              <a:extLst>
                <a:ext uri="{FF2B5EF4-FFF2-40B4-BE49-F238E27FC236}">
                  <a16:creationId xmlns:a16="http://schemas.microsoft.com/office/drawing/2014/main" id="{8238AC5E-1F90-4CCE-A4F7-55F7B9BC5A3D}"/>
                </a:ext>
              </a:extLst>
            </p:cNvPr>
            <p:cNvSpPr/>
            <p:nvPr/>
          </p:nvSpPr>
          <p:spPr>
            <a:xfrm>
              <a:off x="942422" y="2091953"/>
              <a:ext cx="1775262" cy="508000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37" name="TextBox 97">
              <a:extLst>
                <a:ext uri="{FF2B5EF4-FFF2-40B4-BE49-F238E27FC236}">
                  <a16:creationId xmlns:a16="http://schemas.microsoft.com/office/drawing/2014/main" id="{33184209-06B5-4811-BF1B-4385653C1E4F}"/>
                </a:ext>
              </a:extLst>
            </p:cNvPr>
            <p:cNvSpPr txBox="1"/>
            <p:nvPr/>
          </p:nvSpPr>
          <p:spPr>
            <a:xfrm>
              <a:off x="958553" y="2127271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b="1"/>
                <a:t>패각 이름</a:t>
              </a:r>
            </a:p>
          </p:txBody>
        </p:sp>
        <p:sp>
          <p:nvSpPr>
            <p:cNvPr id="38" name="TextBox 98">
              <a:extLst>
                <a:ext uri="{FF2B5EF4-FFF2-40B4-BE49-F238E27FC236}">
                  <a16:creationId xmlns:a16="http://schemas.microsoft.com/office/drawing/2014/main" id="{29D5452D-DFB1-4F97-BE10-96CB6E809228}"/>
                </a:ext>
              </a:extLst>
            </p:cNvPr>
            <p:cNvSpPr txBox="1"/>
            <p:nvPr/>
          </p:nvSpPr>
          <p:spPr>
            <a:xfrm>
              <a:off x="954838" y="2321204"/>
              <a:ext cx="162951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b="1"/>
                <a:t>패각 설명 어쩌구저쩌구</a:t>
              </a:r>
            </a:p>
          </p:txBody>
        </p:sp>
        <p:sp>
          <p:nvSpPr>
            <p:cNvPr id="39" name="타원 38">
              <a:extLst>
                <a:ext uri="{FF2B5EF4-FFF2-40B4-BE49-F238E27FC236}">
                  <a16:creationId xmlns:a16="http://schemas.microsoft.com/office/drawing/2014/main" id="{A99F6290-0311-4686-B44B-CC655B928DAD}"/>
                </a:ext>
              </a:extLst>
            </p:cNvPr>
            <p:cNvSpPr/>
            <p:nvPr/>
          </p:nvSpPr>
          <p:spPr>
            <a:xfrm>
              <a:off x="712508" y="2187082"/>
              <a:ext cx="317742" cy="317742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grpSp>
          <p:nvGrpSpPr>
            <p:cNvPr id="40" name="그룹 39">
              <a:extLst>
                <a:ext uri="{FF2B5EF4-FFF2-40B4-BE49-F238E27FC236}">
                  <a16:creationId xmlns:a16="http://schemas.microsoft.com/office/drawing/2014/main" id="{B6FBB534-9525-4D1B-AEB5-3BE9E36DDD7E}"/>
                </a:ext>
              </a:extLst>
            </p:cNvPr>
            <p:cNvGrpSpPr/>
            <p:nvPr/>
          </p:nvGrpSpPr>
          <p:grpSpPr>
            <a:xfrm>
              <a:off x="2195257" y="2115121"/>
              <a:ext cx="1256151" cy="230832"/>
              <a:chOff x="3664169" y="2092252"/>
              <a:chExt cx="1256151" cy="230832"/>
            </a:xfrm>
          </p:grpSpPr>
          <p:sp>
            <p:nvSpPr>
              <p:cNvPr id="88" name="사각형: 둥근 모서리 87">
                <a:extLst>
                  <a:ext uri="{FF2B5EF4-FFF2-40B4-BE49-F238E27FC236}">
                    <a16:creationId xmlns:a16="http://schemas.microsoft.com/office/drawing/2014/main" id="{BE927DB0-3118-41D8-8786-C22B18424F0E}"/>
                  </a:ext>
                </a:extLst>
              </p:cNvPr>
              <p:cNvSpPr/>
              <p:nvPr/>
            </p:nvSpPr>
            <p:spPr>
              <a:xfrm>
                <a:off x="3664169" y="2118861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/>
              </a:p>
            </p:txBody>
          </p:sp>
          <p:sp>
            <p:nvSpPr>
              <p:cNvPr id="89" name="TextBox 33">
                <a:extLst>
                  <a:ext uri="{FF2B5EF4-FFF2-40B4-BE49-F238E27FC236}">
                    <a16:creationId xmlns:a16="http://schemas.microsoft.com/office/drawing/2014/main" id="{28BAA9AD-EFDE-4235-9A48-9A6DC2F2D860}"/>
                  </a:ext>
                </a:extLst>
              </p:cNvPr>
              <p:cNvSpPr txBox="1"/>
              <p:nvPr/>
            </p:nvSpPr>
            <p:spPr>
              <a:xfrm>
                <a:off x="3675720" y="2092252"/>
                <a:ext cx="1244600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ko-KR" altLang="en-US" sz="900" b="1">
                    <a:solidFill>
                      <a:schemeClr val="bg1"/>
                    </a:solidFill>
                  </a:rPr>
                  <a:t>에픽</a:t>
                </a:r>
              </a:p>
            </p:txBody>
          </p:sp>
        </p:grpSp>
        <p:sp>
          <p:nvSpPr>
            <p:cNvPr id="41" name="사각형: 둥근 모서리 40">
              <a:extLst>
                <a:ext uri="{FF2B5EF4-FFF2-40B4-BE49-F238E27FC236}">
                  <a16:creationId xmlns:a16="http://schemas.microsoft.com/office/drawing/2014/main" id="{92BBBE5B-6266-42C7-B2D7-7C690CD8F06A}"/>
                </a:ext>
              </a:extLst>
            </p:cNvPr>
            <p:cNvSpPr/>
            <p:nvPr/>
          </p:nvSpPr>
          <p:spPr>
            <a:xfrm>
              <a:off x="942422" y="2690290"/>
              <a:ext cx="1775262" cy="508000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42" name="TextBox 102">
              <a:extLst>
                <a:ext uri="{FF2B5EF4-FFF2-40B4-BE49-F238E27FC236}">
                  <a16:creationId xmlns:a16="http://schemas.microsoft.com/office/drawing/2014/main" id="{E2BF1B74-0C7E-4AF9-8145-BFA4ABDD0FE6}"/>
                </a:ext>
              </a:extLst>
            </p:cNvPr>
            <p:cNvSpPr txBox="1"/>
            <p:nvPr/>
          </p:nvSpPr>
          <p:spPr>
            <a:xfrm>
              <a:off x="958553" y="2725608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b="1"/>
                <a:t>몸통 이름</a:t>
              </a:r>
            </a:p>
          </p:txBody>
        </p:sp>
        <p:sp>
          <p:nvSpPr>
            <p:cNvPr id="43" name="TextBox 103">
              <a:extLst>
                <a:ext uri="{FF2B5EF4-FFF2-40B4-BE49-F238E27FC236}">
                  <a16:creationId xmlns:a16="http://schemas.microsoft.com/office/drawing/2014/main" id="{9F7AA1F8-2DD3-4F43-9653-80655E06BAD4}"/>
                </a:ext>
              </a:extLst>
            </p:cNvPr>
            <p:cNvSpPr txBox="1"/>
            <p:nvPr/>
          </p:nvSpPr>
          <p:spPr>
            <a:xfrm>
              <a:off x="954838" y="2919541"/>
              <a:ext cx="162951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b="1"/>
                <a:t>몸통 설명 어쩌구저쩌구</a:t>
              </a:r>
            </a:p>
          </p:txBody>
        </p:sp>
        <p:sp>
          <p:nvSpPr>
            <p:cNvPr id="44" name="타원 43">
              <a:extLst>
                <a:ext uri="{FF2B5EF4-FFF2-40B4-BE49-F238E27FC236}">
                  <a16:creationId xmlns:a16="http://schemas.microsoft.com/office/drawing/2014/main" id="{D98DB33C-BF99-4102-86B2-DB0495CD7D62}"/>
                </a:ext>
              </a:extLst>
            </p:cNvPr>
            <p:cNvSpPr/>
            <p:nvPr/>
          </p:nvSpPr>
          <p:spPr>
            <a:xfrm>
              <a:off x="712508" y="2785419"/>
              <a:ext cx="317742" cy="317742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45" name="사각형: 둥근 모서리 44">
              <a:extLst>
                <a:ext uri="{FF2B5EF4-FFF2-40B4-BE49-F238E27FC236}">
                  <a16:creationId xmlns:a16="http://schemas.microsoft.com/office/drawing/2014/main" id="{24469AE2-8FDC-4D14-993A-3ACE388C6CDA}"/>
                </a:ext>
              </a:extLst>
            </p:cNvPr>
            <p:cNvSpPr/>
            <p:nvPr/>
          </p:nvSpPr>
          <p:spPr>
            <a:xfrm>
              <a:off x="937268" y="3300386"/>
              <a:ext cx="1775262" cy="508000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46" name="TextBox 106">
              <a:extLst>
                <a:ext uri="{FF2B5EF4-FFF2-40B4-BE49-F238E27FC236}">
                  <a16:creationId xmlns:a16="http://schemas.microsoft.com/office/drawing/2014/main" id="{0D9D9D48-E4F9-47F0-A914-B2F60BD5A947}"/>
                </a:ext>
              </a:extLst>
            </p:cNvPr>
            <p:cNvSpPr txBox="1"/>
            <p:nvPr/>
          </p:nvSpPr>
          <p:spPr>
            <a:xfrm>
              <a:off x="953399" y="3335704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b="1"/>
                <a:t>더듬이 이름</a:t>
              </a:r>
            </a:p>
          </p:txBody>
        </p:sp>
        <p:sp>
          <p:nvSpPr>
            <p:cNvPr id="47" name="TextBox 107">
              <a:extLst>
                <a:ext uri="{FF2B5EF4-FFF2-40B4-BE49-F238E27FC236}">
                  <a16:creationId xmlns:a16="http://schemas.microsoft.com/office/drawing/2014/main" id="{62B96F1F-4207-4E2A-93F8-691677B9D4AB}"/>
                </a:ext>
              </a:extLst>
            </p:cNvPr>
            <p:cNvSpPr txBox="1"/>
            <p:nvPr/>
          </p:nvSpPr>
          <p:spPr>
            <a:xfrm>
              <a:off x="949684" y="3529637"/>
              <a:ext cx="162951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b="1"/>
                <a:t>더듬이 설명 어쩌구저쩌구</a:t>
              </a:r>
            </a:p>
          </p:txBody>
        </p:sp>
        <p:sp>
          <p:nvSpPr>
            <p:cNvPr id="48" name="타원 47">
              <a:extLst>
                <a:ext uri="{FF2B5EF4-FFF2-40B4-BE49-F238E27FC236}">
                  <a16:creationId xmlns:a16="http://schemas.microsoft.com/office/drawing/2014/main" id="{A91B09B2-C18B-43B7-ADBE-B024B1C3038A}"/>
                </a:ext>
              </a:extLst>
            </p:cNvPr>
            <p:cNvSpPr/>
            <p:nvPr/>
          </p:nvSpPr>
          <p:spPr>
            <a:xfrm>
              <a:off x="707354" y="3395515"/>
              <a:ext cx="317742" cy="317742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49" name="사각형: 둥근 모서리 48">
              <a:extLst>
                <a:ext uri="{FF2B5EF4-FFF2-40B4-BE49-F238E27FC236}">
                  <a16:creationId xmlns:a16="http://schemas.microsoft.com/office/drawing/2014/main" id="{D67A9E24-0DF4-43C6-ACE4-E60E33D6BAEF}"/>
                </a:ext>
              </a:extLst>
            </p:cNvPr>
            <p:cNvSpPr/>
            <p:nvPr/>
          </p:nvSpPr>
          <p:spPr>
            <a:xfrm>
              <a:off x="937268" y="3913647"/>
              <a:ext cx="1775262" cy="508000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50" name="TextBox 110">
              <a:extLst>
                <a:ext uri="{FF2B5EF4-FFF2-40B4-BE49-F238E27FC236}">
                  <a16:creationId xmlns:a16="http://schemas.microsoft.com/office/drawing/2014/main" id="{95929D2C-F756-461C-BDFD-2C5588DB544C}"/>
                </a:ext>
              </a:extLst>
            </p:cNvPr>
            <p:cNvSpPr txBox="1"/>
            <p:nvPr/>
          </p:nvSpPr>
          <p:spPr>
            <a:xfrm>
              <a:off x="953399" y="3948965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b="1"/>
                <a:t>얼굴 이름</a:t>
              </a:r>
            </a:p>
          </p:txBody>
        </p:sp>
        <p:sp>
          <p:nvSpPr>
            <p:cNvPr id="51" name="TextBox 111">
              <a:extLst>
                <a:ext uri="{FF2B5EF4-FFF2-40B4-BE49-F238E27FC236}">
                  <a16:creationId xmlns:a16="http://schemas.microsoft.com/office/drawing/2014/main" id="{C4903039-6F88-4AE3-9EB9-1DE07CEFF02A}"/>
                </a:ext>
              </a:extLst>
            </p:cNvPr>
            <p:cNvSpPr txBox="1"/>
            <p:nvPr/>
          </p:nvSpPr>
          <p:spPr>
            <a:xfrm>
              <a:off x="949684" y="4142898"/>
              <a:ext cx="162951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b="1"/>
                <a:t>얼굴 설명 어쩌구저쩌구</a:t>
              </a:r>
            </a:p>
          </p:txBody>
        </p:sp>
        <p:sp>
          <p:nvSpPr>
            <p:cNvPr id="52" name="타원 51">
              <a:extLst>
                <a:ext uri="{FF2B5EF4-FFF2-40B4-BE49-F238E27FC236}">
                  <a16:creationId xmlns:a16="http://schemas.microsoft.com/office/drawing/2014/main" id="{4395E6B1-4E5C-43C2-B04F-9C9C2A1286F1}"/>
                </a:ext>
              </a:extLst>
            </p:cNvPr>
            <p:cNvSpPr/>
            <p:nvPr/>
          </p:nvSpPr>
          <p:spPr>
            <a:xfrm>
              <a:off x="707354" y="4008776"/>
              <a:ext cx="317742" cy="317742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grpSp>
          <p:nvGrpSpPr>
            <p:cNvPr id="53" name="그룹 52">
              <a:extLst>
                <a:ext uri="{FF2B5EF4-FFF2-40B4-BE49-F238E27FC236}">
                  <a16:creationId xmlns:a16="http://schemas.microsoft.com/office/drawing/2014/main" id="{0D790BDA-8485-4AD4-8826-956075746E5F}"/>
                </a:ext>
              </a:extLst>
            </p:cNvPr>
            <p:cNvGrpSpPr/>
            <p:nvPr/>
          </p:nvGrpSpPr>
          <p:grpSpPr>
            <a:xfrm>
              <a:off x="2209553" y="2710347"/>
              <a:ext cx="1256151" cy="230832"/>
              <a:chOff x="3664169" y="2092252"/>
              <a:chExt cx="1256151" cy="230832"/>
            </a:xfrm>
          </p:grpSpPr>
          <p:sp>
            <p:nvSpPr>
              <p:cNvPr id="86" name="사각형: 둥근 모서리 85">
                <a:extLst>
                  <a:ext uri="{FF2B5EF4-FFF2-40B4-BE49-F238E27FC236}">
                    <a16:creationId xmlns:a16="http://schemas.microsoft.com/office/drawing/2014/main" id="{22481E71-ABEB-41F3-B062-EFA4C6A4ABB5}"/>
                  </a:ext>
                </a:extLst>
              </p:cNvPr>
              <p:cNvSpPr/>
              <p:nvPr/>
            </p:nvSpPr>
            <p:spPr>
              <a:xfrm>
                <a:off x="3664169" y="2118861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/>
              </a:p>
            </p:txBody>
          </p:sp>
          <p:sp>
            <p:nvSpPr>
              <p:cNvPr id="87" name="TextBox 115">
                <a:extLst>
                  <a:ext uri="{FF2B5EF4-FFF2-40B4-BE49-F238E27FC236}">
                    <a16:creationId xmlns:a16="http://schemas.microsoft.com/office/drawing/2014/main" id="{FAC03107-56D7-4EB8-BC92-D5D0528AD420}"/>
                  </a:ext>
                </a:extLst>
              </p:cNvPr>
              <p:cNvSpPr txBox="1"/>
              <p:nvPr/>
            </p:nvSpPr>
            <p:spPr>
              <a:xfrm>
                <a:off x="3675720" y="2092252"/>
                <a:ext cx="1244600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ko-KR" altLang="en-US" sz="900" b="1">
                    <a:solidFill>
                      <a:schemeClr val="bg1"/>
                    </a:solidFill>
                  </a:rPr>
                  <a:t>에픽</a:t>
                </a:r>
              </a:p>
            </p:txBody>
          </p:sp>
        </p:grpSp>
        <p:grpSp>
          <p:nvGrpSpPr>
            <p:cNvPr id="54" name="그룹 53">
              <a:extLst>
                <a:ext uri="{FF2B5EF4-FFF2-40B4-BE49-F238E27FC236}">
                  <a16:creationId xmlns:a16="http://schemas.microsoft.com/office/drawing/2014/main" id="{B0FFB6BC-27EC-41E6-ACD6-1629B053BC3D}"/>
                </a:ext>
              </a:extLst>
            </p:cNvPr>
            <p:cNvGrpSpPr/>
            <p:nvPr/>
          </p:nvGrpSpPr>
          <p:grpSpPr>
            <a:xfrm>
              <a:off x="2209553" y="3314544"/>
              <a:ext cx="1256151" cy="230832"/>
              <a:chOff x="3664169" y="2092252"/>
              <a:chExt cx="1256151" cy="230832"/>
            </a:xfrm>
          </p:grpSpPr>
          <p:sp>
            <p:nvSpPr>
              <p:cNvPr id="84" name="사각형: 둥근 모서리 83">
                <a:extLst>
                  <a:ext uri="{FF2B5EF4-FFF2-40B4-BE49-F238E27FC236}">
                    <a16:creationId xmlns:a16="http://schemas.microsoft.com/office/drawing/2014/main" id="{3FEC2EA5-B225-44EF-BAB0-5BF8E06530FC}"/>
                  </a:ext>
                </a:extLst>
              </p:cNvPr>
              <p:cNvSpPr/>
              <p:nvPr/>
            </p:nvSpPr>
            <p:spPr>
              <a:xfrm>
                <a:off x="3664169" y="2118861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/>
              </a:p>
            </p:txBody>
          </p:sp>
          <p:sp>
            <p:nvSpPr>
              <p:cNvPr id="85" name="TextBox 118">
                <a:extLst>
                  <a:ext uri="{FF2B5EF4-FFF2-40B4-BE49-F238E27FC236}">
                    <a16:creationId xmlns:a16="http://schemas.microsoft.com/office/drawing/2014/main" id="{553136EF-1474-4ACC-9EE0-EFAA77A6ADCC}"/>
                  </a:ext>
                </a:extLst>
              </p:cNvPr>
              <p:cNvSpPr txBox="1"/>
              <p:nvPr/>
            </p:nvSpPr>
            <p:spPr>
              <a:xfrm>
                <a:off x="3675720" y="2092252"/>
                <a:ext cx="1244600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ko-KR" altLang="en-US" sz="900" b="1">
                    <a:solidFill>
                      <a:schemeClr val="bg1"/>
                    </a:solidFill>
                  </a:rPr>
                  <a:t>에픽</a:t>
                </a:r>
              </a:p>
            </p:txBody>
          </p:sp>
        </p:grpSp>
        <p:grpSp>
          <p:nvGrpSpPr>
            <p:cNvPr id="55" name="그룹 54">
              <a:extLst>
                <a:ext uri="{FF2B5EF4-FFF2-40B4-BE49-F238E27FC236}">
                  <a16:creationId xmlns:a16="http://schemas.microsoft.com/office/drawing/2014/main" id="{07C07BA8-4DA0-401B-A6C9-3553055FE165}"/>
                </a:ext>
              </a:extLst>
            </p:cNvPr>
            <p:cNvGrpSpPr/>
            <p:nvPr/>
          </p:nvGrpSpPr>
          <p:grpSpPr>
            <a:xfrm>
              <a:off x="2209553" y="3937719"/>
              <a:ext cx="1256151" cy="230832"/>
              <a:chOff x="3664169" y="2092252"/>
              <a:chExt cx="1256151" cy="230832"/>
            </a:xfrm>
          </p:grpSpPr>
          <p:sp>
            <p:nvSpPr>
              <p:cNvPr id="82" name="사각형: 둥근 모서리 81">
                <a:extLst>
                  <a:ext uri="{FF2B5EF4-FFF2-40B4-BE49-F238E27FC236}">
                    <a16:creationId xmlns:a16="http://schemas.microsoft.com/office/drawing/2014/main" id="{73B22DEF-7049-4C22-819E-D225A78C93B3}"/>
                  </a:ext>
                </a:extLst>
              </p:cNvPr>
              <p:cNvSpPr/>
              <p:nvPr/>
            </p:nvSpPr>
            <p:spPr>
              <a:xfrm>
                <a:off x="3664169" y="2118861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/>
              </a:p>
            </p:txBody>
          </p:sp>
          <p:sp>
            <p:nvSpPr>
              <p:cNvPr id="83" name="TextBox 121">
                <a:extLst>
                  <a:ext uri="{FF2B5EF4-FFF2-40B4-BE49-F238E27FC236}">
                    <a16:creationId xmlns:a16="http://schemas.microsoft.com/office/drawing/2014/main" id="{A9FFAAFE-8A78-4BD7-AEF2-85B186C0FCFC}"/>
                  </a:ext>
                </a:extLst>
              </p:cNvPr>
              <p:cNvSpPr txBox="1"/>
              <p:nvPr/>
            </p:nvSpPr>
            <p:spPr>
              <a:xfrm>
                <a:off x="3675720" y="2092252"/>
                <a:ext cx="1244600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ko-KR" altLang="en-US" sz="900" b="1">
                    <a:solidFill>
                      <a:schemeClr val="bg1"/>
                    </a:solidFill>
                  </a:rPr>
                  <a:t>에픽</a:t>
                </a:r>
              </a:p>
            </p:txBody>
          </p:sp>
        </p:grpSp>
        <p:sp>
          <p:nvSpPr>
            <p:cNvPr id="56" name="사각형: 둥근 모서리 55">
              <a:extLst>
                <a:ext uri="{FF2B5EF4-FFF2-40B4-BE49-F238E27FC236}">
                  <a16:creationId xmlns:a16="http://schemas.microsoft.com/office/drawing/2014/main" id="{52869D2F-5F6B-4083-B6BC-023B65B5F7D8}"/>
                </a:ext>
              </a:extLst>
            </p:cNvPr>
            <p:cNvSpPr/>
            <p:nvPr/>
          </p:nvSpPr>
          <p:spPr>
            <a:xfrm>
              <a:off x="3664169" y="2118861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57" name="TextBox 123">
              <a:extLst>
                <a:ext uri="{FF2B5EF4-FFF2-40B4-BE49-F238E27FC236}">
                  <a16:creationId xmlns:a16="http://schemas.microsoft.com/office/drawing/2014/main" id="{E9B951D5-5CF7-4D8F-B301-79BB7CD47033}"/>
                </a:ext>
              </a:extLst>
            </p:cNvPr>
            <p:cNvSpPr txBox="1"/>
            <p:nvPr/>
          </p:nvSpPr>
          <p:spPr>
            <a:xfrm>
              <a:off x="3675720" y="2092252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b="1">
                  <a:solidFill>
                    <a:schemeClr val="bg1"/>
                  </a:solidFill>
                </a:rPr>
                <a:t>에픽</a:t>
              </a:r>
            </a:p>
          </p:txBody>
        </p:sp>
        <p:sp>
          <p:nvSpPr>
            <p:cNvPr id="58" name="사각형: 둥근 모서리 57">
              <a:extLst>
                <a:ext uri="{FF2B5EF4-FFF2-40B4-BE49-F238E27FC236}">
                  <a16:creationId xmlns:a16="http://schemas.microsoft.com/office/drawing/2014/main" id="{CE0302DD-F497-4AF4-805D-372B1C02957E}"/>
                </a:ext>
              </a:extLst>
            </p:cNvPr>
            <p:cNvSpPr/>
            <p:nvPr/>
          </p:nvSpPr>
          <p:spPr>
            <a:xfrm>
              <a:off x="3198972" y="3554680"/>
              <a:ext cx="1561054" cy="178583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59" name="타원 58">
              <a:extLst>
                <a:ext uri="{FF2B5EF4-FFF2-40B4-BE49-F238E27FC236}">
                  <a16:creationId xmlns:a16="http://schemas.microsoft.com/office/drawing/2014/main" id="{821DE2CE-37BF-4B2F-87D2-867E1C480973}"/>
                </a:ext>
              </a:extLst>
            </p:cNvPr>
            <p:cNvSpPr/>
            <p:nvPr/>
          </p:nvSpPr>
          <p:spPr>
            <a:xfrm>
              <a:off x="3068036" y="3532544"/>
              <a:ext cx="207441" cy="20744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60" name="사각형: 둥근 모서리 59">
              <a:extLst>
                <a:ext uri="{FF2B5EF4-FFF2-40B4-BE49-F238E27FC236}">
                  <a16:creationId xmlns:a16="http://schemas.microsoft.com/office/drawing/2014/main" id="{F2269D0A-7116-4B96-8AE8-94FD941D2A46}"/>
                </a:ext>
              </a:extLst>
            </p:cNvPr>
            <p:cNvSpPr/>
            <p:nvPr/>
          </p:nvSpPr>
          <p:spPr>
            <a:xfrm>
              <a:off x="3198972" y="3788654"/>
              <a:ext cx="1561054" cy="178583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61" name="타원 60">
              <a:extLst>
                <a:ext uri="{FF2B5EF4-FFF2-40B4-BE49-F238E27FC236}">
                  <a16:creationId xmlns:a16="http://schemas.microsoft.com/office/drawing/2014/main" id="{93FE6979-7618-4FCE-918F-254B6172F32C}"/>
                </a:ext>
              </a:extLst>
            </p:cNvPr>
            <p:cNvSpPr/>
            <p:nvPr/>
          </p:nvSpPr>
          <p:spPr>
            <a:xfrm>
              <a:off x="3068036" y="3766518"/>
              <a:ext cx="207441" cy="20744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62" name="사각형: 둥근 모서리 61">
              <a:extLst>
                <a:ext uri="{FF2B5EF4-FFF2-40B4-BE49-F238E27FC236}">
                  <a16:creationId xmlns:a16="http://schemas.microsoft.com/office/drawing/2014/main" id="{4683BCC9-ED26-4A54-A2D4-D6A45DF628AC}"/>
                </a:ext>
              </a:extLst>
            </p:cNvPr>
            <p:cNvSpPr/>
            <p:nvPr/>
          </p:nvSpPr>
          <p:spPr>
            <a:xfrm>
              <a:off x="3198972" y="4017111"/>
              <a:ext cx="1561054" cy="178583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63" name="타원 62">
              <a:extLst>
                <a:ext uri="{FF2B5EF4-FFF2-40B4-BE49-F238E27FC236}">
                  <a16:creationId xmlns:a16="http://schemas.microsoft.com/office/drawing/2014/main" id="{5B4A1CE7-0C6D-4F4B-A40E-F0CA4D1CB208}"/>
                </a:ext>
              </a:extLst>
            </p:cNvPr>
            <p:cNvSpPr/>
            <p:nvPr/>
          </p:nvSpPr>
          <p:spPr>
            <a:xfrm>
              <a:off x="3068036" y="3994974"/>
              <a:ext cx="207441" cy="20744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64" name="사각형: 둥근 모서리 63">
              <a:extLst>
                <a:ext uri="{FF2B5EF4-FFF2-40B4-BE49-F238E27FC236}">
                  <a16:creationId xmlns:a16="http://schemas.microsoft.com/office/drawing/2014/main" id="{5B76C8CD-E775-478E-A475-2DAB38B6DD96}"/>
                </a:ext>
              </a:extLst>
            </p:cNvPr>
            <p:cNvSpPr/>
            <p:nvPr/>
          </p:nvSpPr>
          <p:spPr>
            <a:xfrm>
              <a:off x="3198972" y="4246882"/>
              <a:ext cx="1561054" cy="178583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65" name="타원 64">
              <a:extLst>
                <a:ext uri="{FF2B5EF4-FFF2-40B4-BE49-F238E27FC236}">
                  <a16:creationId xmlns:a16="http://schemas.microsoft.com/office/drawing/2014/main" id="{31170277-2D7C-4D13-BDFC-F45A7DD63398}"/>
                </a:ext>
              </a:extLst>
            </p:cNvPr>
            <p:cNvSpPr/>
            <p:nvPr/>
          </p:nvSpPr>
          <p:spPr>
            <a:xfrm>
              <a:off x="3068036" y="4224746"/>
              <a:ext cx="207441" cy="20744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grpSp>
          <p:nvGrpSpPr>
            <p:cNvPr id="66" name="그룹 65">
              <a:extLst>
                <a:ext uri="{FF2B5EF4-FFF2-40B4-BE49-F238E27FC236}">
                  <a16:creationId xmlns:a16="http://schemas.microsoft.com/office/drawing/2014/main" id="{6A05BF7C-358D-476D-BF37-893ED01B28D6}"/>
                </a:ext>
              </a:extLst>
            </p:cNvPr>
            <p:cNvGrpSpPr/>
            <p:nvPr/>
          </p:nvGrpSpPr>
          <p:grpSpPr>
            <a:xfrm>
              <a:off x="3294337" y="3540372"/>
              <a:ext cx="1061221" cy="200055"/>
              <a:chOff x="3663804" y="2086294"/>
              <a:chExt cx="1244600" cy="234625"/>
            </a:xfrm>
          </p:grpSpPr>
          <p:sp>
            <p:nvSpPr>
              <p:cNvPr id="80" name="사각형: 둥근 모서리 79">
                <a:extLst>
                  <a:ext uri="{FF2B5EF4-FFF2-40B4-BE49-F238E27FC236}">
                    <a16:creationId xmlns:a16="http://schemas.microsoft.com/office/drawing/2014/main" id="{F41369D4-0691-4EA3-891B-6C48E9CBFBD3}"/>
                  </a:ext>
                </a:extLst>
              </p:cNvPr>
              <p:cNvSpPr/>
              <p:nvPr/>
            </p:nvSpPr>
            <p:spPr>
              <a:xfrm>
                <a:off x="3664169" y="2118861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400"/>
              </a:p>
            </p:txBody>
          </p:sp>
          <p:sp>
            <p:nvSpPr>
              <p:cNvPr id="81" name="TextBox 138">
                <a:extLst>
                  <a:ext uri="{FF2B5EF4-FFF2-40B4-BE49-F238E27FC236}">
                    <a16:creationId xmlns:a16="http://schemas.microsoft.com/office/drawing/2014/main" id="{227EE85B-BC2C-4667-9311-4FF08091CD34}"/>
                  </a:ext>
                </a:extLst>
              </p:cNvPr>
              <p:cNvSpPr txBox="1"/>
              <p:nvPr/>
            </p:nvSpPr>
            <p:spPr>
              <a:xfrm>
                <a:off x="3663804" y="2086294"/>
                <a:ext cx="1244600" cy="2346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ko-KR" altLang="en-US" sz="700" b="1">
                    <a:solidFill>
                      <a:schemeClr val="bg1"/>
                    </a:solidFill>
                  </a:rPr>
                  <a:t>에픽</a:t>
                </a:r>
              </a:p>
            </p:txBody>
          </p:sp>
        </p:grpSp>
        <p:grpSp>
          <p:nvGrpSpPr>
            <p:cNvPr id="67" name="그룹 66">
              <a:extLst>
                <a:ext uri="{FF2B5EF4-FFF2-40B4-BE49-F238E27FC236}">
                  <a16:creationId xmlns:a16="http://schemas.microsoft.com/office/drawing/2014/main" id="{1583ED2F-02FB-4F77-B7F2-8C296CC143FC}"/>
                </a:ext>
              </a:extLst>
            </p:cNvPr>
            <p:cNvGrpSpPr/>
            <p:nvPr/>
          </p:nvGrpSpPr>
          <p:grpSpPr>
            <a:xfrm>
              <a:off x="3300407" y="3784525"/>
              <a:ext cx="1061221" cy="200055"/>
              <a:chOff x="3663804" y="2086294"/>
              <a:chExt cx="1244600" cy="234625"/>
            </a:xfrm>
          </p:grpSpPr>
          <p:sp>
            <p:nvSpPr>
              <p:cNvPr id="78" name="사각형: 둥근 모서리 77">
                <a:extLst>
                  <a:ext uri="{FF2B5EF4-FFF2-40B4-BE49-F238E27FC236}">
                    <a16:creationId xmlns:a16="http://schemas.microsoft.com/office/drawing/2014/main" id="{972A2E37-198F-43B1-9578-C61A4BDB4C0E}"/>
                  </a:ext>
                </a:extLst>
              </p:cNvPr>
              <p:cNvSpPr/>
              <p:nvPr/>
            </p:nvSpPr>
            <p:spPr>
              <a:xfrm>
                <a:off x="3664169" y="2118861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400"/>
              </a:p>
            </p:txBody>
          </p:sp>
          <p:sp>
            <p:nvSpPr>
              <p:cNvPr id="79" name="TextBox 141">
                <a:extLst>
                  <a:ext uri="{FF2B5EF4-FFF2-40B4-BE49-F238E27FC236}">
                    <a16:creationId xmlns:a16="http://schemas.microsoft.com/office/drawing/2014/main" id="{6E939C3C-5139-4EE7-8017-BCF83F68B2B9}"/>
                  </a:ext>
                </a:extLst>
              </p:cNvPr>
              <p:cNvSpPr txBox="1"/>
              <p:nvPr/>
            </p:nvSpPr>
            <p:spPr>
              <a:xfrm>
                <a:off x="3663804" y="2086294"/>
                <a:ext cx="1244600" cy="2346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ko-KR" altLang="en-US" sz="700" b="1">
                    <a:solidFill>
                      <a:schemeClr val="bg1"/>
                    </a:solidFill>
                  </a:rPr>
                  <a:t>에픽</a:t>
                </a:r>
              </a:p>
            </p:txBody>
          </p:sp>
        </p:grpSp>
        <p:grpSp>
          <p:nvGrpSpPr>
            <p:cNvPr id="68" name="그룹 67">
              <a:extLst>
                <a:ext uri="{FF2B5EF4-FFF2-40B4-BE49-F238E27FC236}">
                  <a16:creationId xmlns:a16="http://schemas.microsoft.com/office/drawing/2014/main" id="{BCCCBBB4-3A77-4ECD-8038-4487BD95F270}"/>
                </a:ext>
              </a:extLst>
            </p:cNvPr>
            <p:cNvGrpSpPr/>
            <p:nvPr/>
          </p:nvGrpSpPr>
          <p:grpSpPr>
            <a:xfrm>
              <a:off x="3300407" y="4007564"/>
              <a:ext cx="1061221" cy="200055"/>
              <a:chOff x="3663804" y="2086294"/>
              <a:chExt cx="1244600" cy="234625"/>
            </a:xfrm>
          </p:grpSpPr>
          <p:sp>
            <p:nvSpPr>
              <p:cNvPr id="76" name="사각형: 둥근 모서리 75">
                <a:extLst>
                  <a:ext uri="{FF2B5EF4-FFF2-40B4-BE49-F238E27FC236}">
                    <a16:creationId xmlns:a16="http://schemas.microsoft.com/office/drawing/2014/main" id="{0A66232E-31CD-40E8-9381-17321893CD99}"/>
                  </a:ext>
                </a:extLst>
              </p:cNvPr>
              <p:cNvSpPr/>
              <p:nvPr/>
            </p:nvSpPr>
            <p:spPr>
              <a:xfrm>
                <a:off x="3664169" y="2118861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400"/>
              </a:p>
            </p:txBody>
          </p:sp>
          <p:sp>
            <p:nvSpPr>
              <p:cNvPr id="77" name="TextBox 144">
                <a:extLst>
                  <a:ext uri="{FF2B5EF4-FFF2-40B4-BE49-F238E27FC236}">
                    <a16:creationId xmlns:a16="http://schemas.microsoft.com/office/drawing/2014/main" id="{483B9A16-AE38-4AC8-A99F-D344BB942F4A}"/>
                  </a:ext>
                </a:extLst>
              </p:cNvPr>
              <p:cNvSpPr txBox="1"/>
              <p:nvPr/>
            </p:nvSpPr>
            <p:spPr>
              <a:xfrm>
                <a:off x="3663804" y="2086294"/>
                <a:ext cx="1244600" cy="2346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ko-KR" altLang="en-US" sz="700" b="1">
                    <a:solidFill>
                      <a:schemeClr val="bg1"/>
                    </a:solidFill>
                  </a:rPr>
                  <a:t>에픽</a:t>
                </a:r>
              </a:p>
            </p:txBody>
          </p:sp>
        </p:grpSp>
        <p:grpSp>
          <p:nvGrpSpPr>
            <p:cNvPr id="69" name="그룹 68">
              <a:extLst>
                <a:ext uri="{FF2B5EF4-FFF2-40B4-BE49-F238E27FC236}">
                  <a16:creationId xmlns:a16="http://schemas.microsoft.com/office/drawing/2014/main" id="{076AFAF9-51CC-4531-95D6-97E967F4EDB0}"/>
                </a:ext>
              </a:extLst>
            </p:cNvPr>
            <p:cNvGrpSpPr/>
            <p:nvPr/>
          </p:nvGrpSpPr>
          <p:grpSpPr>
            <a:xfrm>
              <a:off x="3306477" y="4236145"/>
              <a:ext cx="1061221" cy="200055"/>
              <a:chOff x="3663804" y="2086294"/>
              <a:chExt cx="1244600" cy="234625"/>
            </a:xfrm>
          </p:grpSpPr>
          <p:sp>
            <p:nvSpPr>
              <p:cNvPr id="74" name="사각형: 둥근 모서리 73">
                <a:extLst>
                  <a:ext uri="{FF2B5EF4-FFF2-40B4-BE49-F238E27FC236}">
                    <a16:creationId xmlns:a16="http://schemas.microsoft.com/office/drawing/2014/main" id="{646C0A41-C0A7-4D5A-AD73-BEA4C1AF464B}"/>
                  </a:ext>
                </a:extLst>
              </p:cNvPr>
              <p:cNvSpPr/>
              <p:nvPr/>
            </p:nvSpPr>
            <p:spPr>
              <a:xfrm>
                <a:off x="3664169" y="2118861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400"/>
              </a:p>
            </p:txBody>
          </p:sp>
          <p:sp>
            <p:nvSpPr>
              <p:cNvPr id="75" name="TextBox 147">
                <a:extLst>
                  <a:ext uri="{FF2B5EF4-FFF2-40B4-BE49-F238E27FC236}">
                    <a16:creationId xmlns:a16="http://schemas.microsoft.com/office/drawing/2014/main" id="{E17A60E4-A279-4FBF-9822-BB55DFE624A1}"/>
                  </a:ext>
                </a:extLst>
              </p:cNvPr>
              <p:cNvSpPr txBox="1"/>
              <p:nvPr/>
            </p:nvSpPr>
            <p:spPr>
              <a:xfrm>
                <a:off x="3663804" y="2086294"/>
                <a:ext cx="1244600" cy="2346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ko-KR" altLang="en-US" sz="700" b="1">
                    <a:solidFill>
                      <a:schemeClr val="bg1"/>
                    </a:solidFill>
                  </a:rPr>
                  <a:t>에픽</a:t>
                </a:r>
              </a:p>
            </p:txBody>
          </p:sp>
        </p:grpSp>
        <p:sp>
          <p:nvSpPr>
            <p:cNvPr id="70" name="TextBox 148">
              <a:extLst>
                <a:ext uri="{FF2B5EF4-FFF2-40B4-BE49-F238E27FC236}">
                  <a16:creationId xmlns:a16="http://schemas.microsoft.com/office/drawing/2014/main" id="{88922A46-D9AC-41EC-8D51-A70CBD6AB5C4}"/>
                </a:ext>
              </a:extLst>
            </p:cNvPr>
            <p:cNvSpPr txBox="1"/>
            <p:nvPr/>
          </p:nvSpPr>
          <p:spPr>
            <a:xfrm>
              <a:off x="3646362" y="3537400"/>
              <a:ext cx="124460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800" b="1"/>
                <a:t>패각 이름</a:t>
              </a:r>
            </a:p>
          </p:txBody>
        </p:sp>
        <p:sp>
          <p:nvSpPr>
            <p:cNvPr id="71" name="TextBox 149">
              <a:extLst>
                <a:ext uri="{FF2B5EF4-FFF2-40B4-BE49-F238E27FC236}">
                  <a16:creationId xmlns:a16="http://schemas.microsoft.com/office/drawing/2014/main" id="{AD53FBEA-3A23-4D79-A91C-0F63CE769DA5}"/>
                </a:ext>
              </a:extLst>
            </p:cNvPr>
            <p:cNvSpPr txBox="1"/>
            <p:nvPr/>
          </p:nvSpPr>
          <p:spPr>
            <a:xfrm>
              <a:off x="3646362" y="3775349"/>
              <a:ext cx="124460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800" b="1"/>
                <a:t>몸통 이름</a:t>
              </a:r>
            </a:p>
          </p:txBody>
        </p:sp>
        <p:sp>
          <p:nvSpPr>
            <p:cNvPr id="72" name="TextBox 150">
              <a:extLst>
                <a:ext uri="{FF2B5EF4-FFF2-40B4-BE49-F238E27FC236}">
                  <a16:creationId xmlns:a16="http://schemas.microsoft.com/office/drawing/2014/main" id="{1AD9479E-8303-46D0-8508-7667269CE6CA}"/>
                </a:ext>
              </a:extLst>
            </p:cNvPr>
            <p:cNvSpPr txBox="1"/>
            <p:nvPr/>
          </p:nvSpPr>
          <p:spPr>
            <a:xfrm>
              <a:off x="3641208" y="4008776"/>
              <a:ext cx="124460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800" b="1"/>
                <a:t>더듬이 이름</a:t>
              </a:r>
            </a:p>
          </p:txBody>
        </p:sp>
        <p:sp>
          <p:nvSpPr>
            <p:cNvPr id="73" name="TextBox 151">
              <a:extLst>
                <a:ext uri="{FF2B5EF4-FFF2-40B4-BE49-F238E27FC236}">
                  <a16:creationId xmlns:a16="http://schemas.microsoft.com/office/drawing/2014/main" id="{8389BA23-7340-492A-A4B4-305562CC545F}"/>
                </a:ext>
              </a:extLst>
            </p:cNvPr>
            <p:cNvSpPr txBox="1"/>
            <p:nvPr/>
          </p:nvSpPr>
          <p:spPr>
            <a:xfrm>
              <a:off x="3641208" y="4224220"/>
              <a:ext cx="124460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800" b="1"/>
                <a:t>얼굴 이름</a:t>
              </a:r>
            </a:p>
          </p:txBody>
        </p:sp>
      </p:grp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0616EBC8-4C1A-4251-A4A8-71127F08D14C}"/>
              </a:ext>
            </a:extLst>
          </p:cNvPr>
          <p:cNvSpPr/>
          <p:nvPr/>
        </p:nvSpPr>
        <p:spPr>
          <a:xfrm>
            <a:off x="1834420" y="2293745"/>
            <a:ext cx="3063410" cy="1839608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4681C482-5755-4D6C-A00D-C7E3625498BD}"/>
              </a:ext>
            </a:extLst>
          </p:cNvPr>
          <p:cNvGrpSpPr/>
          <p:nvPr/>
        </p:nvGrpSpPr>
        <p:grpSpPr>
          <a:xfrm>
            <a:off x="4625371" y="2214246"/>
            <a:ext cx="358775" cy="358775"/>
            <a:chOff x="4746951" y="1635022"/>
            <a:chExt cx="358775" cy="358775"/>
          </a:xfrm>
        </p:grpSpPr>
        <p:sp>
          <p:nvSpPr>
            <p:cNvPr id="15" name="사각형: 둥근 모서리 14">
              <a:extLst>
                <a:ext uri="{FF2B5EF4-FFF2-40B4-BE49-F238E27FC236}">
                  <a16:creationId xmlns:a16="http://schemas.microsoft.com/office/drawing/2014/main" id="{18A3C84C-4E45-47D5-8465-B9C6FCF54ED1}"/>
                </a:ext>
              </a:extLst>
            </p:cNvPr>
            <p:cNvSpPr/>
            <p:nvPr/>
          </p:nvSpPr>
          <p:spPr>
            <a:xfrm>
              <a:off x="4764088" y="1652273"/>
              <a:ext cx="323850" cy="32385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6" name="곱하기 기호 15">
              <a:extLst>
                <a:ext uri="{FF2B5EF4-FFF2-40B4-BE49-F238E27FC236}">
                  <a16:creationId xmlns:a16="http://schemas.microsoft.com/office/drawing/2014/main" id="{1656D18A-5A04-468C-B9EB-D17CB314F076}"/>
                </a:ext>
              </a:extLst>
            </p:cNvPr>
            <p:cNvSpPr/>
            <p:nvPr/>
          </p:nvSpPr>
          <p:spPr>
            <a:xfrm>
              <a:off x="4746951" y="1635022"/>
              <a:ext cx="358775" cy="358775"/>
            </a:xfrm>
            <a:prstGeom prst="mathMultiply">
              <a:avLst>
                <a:gd name="adj1" fmla="val 16941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sp>
        <p:nvSpPr>
          <p:cNvPr id="7" name="TextBox 155">
            <a:extLst>
              <a:ext uri="{FF2B5EF4-FFF2-40B4-BE49-F238E27FC236}">
                <a16:creationId xmlns:a16="http://schemas.microsoft.com/office/drawing/2014/main" id="{7306AD02-E74F-4773-AD39-67327B547C0F}"/>
              </a:ext>
            </a:extLst>
          </p:cNvPr>
          <p:cNvSpPr txBox="1"/>
          <p:nvPr/>
        </p:nvSpPr>
        <p:spPr>
          <a:xfrm>
            <a:off x="2555578" y="2534839"/>
            <a:ext cx="166588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100" b="1" dirty="0"/>
              <a:t>알을 구매할까요</a:t>
            </a:r>
            <a:r>
              <a:rPr lang="en-US" altLang="ko-KR" sz="1100" b="1" dirty="0"/>
              <a:t>?</a:t>
            </a:r>
            <a:endParaRPr lang="ko-KR" altLang="en-US" sz="1100" b="1" dirty="0"/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BCA9F019-8ED3-4B12-BE4F-B1BAE28FC270}"/>
              </a:ext>
            </a:extLst>
          </p:cNvPr>
          <p:cNvSpPr/>
          <p:nvPr/>
        </p:nvSpPr>
        <p:spPr>
          <a:xfrm>
            <a:off x="3543615" y="3723958"/>
            <a:ext cx="797735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9" name="TextBox 157">
            <a:extLst>
              <a:ext uri="{FF2B5EF4-FFF2-40B4-BE49-F238E27FC236}">
                <a16:creationId xmlns:a16="http://schemas.microsoft.com/office/drawing/2014/main" id="{6447B479-89F7-44C7-A6B9-328C0F2B8075}"/>
              </a:ext>
            </a:extLst>
          </p:cNvPr>
          <p:cNvSpPr txBox="1"/>
          <p:nvPr/>
        </p:nvSpPr>
        <p:spPr>
          <a:xfrm>
            <a:off x="3798015" y="3752713"/>
            <a:ext cx="7826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900" b="1"/>
              <a:t>예</a:t>
            </a: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7AD06137-28E7-4898-A414-1A4B61A43B46}"/>
              </a:ext>
            </a:extLst>
          </p:cNvPr>
          <p:cNvSpPr/>
          <p:nvPr/>
        </p:nvSpPr>
        <p:spPr>
          <a:xfrm>
            <a:off x="2304097" y="3716943"/>
            <a:ext cx="797735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1" name="TextBox 159">
            <a:extLst>
              <a:ext uri="{FF2B5EF4-FFF2-40B4-BE49-F238E27FC236}">
                <a16:creationId xmlns:a16="http://schemas.microsoft.com/office/drawing/2014/main" id="{B03A5AC1-1D93-4A61-9152-8511D2168EFC}"/>
              </a:ext>
            </a:extLst>
          </p:cNvPr>
          <p:cNvSpPr txBox="1"/>
          <p:nvPr/>
        </p:nvSpPr>
        <p:spPr>
          <a:xfrm>
            <a:off x="2437377" y="3745698"/>
            <a:ext cx="7826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900" b="1"/>
              <a:t>아니오</a:t>
            </a: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6189B78E-85D0-4F11-995F-C0445D2A4126}"/>
              </a:ext>
            </a:extLst>
          </p:cNvPr>
          <p:cNvSpPr/>
          <p:nvPr/>
        </p:nvSpPr>
        <p:spPr>
          <a:xfrm>
            <a:off x="2811982" y="3344074"/>
            <a:ext cx="1081390" cy="221152"/>
          </a:xfrm>
          <a:prstGeom prst="roundRect">
            <a:avLst>
              <a:gd name="adj" fmla="val 50000"/>
            </a:avLst>
          </a:prstGeom>
          <a:solidFill>
            <a:srgbClr val="AFABA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B0818AAD-82A9-48E8-A3A0-352F1F50A5A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08964" y="3246742"/>
            <a:ext cx="442051" cy="442051"/>
          </a:xfrm>
          <a:prstGeom prst="rect">
            <a:avLst/>
          </a:prstGeom>
        </p:spPr>
      </p:pic>
      <p:sp>
        <p:nvSpPr>
          <p:cNvPr id="14" name="TextBox 168">
            <a:extLst>
              <a:ext uri="{FF2B5EF4-FFF2-40B4-BE49-F238E27FC236}">
                <a16:creationId xmlns:a16="http://schemas.microsoft.com/office/drawing/2014/main" id="{7CFB719C-B495-478C-BE41-483A61858647}"/>
              </a:ext>
            </a:extLst>
          </p:cNvPr>
          <p:cNvSpPr txBox="1"/>
          <p:nvPr/>
        </p:nvSpPr>
        <p:spPr>
          <a:xfrm>
            <a:off x="3081891" y="3314371"/>
            <a:ext cx="100267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050" b="1" dirty="0"/>
              <a:t>-5,000</a:t>
            </a:r>
            <a:endParaRPr lang="ko-KR" altLang="en-US" sz="1050" b="1" dirty="0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8740F096-ED59-CD46-7ACA-B58AD3C66FE9}"/>
              </a:ext>
            </a:extLst>
          </p:cNvPr>
          <p:cNvSpPr txBox="1"/>
          <p:nvPr/>
        </p:nvSpPr>
        <p:spPr>
          <a:xfrm>
            <a:off x="280509" y="153899"/>
            <a:ext cx="1670921" cy="27699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구매 팝업</a:t>
            </a:r>
          </a:p>
        </p:txBody>
      </p:sp>
      <p:grpSp>
        <p:nvGrpSpPr>
          <p:cNvPr id="112" name="그룹 111">
            <a:extLst>
              <a:ext uri="{FF2B5EF4-FFF2-40B4-BE49-F238E27FC236}">
                <a16:creationId xmlns:a16="http://schemas.microsoft.com/office/drawing/2014/main" id="{360FAB3A-E3E8-5071-8CDA-4AAB0E08BD86}"/>
              </a:ext>
            </a:extLst>
          </p:cNvPr>
          <p:cNvGrpSpPr/>
          <p:nvPr/>
        </p:nvGrpSpPr>
        <p:grpSpPr>
          <a:xfrm>
            <a:off x="3720471" y="3016826"/>
            <a:ext cx="195325" cy="195325"/>
            <a:chOff x="3522226" y="659095"/>
            <a:chExt cx="276999" cy="276999"/>
          </a:xfrm>
        </p:grpSpPr>
        <p:sp>
          <p:nvSpPr>
            <p:cNvPr id="110" name="사각형: 둥근 모서리 109">
              <a:extLst>
                <a:ext uri="{FF2B5EF4-FFF2-40B4-BE49-F238E27FC236}">
                  <a16:creationId xmlns:a16="http://schemas.microsoft.com/office/drawing/2014/main" id="{4D9883A9-6F26-F213-BC6E-F5EB46BEC7C2}"/>
                </a:ext>
              </a:extLst>
            </p:cNvPr>
            <p:cNvSpPr/>
            <p:nvPr/>
          </p:nvSpPr>
          <p:spPr>
            <a:xfrm>
              <a:off x="3522226" y="659095"/>
              <a:ext cx="276999" cy="276999"/>
            </a:xfrm>
            <a:prstGeom prst="round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1" name="곱하기 기호 110">
              <a:extLst>
                <a:ext uri="{FF2B5EF4-FFF2-40B4-BE49-F238E27FC236}">
                  <a16:creationId xmlns:a16="http://schemas.microsoft.com/office/drawing/2014/main" id="{B2530AFB-C299-E4B0-DF11-B5B92FFEBB67}"/>
                </a:ext>
              </a:extLst>
            </p:cNvPr>
            <p:cNvSpPr/>
            <p:nvPr/>
          </p:nvSpPr>
          <p:spPr>
            <a:xfrm rot="2700000">
              <a:off x="3533175" y="667404"/>
              <a:ext cx="260233" cy="260233"/>
            </a:xfrm>
            <a:prstGeom prst="mathMultiply">
              <a:avLst>
                <a:gd name="adj1" fmla="val 16941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grpSp>
        <p:nvGrpSpPr>
          <p:cNvPr id="118" name="그룹 117">
            <a:extLst>
              <a:ext uri="{FF2B5EF4-FFF2-40B4-BE49-F238E27FC236}">
                <a16:creationId xmlns:a16="http://schemas.microsoft.com/office/drawing/2014/main" id="{4E0DE18B-B0CE-DDF2-F52C-CB849891C9F4}"/>
              </a:ext>
            </a:extLst>
          </p:cNvPr>
          <p:cNvGrpSpPr/>
          <p:nvPr/>
        </p:nvGrpSpPr>
        <p:grpSpPr>
          <a:xfrm>
            <a:off x="2794758" y="3010703"/>
            <a:ext cx="195325" cy="195325"/>
            <a:chOff x="2591582" y="2897201"/>
            <a:chExt cx="195325" cy="195325"/>
          </a:xfrm>
        </p:grpSpPr>
        <p:sp>
          <p:nvSpPr>
            <p:cNvPr id="114" name="사각형: 둥근 모서리 113">
              <a:extLst>
                <a:ext uri="{FF2B5EF4-FFF2-40B4-BE49-F238E27FC236}">
                  <a16:creationId xmlns:a16="http://schemas.microsoft.com/office/drawing/2014/main" id="{3EA105CF-7111-33FE-BBB7-5FCA43C67B5F}"/>
                </a:ext>
              </a:extLst>
            </p:cNvPr>
            <p:cNvSpPr/>
            <p:nvPr/>
          </p:nvSpPr>
          <p:spPr>
            <a:xfrm>
              <a:off x="2591582" y="2897201"/>
              <a:ext cx="195325" cy="195325"/>
            </a:xfrm>
            <a:prstGeom prst="round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6" name="직사각형 115">
              <a:extLst>
                <a:ext uri="{FF2B5EF4-FFF2-40B4-BE49-F238E27FC236}">
                  <a16:creationId xmlns:a16="http://schemas.microsoft.com/office/drawing/2014/main" id="{22FA1D47-F773-0F30-B2CD-02E60ED71A4D}"/>
                </a:ext>
              </a:extLst>
            </p:cNvPr>
            <p:cNvSpPr/>
            <p:nvPr/>
          </p:nvSpPr>
          <p:spPr>
            <a:xfrm>
              <a:off x="2627921" y="2969665"/>
              <a:ext cx="119264" cy="4571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17" name="사각형: 둥근 모서리 116">
            <a:extLst>
              <a:ext uri="{FF2B5EF4-FFF2-40B4-BE49-F238E27FC236}">
                <a16:creationId xmlns:a16="http://schemas.microsoft.com/office/drawing/2014/main" id="{86461EF0-845C-F100-0BC9-BEEB5206F5DC}"/>
              </a:ext>
            </a:extLst>
          </p:cNvPr>
          <p:cNvSpPr/>
          <p:nvPr/>
        </p:nvSpPr>
        <p:spPr>
          <a:xfrm>
            <a:off x="3018851" y="3006074"/>
            <a:ext cx="664796" cy="221152"/>
          </a:xfrm>
          <a:prstGeom prst="roundRect">
            <a:avLst>
              <a:gd name="adj" fmla="val 50000"/>
            </a:avLst>
          </a:prstGeom>
          <a:solidFill>
            <a:srgbClr val="AFABA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19" name="TextBox 168">
            <a:extLst>
              <a:ext uri="{FF2B5EF4-FFF2-40B4-BE49-F238E27FC236}">
                <a16:creationId xmlns:a16="http://schemas.microsoft.com/office/drawing/2014/main" id="{2429B356-3B3C-07A5-A018-E34806C7BBFE}"/>
              </a:ext>
            </a:extLst>
          </p:cNvPr>
          <p:cNvSpPr txBox="1"/>
          <p:nvPr/>
        </p:nvSpPr>
        <p:spPr>
          <a:xfrm>
            <a:off x="2855809" y="2980114"/>
            <a:ext cx="100267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050" b="1" dirty="0"/>
              <a:t>1</a:t>
            </a:r>
            <a:endParaRPr lang="ko-KR" altLang="en-US" sz="1050" b="1" dirty="0"/>
          </a:p>
        </p:txBody>
      </p:sp>
      <p:sp>
        <p:nvSpPr>
          <p:cNvPr id="120" name="사각형: 둥근 모서리 119">
            <a:extLst>
              <a:ext uri="{FF2B5EF4-FFF2-40B4-BE49-F238E27FC236}">
                <a16:creationId xmlns:a16="http://schemas.microsoft.com/office/drawing/2014/main" id="{C2BFB784-3378-F2CD-AF98-70AA71796F63}"/>
              </a:ext>
            </a:extLst>
          </p:cNvPr>
          <p:cNvSpPr/>
          <p:nvPr/>
        </p:nvSpPr>
        <p:spPr>
          <a:xfrm>
            <a:off x="7528107" y="2394567"/>
            <a:ext cx="3063410" cy="1839608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grpSp>
        <p:nvGrpSpPr>
          <p:cNvPr id="121" name="그룹 120">
            <a:extLst>
              <a:ext uri="{FF2B5EF4-FFF2-40B4-BE49-F238E27FC236}">
                <a16:creationId xmlns:a16="http://schemas.microsoft.com/office/drawing/2014/main" id="{6D9A727E-3291-4B80-DB63-EE6F34A35DED}"/>
              </a:ext>
            </a:extLst>
          </p:cNvPr>
          <p:cNvGrpSpPr/>
          <p:nvPr/>
        </p:nvGrpSpPr>
        <p:grpSpPr>
          <a:xfrm>
            <a:off x="10319058" y="2315068"/>
            <a:ext cx="358775" cy="358775"/>
            <a:chOff x="4746951" y="1635022"/>
            <a:chExt cx="358775" cy="358775"/>
          </a:xfrm>
        </p:grpSpPr>
        <p:sp>
          <p:nvSpPr>
            <p:cNvPr id="122" name="사각형: 둥근 모서리 121">
              <a:extLst>
                <a:ext uri="{FF2B5EF4-FFF2-40B4-BE49-F238E27FC236}">
                  <a16:creationId xmlns:a16="http://schemas.microsoft.com/office/drawing/2014/main" id="{73643D1C-78D1-20B6-89E0-145EC3F77D31}"/>
                </a:ext>
              </a:extLst>
            </p:cNvPr>
            <p:cNvSpPr/>
            <p:nvPr/>
          </p:nvSpPr>
          <p:spPr>
            <a:xfrm>
              <a:off x="4764088" y="1652273"/>
              <a:ext cx="323850" cy="32385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23" name="곱하기 기호 122">
              <a:extLst>
                <a:ext uri="{FF2B5EF4-FFF2-40B4-BE49-F238E27FC236}">
                  <a16:creationId xmlns:a16="http://schemas.microsoft.com/office/drawing/2014/main" id="{66BBA7F3-83BE-9E56-FF21-319044670FFB}"/>
                </a:ext>
              </a:extLst>
            </p:cNvPr>
            <p:cNvSpPr/>
            <p:nvPr/>
          </p:nvSpPr>
          <p:spPr>
            <a:xfrm>
              <a:off x="4746951" y="1635022"/>
              <a:ext cx="358775" cy="358775"/>
            </a:xfrm>
            <a:prstGeom prst="mathMultiply">
              <a:avLst>
                <a:gd name="adj1" fmla="val 16941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sp>
        <p:nvSpPr>
          <p:cNvPr id="124" name="TextBox 155">
            <a:extLst>
              <a:ext uri="{FF2B5EF4-FFF2-40B4-BE49-F238E27FC236}">
                <a16:creationId xmlns:a16="http://schemas.microsoft.com/office/drawing/2014/main" id="{467CAE6D-75CA-ABE2-4014-ED4B35F33CF2}"/>
              </a:ext>
            </a:extLst>
          </p:cNvPr>
          <p:cNvSpPr txBox="1"/>
          <p:nvPr/>
        </p:nvSpPr>
        <p:spPr>
          <a:xfrm>
            <a:off x="8249265" y="2635661"/>
            <a:ext cx="166588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100" b="1" dirty="0"/>
              <a:t>알을 구매할까요</a:t>
            </a:r>
            <a:r>
              <a:rPr lang="en-US" altLang="ko-KR" sz="1100" b="1" dirty="0"/>
              <a:t>?</a:t>
            </a:r>
            <a:endParaRPr lang="ko-KR" altLang="en-US" sz="1100" b="1" dirty="0"/>
          </a:p>
        </p:txBody>
      </p:sp>
      <p:sp>
        <p:nvSpPr>
          <p:cNvPr id="125" name="사각형: 둥근 모서리 124">
            <a:extLst>
              <a:ext uri="{FF2B5EF4-FFF2-40B4-BE49-F238E27FC236}">
                <a16:creationId xmlns:a16="http://schemas.microsoft.com/office/drawing/2014/main" id="{C1BB1325-A82F-289E-E35A-A632CB257285}"/>
              </a:ext>
            </a:extLst>
          </p:cNvPr>
          <p:cNvSpPr/>
          <p:nvPr/>
        </p:nvSpPr>
        <p:spPr>
          <a:xfrm>
            <a:off x="9237302" y="3824780"/>
            <a:ext cx="797735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26" name="TextBox 157">
            <a:extLst>
              <a:ext uri="{FF2B5EF4-FFF2-40B4-BE49-F238E27FC236}">
                <a16:creationId xmlns:a16="http://schemas.microsoft.com/office/drawing/2014/main" id="{3D2496D9-CF1E-9B3D-CF4F-EE1AAAB555B0}"/>
              </a:ext>
            </a:extLst>
          </p:cNvPr>
          <p:cNvSpPr txBox="1"/>
          <p:nvPr/>
        </p:nvSpPr>
        <p:spPr>
          <a:xfrm>
            <a:off x="9491702" y="3853535"/>
            <a:ext cx="7826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900" b="1"/>
              <a:t>예</a:t>
            </a:r>
          </a:p>
        </p:txBody>
      </p:sp>
      <p:sp>
        <p:nvSpPr>
          <p:cNvPr id="127" name="사각형: 둥근 모서리 126">
            <a:extLst>
              <a:ext uri="{FF2B5EF4-FFF2-40B4-BE49-F238E27FC236}">
                <a16:creationId xmlns:a16="http://schemas.microsoft.com/office/drawing/2014/main" id="{06DEC165-292C-1C1A-BCD8-5A19AFCD820B}"/>
              </a:ext>
            </a:extLst>
          </p:cNvPr>
          <p:cNvSpPr/>
          <p:nvPr/>
        </p:nvSpPr>
        <p:spPr>
          <a:xfrm>
            <a:off x="7997784" y="3817765"/>
            <a:ext cx="797735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28" name="TextBox 159">
            <a:extLst>
              <a:ext uri="{FF2B5EF4-FFF2-40B4-BE49-F238E27FC236}">
                <a16:creationId xmlns:a16="http://schemas.microsoft.com/office/drawing/2014/main" id="{868CDDCE-3015-3831-98C2-70C9CD16C5F6}"/>
              </a:ext>
            </a:extLst>
          </p:cNvPr>
          <p:cNvSpPr txBox="1"/>
          <p:nvPr/>
        </p:nvSpPr>
        <p:spPr>
          <a:xfrm>
            <a:off x="8131064" y="3846520"/>
            <a:ext cx="7826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900" b="1"/>
              <a:t>아니오</a:t>
            </a:r>
          </a:p>
        </p:txBody>
      </p:sp>
      <p:sp>
        <p:nvSpPr>
          <p:cNvPr id="129" name="사각형: 둥근 모서리 128">
            <a:extLst>
              <a:ext uri="{FF2B5EF4-FFF2-40B4-BE49-F238E27FC236}">
                <a16:creationId xmlns:a16="http://schemas.microsoft.com/office/drawing/2014/main" id="{1FC531D3-6C8D-9D97-7379-76CBC1844117}"/>
              </a:ext>
            </a:extLst>
          </p:cNvPr>
          <p:cNvSpPr/>
          <p:nvPr/>
        </p:nvSpPr>
        <p:spPr>
          <a:xfrm>
            <a:off x="8505669" y="3444896"/>
            <a:ext cx="1081390" cy="221152"/>
          </a:xfrm>
          <a:prstGeom prst="roundRect">
            <a:avLst>
              <a:gd name="adj" fmla="val 50000"/>
            </a:avLst>
          </a:prstGeom>
          <a:solidFill>
            <a:srgbClr val="AFABA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pic>
        <p:nvPicPr>
          <p:cNvPr id="130" name="그림 129">
            <a:extLst>
              <a:ext uri="{FF2B5EF4-FFF2-40B4-BE49-F238E27FC236}">
                <a16:creationId xmlns:a16="http://schemas.microsoft.com/office/drawing/2014/main" id="{589FF771-0820-73F5-3657-B9C57C6928B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02651" y="3347564"/>
            <a:ext cx="442051" cy="442051"/>
          </a:xfrm>
          <a:prstGeom prst="rect">
            <a:avLst/>
          </a:prstGeom>
        </p:spPr>
      </p:pic>
      <p:sp>
        <p:nvSpPr>
          <p:cNvPr id="131" name="TextBox 168">
            <a:extLst>
              <a:ext uri="{FF2B5EF4-FFF2-40B4-BE49-F238E27FC236}">
                <a16:creationId xmlns:a16="http://schemas.microsoft.com/office/drawing/2014/main" id="{59D3F79A-3EC5-6C82-0F43-8F3B45B1C766}"/>
              </a:ext>
            </a:extLst>
          </p:cNvPr>
          <p:cNvSpPr txBox="1"/>
          <p:nvPr/>
        </p:nvSpPr>
        <p:spPr>
          <a:xfrm>
            <a:off x="8775578" y="3415193"/>
            <a:ext cx="100267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050" b="1" dirty="0"/>
              <a:t>-5,000</a:t>
            </a:r>
            <a:endParaRPr lang="ko-KR" altLang="en-US" sz="1050" b="1" dirty="0"/>
          </a:p>
        </p:txBody>
      </p:sp>
      <p:grpSp>
        <p:nvGrpSpPr>
          <p:cNvPr id="132" name="그룹 131">
            <a:extLst>
              <a:ext uri="{FF2B5EF4-FFF2-40B4-BE49-F238E27FC236}">
                <a16:creationId xmlns:a16="http://schemas.microsoft.com/office/drawing/2014/main" id="{AC1E293C-597D-1054-6442-6B0A13A3CDFE}"/>
              </a:ext>
            </a:extLst>
          </p:cNvPr>
          <p:cNvGrpSpPr/>
          <p:nvPr/>
        </p:nvGrpSpPr>
        <p:grpSpPr>
          <a:xfrm>
            <a:off x="9414158" y="3117648"/>
            <a:ext cx="195325" cy="195325"/>
            <a:chOff x="3522226" y="659095"/>
            <a:chExt cx="276999" cy="276999"/>
          </a:xfrm>
        </p:grpSpPr>
        <p:sp>
          <p:nvSpPr>
            <p:cNvPr id="133" name="사각형: 둥근 모서리 132">
              <a:extLst>
                <a:ext uri="{FF2B5EF4-FFF2-40B4-BE49-F238E27FC236}">
                  <a16:creationId xmlns:a16="http://schemas.microsoft.com/office/drawing/2014/main" id="{1C983066-5655-5776-D124-BD5C5A4CCB4F}"/>
                </a:ext>
              </a:extLst>
            </p:cNvPr>
            <p:cNvSpPr/>
            <p:nvPr/>
          </p:nvSpPr>
          <p:spPr>
            <a:xfrm>
              <a:off x="3522226" y="659095"/>
              <a:ext cx="276999" cy="276999"/>
            </a:xfrm>
            <a:prstGeom prst="round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4" name="곱하기 기호 133">
              <a:extLst>
                <a:ext uri="{FF2B5EF4-FFF2-40B4-BE49-F238E27FC236}">
                  <a16:creationId xmlns:a16="http://schemas.microsoft.com/office/drawing/2014/main" id="{457493DA-15E5-898E-EC9E-6C4FE90FA9A7}"/>
                </a:ext>
              </a:extLst>
            </p:cNvPr>
            <p:cNvSpPr/>
            <p:nvPr/>
          </p:nvSpPr>
          <p:spPr>
            <a:xfrm rot="2700000">
              <a:off x="3533175" y="667404"/>
              <a:ext cx="260233" cy="260233"/>
            </a:xfrm>
            <a:prstGeom prst="mathMultiply">
              <a:avLst>
                <a:gd name="adj1" fmla="val 16941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grpSp>
        <p:nvGrpSpPr>
          <p:cNvPr id="135" name="그룹 134">
            <a:extLst>
              <a:ext uri="{FF2B5EF4-FFF2-40B4-BE49-F238E27FC236}">
                <a16:creationId xmlns:a16="http://schemas.microsoft.com/office/drawing/2014/main" id="{23904CE5-7E2F-9BF4-C466-74CCAF637149}"/>
              </a:ext>
            </a:extLst>
          </p:cNvPr>
          <p:cNvGrpSpPr/>
          <p:nvPr/>
        </p:nvGrpSpPr>
        <p:grpSpPr>
          <a:xfrm>
            <a:off x="8488445" y="3111525"/>
            <a:ext cx="195325" cy="195325"/>
            <a:chOff x="2591582" y="2897201"/>
            <a:chExt cx="195325" cy="195325"/>
          </a:xfrm>
        </p:grpSpPr>
        <p:sp>
          <p:nvSpPr>
            <p:cNvPr id="136" name="사각형: 둥근 모서리 135">
              <a:extLst>
                <a:ext uri="{FF2B5EF4-FFF2-40B4-BE49-F238E27FC236}">
                  <a16:creationId xmlns:a16="http://schemas.microsoft.com/office/drawing/2014/main" id="{F759ED55-598D-EFB6-F07A-3D913CF92AED}"/>
                </a:ext>
              </a:extLst>
            </p:cNvPr>
            <p:cNvSpPr/>
            <p:nvPr/>
          </p:nvSpPr>
          <p:spPr>
            <a:xfrm>
              <a:off x="2591582" y="2897201"/>
              <a:ext cx="195325" cy="195325"/>
            </a:xfrm>
            <a:prstGeom prst="round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7" name="직사각형 136">
              <a:extLst>
                <a:ext uri="{FF2B5EF4-FFF2-40B4-BE49-F238E27FC236}">
                  <a16:creationId xmlns:a16="http://schemas.microsoft.com/office/drawing/2014/main" id="{E0AB0154-D3FD-393C-0199-2C95CDCE80F6}"/>
                </a:ext>
              </a:extLst>
            </p:cNvPr>
            <p:cNvSpPr/>
            <p:nvPr/>
          </p:nvSpPr>
          <p:spPr>
            <a:xfrm>
              <a:off x="2627921" y="2969665"/>
              <a:ext cx="119264" cy="4571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38" name="사각형: 둥근 모서리 137">
            <a:extLst>
              <a:ext uri="{FF2B5EF4-FFF2-40B4-BE49-F238E27FC236}">
                <a16:creationId xmlns:a16="http://schemas.microsoft.com/office/drawing/2014/main" id="{7A73E823-9A51-6971-4BC1-4DE4A211541A}"/>
              </a:ext>
            </a:extLst>
          </p:cNvPr>
          <p:cNvSpPr/>
          <p:nvPr/>
        </p:nvSpPr>
        <p:spPr>
          <a:xfrm>
            <a:off x="8712538" y="3106896"/>
            <a:ext cx="664796" cy="221152"/>
          </a:xfrm>
          <a:prstGeom prst="roundRect">
            <a:avLst>
              <a:gd name="adj" fmla="val 50000"/>
            </a:avLst>
          </a:prstGeom>
          <a:solidFill>
            <a:srgbClr val="AFABA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39" name="TextBox 168">
            <a:extLst>
              <a:ext uri="{FF2B5EF4-FFF2-40B4-BE49-F238E27FC236}">
                <a16:creationId xmlns:a16="http://schemas.microsoft.com/office/drawing/2014/main" id="{3B3835C5-1C21-8329-F43E-D381AEBE26E5}"/>
              </a:ext>
            </a:extLst>
          </p:cNvPr>
          <p:cNvSpPr txBox="1"/>
          <p:nvPr/>
        </p:nvSpPr>
        <p:spPr>
          <a:xfrm>
            <a:off x="8549496" y="3080936"/>
            <a:ext cx="100267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050" b="1" dirty="0"/>
              <a:t>1</a:t>
            </a:r>
            <a:endParaRPr lang="ko-KR" altLang="en-US" sz="1050" b="1" dirty="0"/>
          </a:p>
        </p:txBody>
      </p:sp>
    </p:spTree>
    <p:extLst>
      <p:ext uri="{BB962C8B-B14F-4D97-AF65-F5344CB8AC3E}">
        <p14:creationId xmlns:p14="http://schemas.microsoft.com/office/powerpoint/2010/main" val="28180677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A45359C1-AA68-42AC-93F0-2C6117722AEB}"/>
              </a:ext>
            </a:extLst>
          </p:cNvPr>
          <p:cNvSpPr/>
          <p:nvPr/>
        </p:nvSpPr>
        <p:spPr>
          <a:xfrm>
            <a:off x="778760" y="1899923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0B06EF64-380E-4E6C-8770-74CC1C311FCD}"/>
              </a:ext>
            </a:extLst>
          </p:cNvPr>
          <p:cNvSpPr/>
          <p:nvPr/>
        </p:nvSpPr>
        <p:spPr>
          <a:xfrm>
            <a:off x="2726474" y="1804673"/>
            <a:ext cx="323850" cy="323850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2A147C3A-871A-4681-892B-2CE128AD4789}"/>
              </a:ext>
            </a:extLst>
          </p:cNvPr>
          <p:cNvSpPr/>
          <p:nvPr/>
        </p:nvSpPr>
        <p:spPr>
          <a:xfrm>
            <a:off x="1022989" y="2033187"/>
            <a:ext cx="1668560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F2F35E69-2374-4670-99EA-2629F2E6C0B5}"/>
              </a:ext>
            </a:extLst>
          </p:cNvPr>
          <p:cNvSpPr/>
          <p:nvPr/>
        </p:nvSpPr>
        <p:spPr>
          <a:xfrm>
            <a:off x="2448280" y="4293555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79CA0A27-C3B0-447A-8F82-557C58666869}"/>
              </a:ext>
            </a:extLst>
          </p:cNvPr>
          <p:cNvGrpSpPr/>
          <p:nvPr/>
        </p:nvGrpSpPr>
        <p:grpSpPr>
          <a:xfrm>
            <a:off x="1070746" y="2071957"/>
            <a:ext cx="200148" cy="200148"/>
            <a:chOff x="3690370" y="5044952"/>
            <a:chExt cx="323850" cy="323850"/>
          </a:xfrm>
        </p:grpSpPr>
        <p:sp>
          <p:nvSpPr>
            <p:cNvPr id="9" name="사각형: 둥근 모서리 8">
              <a:extLst>
                <a:ext uri="{FF2B5EF4-FFF2-40B4-BE49-F238E27FC236}">
                  <a16:creationId xmlns:a16="http://schemas.microsoft.com/office/drawing/2014/main" id="{A3F541D9-91E1-4D67-BD1F-1185BC9EEBBF}"/>
                </a:ext>
              </a:extLst>
            </p:cNvPr>
            <p:cNvSpPr/>
            <p:nvPr/>
          </p:nvSpPr>
          <p:spPr>
            <a:xfrm>
              <a:off x="3690370" y="5044952"/>
              <a:ext cx="323850" cy="32385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0" name="Picture 2" descr="연필 - 무료 편집 도구개 아이콘">
              <a:extLst>
                <a:ext uri="{FF2B5EF4-FFF2-40B4-BE49-F238E27FC236}">
                  <a16:creationId xmlns:a16="http://schemas.microsoft.com/office/drawing/2014/main" id="{6EE27EFC-D559-444E-A997-92FD427B1D7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42086" y="5096668"/>
              <a:ext cx="220417" cy="22041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85201138-547A-4C5A-8123-1D9FF7C9E11C}"/>
              </a:ext>
            </a:extLst>
          </p:cNvPr>
          <p:cNvSpPr/>
          <p:nvPr/>
        </p:nvSpPr>
        <p:spPr>
          <a:xfrm>
            <a:off x="2069044" y="4293555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B6035FBC-BF9A-4CAD-85A4-2F3002D25CE2}"/>
              </a:ext>
            </a:extLst>
          </p:cNvPr>
          <p:cNvSpPr/>
          <p:nvPr/>
        </p:nvSpPr>
        <p:spPr>
          <a:xfrm>
            <a:off x="984160" y="4293555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3" name="Picture 4" descr="돋보기 - 무료 상호 작용개 아이콘">
            <a:extLst>
              <a:ext uri="{FF2B5EF4-FFF2-40B4-BE49-F238E27FC236}">
                <a16:creationId xmlns:a16="http://schemas.microsoft.com/office/drawing/2014/main" id="{DF5CFCCA-61E7-4E5F-A233-E4D0A594A5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4540" y="4332694"/>
            <a:ext cx="202717" cy="2027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6" descr="Coin - Free business icons">
            <a:extLst>
              <a:ext uri="{FF2B5EF4-FFF2-40B4-BE49-F238E27FC236}">
                <a16:creationId xmlns:a16="http://schemas.microsoft.com/office/drawing/2014/main" id="{2FCCDC12-9473-4848-8A5F-1A8466B4B3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92942" y="4311941"/>
            <a:ext cx="237879" cy="2378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E71EAA0C-9F1F-4E1B-8A74-9B6AAD464F96}"/>
              </a:ext>
            </a:extLst>
          </p:cNvPr>
          <p:cNvSpPr/>
          <p:nvPr/>
        </p:nvSpPr>
        <p:spPr>
          <a:xfrm>
            <a:off x="1644615" y="3500284"/>
            <a:ext cx="448264" cy="158667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DD20EE2-75BD-4604-85DB-5356317EF6C0}"/>
              </a:ext>
            </a:extLst>
          </p:cNvPr>
          <p:cNvSpPr txBox="1"/>
          <p:nvPr/>
        </p:nvSpPr>
        <p:spPr>
          <a:xfrm>
            <a:off x="1668246" y="3462307"/>
            <a:ext cx="12446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/>
              <a:t>00</a:t>
            </a:r>
            <a:r>
              <a:rPr lang="ko-KR" altLang="en-US" sz="900" b="1"/>
              <a:t>살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2E25A3A7-347D-4E1B-879E-09A7172F402F}"/>
              </a:ext>
            </a:extLst>
          </p:cNvPr>
          <p:cNvSpPr/>
          <p:nvPr/>
        </p:nvSpPr>
        <p:spPr>
          <a:xfrm>
            <a:off x="1141396" y="3746191"/>
            <a:ext cx="1617875" cy="152129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B561A0DF-6E39-470D-A1EB-BEFAED646310}"/>
              </a:ext>
            </a:extLst>
          </p:cNvPr>
          <p:cNvSpPr/>
          <p:nvPr/>
        </p:nvSpPr>
        <p:spPr>
          <a:xfrm>
            <a:off x="984161" y="3698100"/>
            <a:ext cx="239965" cy="232964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1BA011C1-78CE-4A32-A90B-9E494225E919}"/>
              </a:ext>
            </a:extLst>
          </p:cNvPr>
          <p:cNvSpPr/>
          <p:nvPr/>
        </p:nvSpPr>
        <p:spPr>
          <a:xfrm>
            <a:off x="1765609" y="3765811"/>
            <a:ext cx="954520" cy="112887"/>
          </a:xfrm>
          <a:prstGeom prst="roundRect">
            <a:avLst>
              <a:gd name="adj" fmla="val 50000"/>
            </a:avLst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97857C3B-CFE3-412F-8BE3-E7B54AA0A2F3}"/>
              </a:ext>
            </a:extLst>
          </p:cNvPr>
          <p:cNvSpPr/>
          <p:nvPr/>
        </p:nvSpPr>
        <p:spPr>
          <a:xfrm>
            <a:off x="1141396" y="4026785"/>
            <a:ext cx="1617875" cy="152129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74690B04-FF04-4F7D-AA1F-8176CA710A3D}"/>
              </a:ext>
            </a:extLst>
          </p:cNvPr>
          <p:cNvSpPr/>
          <p:nvPr/>
        </p:nvSpPr>
        <p:spPr>
          <a:xfrm>
            <a:off x="984161" y="3978694"/>
            <a:ext cx="239965" cy="232964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A4AEA1B8-4F92-4EC7-9F8B-62212B3F2CA3}"/>
              </a:ext>
            </a:extLst>
          </p:cNvPr>
          <p:cNvSpPr/>
          <p:nvPr/>
        </p:nvSpPr>
        <p:spPr>
          <a:xfrm>
            <a:off x="2265756" y="4044587"/>
            <a:ext cx="454372" cy="112887"/>
          </a:xfrm>
          <a:prstGeom prst="roundRect">
            <a:avLst>
              <a:gd name="adj" fmla="val 50000"/>
            </a:avLst>
          </a:prstGeom>
          <a:solidFill>
            <a:srgbClr val="F888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3" name="Picture 8" descr="Black heart icon | Free SVG">
            <a:extLst>
              <a:ext uri="{FF2B5EF4-FFF2-40B4-BE49-F238E27FC236}">
                <a16:creationId xmlns:a16="http://schemas.microsoft.com/office/drawing/2014/main" id="{6BB710E0-38A0-4C5D-BAF3-9A585EB445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9229" y="4005974"/>
            <a:ext cx="180492" cy="1804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Picture 2" descr="잎 - 무료 자연개 아이콘">
            <a:extLst>
              <a:ext uri="{FF2B5EF4-FFF2-40B4-BE49-F238E27FC236}">
                <a16:creationId xmlns:a16="http://schemas.microsoft.com/office/drawing/2014/main" id="{4723FEF7-E1AA-495D-926F-286824D3E7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0324" y="3712670"/>
            <a:ext cx="197037" cy="1970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5" name="Picture 10" descr="유전자 - 무료 사람들개 아이콘">
            <a:extLst>
              <a:ext uri="{FF2B5EF4-FFF2-40B4-BE49-F238E27FC236}">
                <a16:creationId xmlns:a16="http://schemas.microsoft.com/office/drawing/2014/main" id="{49808FD0-A661-4638-B046-5953F567E5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08733" y="4322564"/>
            <a:ext cx="223471" cy="2234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3C310C86-3DC9-46EB-A9BB-CFC43FFE761C}"/>
              </a:ext>
            </a:extLst>
          </p:cNvPr>
          <p:cNvSpPr txBox="1"/>
          <p:nvPr/>
        </p:nvSpPr>
        <p:spPr>
          <a:xfrm>
            <a:off x="1256720" y="2049813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/>
              <a:t>달팽이 이름</a:t>
            </a:r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3B4B551A-40F4-4274-8356-D5247D002FE8}"/>
              </a:ext>
            </a:extLst>
          </p:cNvPr>
          <p:cNvSpPr/>
          <p:nvPr/>
        </p:nvSpPr>
        <p:spPr>
          <a:xfrm>
            <a:off x="1626555" y="2271261"/>
            <a:ext cx="448264" cy="158667"/>
          </a:xfrm>
          <a:prstGeom prst="roundRect">
            <a:avLst>
              <a:gd name="adj" fmla="val 50000"/>
            </a:avLst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4942EF4-3FC7-44F8-A8F3-4FCEB318DE49}"/>
              </a:ext>
            </a:extLst>
          </p:cNvPr>
          <p:cNvSpPr txBox="1"/>
          <p:nvPr/>
        </p:nvSpPr>
        <p:spPr>
          <a:xfrm>
            <a:off x="1638106" y="2244652"/>
            <a:ext cx="12446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b="1">
                <a:solidFill>
                  <a:schemeClr val="bg1"/>
                </a:solidFill>
              </a:rPr>
              <a:t>에픽</a:t>
            </a:r>
          </a:p>
        </p:txBody>
      </p:sp>
      <p:sp>
        <p:nvSpPr>
          <p:cNvPr id="29" name="곱하기 기호 28">
            <a:extLst>
              <a:ext uri="{FF2B5EF4-FFF2-40B4-BE49-F238E27FC236}">
                <a16:creationId xmlns:a16="http://schemas.microsoft.com/office/drawing/2014/main" id="{D02CE008-B2A1-4E88-929F-24595A744E17}"/>
              </a:ext>
            </a:extLst>
          </p:cNvPr>
          <p:cNvSpPr/>
          <p:nvPr/>
        </p:nvSpPr>
        <p:spPr>
          <a:xfrm>
            <a:off x="2709337" y="1787422"/>
            <a:ext cx="358775" cy="358775"/>
          </a:xfrm>
          <a:prstGeom prst="mathMultiply">
            <a:avLst>
              <a:gd name="adj1" fmla="val 1694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사각형: 둥근 모서리 29">
            <a:extLst>
              <a:ext uri="{FF2B5EF4-FFF2-40B4-BE49-F238E27FC236}">
                <a16:creationId xmlns:a16="http://schemas.microsoft.com/office/drawing/2014/main" id="{D8E65514-BBA7-4244-AC5C-3588A712231B}"/>
              </a:ext>
            </a:extLst>
          </p:cNvPr>
          <p:cNvSpPr/>
          <p:nvPr/>
        </p:nvSpPr>
        <p:spPr>
          <a:xfrm>
            <a:off x="1369282" y="4293555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1" name="Picture 12" descr="매다는 사람 - 무료 패션개 아이콘">
            <a:extLst>
              <a:ext uri="{FF2B5EF4-FFF2-40B4-BE49-F238E27FC236}">
                <a16:creationId xmlns:a16="http://schemas.microsoft.com/office/drawing/2014/main" id="{1D299204-14A9-4F05-88BF-0D3B4A48AD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7302" y="4293249"/>
            <a:ext cx="256324" cy="2563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2" name="그룹 31">
            <a:extLst>
              <a:ext uri="{FF2B5EF4-FFF2-40B4-BE49-F238E27FC236}">
                <a16:creationId xmlns:a16="http://schemas.microsoft.com/office/drawing/2014/main" id="{FD6CD2E9-62AC-46AC-9B21-DD93D3212D8D}"/>
              </a:ext>
            </a:extLst>
          </p:cNvPr>
          <p:cNvGrpSpPr/>
          <p:nvPr/>
        </p:nvGrpSpPr>
        <p:grpSpPr>
          <a:xfrm>
            <a:off x="1374147" y="1514292"/>
            <a:ext cx="1141042" cy="442051"/>
            <a:chOff x="6711477" y="1465221"/>
            <a:chExt cx="1416357" cy="548711"/>
          </a:xfrm>
        </p:grpSpPr>
        <p:sp>
          <p:nvSpPr>
            <p:cNvPr id="33" name="사각형: 둥근 모서리 32">
              <a:extLst>
                <a:ext uri="{FF2B5EF4-FFF2-40B4-BE49-F238E27FC236}">
                  <a16:creationId xmlns:a16="http://schemas.microsoft.com/office/drawing/2014/main" id="{1C178D2D-5931-43A5-9D77-DCEBEE7E5E7E}"/>
                </a:ext>
              </a:extLst>
            </p:cNvPr>
            <p:cNvSpPr/>
            <p:nvPr/>
          </p:nvSpPr>
          <p:spPr>
            <a:xfrm>
              <a:off x="6839352" y="1586038"/>
              <a:ext cx="955998" cy="274512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34" name="그림 33">
              <a:extLst>
                <a:ext uri="{FF2B5EF4-FFF2-40B4-BE49-F238E27FC236}">
                  <a16:creationId xmlns:a16="http://schemas.microsoft.com/office/drawing/2014/main" id="{3B4AEF54-C0FB-4D6A-A637-A03987086FB0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11477" y="1465221"/>
              <a:ext cx="548711" cy="548711"/>
            </a:xfrm>
            <a:prstGeom prst="rect">
              <a:avLst/>
            </a:prstGeom>
          </p:spPr>
        </p:pic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EE331B58-F52E-4B8D-BD60-361E726F25A5}"/>
                </a:ext>
              </a:extLst>
            </p:cNvPr>
            <p:cNvSpPr txBox="1"/>
            <p:nvPr/>
          </p:nvSpPr>
          <p:spPr>
            <a:xfrm>
              <a:off x="6883235" y="1560569"/>
              <a:ext cx="1244599" cy="3151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50" b="1"/>
                <a:t>5,000</a:t>
              </a:r>
              <a:endParaRPr lang="ko-KR" altLang="en-US" sz="1050" b="1"/>
            </a:p>
          </p:txBody>
        </p:sp>
      </p:grp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B15E67C0-08AA-4A79-83D3-D3D00486EEF7}"/>
              </a:ext>
            </a:extLst>
          </p:cNvPr>
          <p:cNvSpPr/>
          <p:nvPr/>
        </p:nvSpPr>
        <p:spPr>
          <a:xfrm>
            <a:off x="886802" y="1590344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7" name="Picture 2" descr="설정 - 무료 ui개 아이콘">
            <a:extLst>
              <a:ext uri="{FF2B5EF4-FFF2-40B4-BE49-F238E27FC236}">
                <a16:creationId xmlns:a16="http://schemas.microsoft.com/office/drawing/2014/main" id="{A4DC5803-18EB-43C3-84B7-78C05839B8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967" y="1612359"/>
            <a:ext cx="265099" cy="265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FBEBF145-F433-4D70-A9C3-F3910CDBDC52}"/>
              </a:ext>
            </a:extLst>
          </p:cNvPr>
          <p:cNvSpPr/>
          <p:nvPr/>
        </p:nvSpPr>
        <p:spPr>
          <a:xfrm>
            <a:off x="2724471" y="2168662"/>
            <a:ext cx="323850" cy="323850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곱하기 기호 38">
            <a:extLst>
              <a:ext uri="{FF2B5EF4-FFF2-40B4-BE49-F238E27FC236}">
                <a16:creationId xmlns:a16="http://schemas.microsoft.com/office/drawing/2014/main" id="{9A3849D4-3B16-4CEF-9571-649FB6FE4C9C}"/>
              </a:ext>
            </a:extLst>
          </p:cNvPr>
          <p:cNvSpPr/>
          <p:nvPr/>
        </p:nvSpPr>
        <p:spPr>
          <a:xfrm rot="2700000">
            <a:off x="2707008" y="2151199"/>
            <a:ext cx="358775" cy="358775"/>
          </a:xfrm>
          <a:prstGeom prst="mathMultiply">
            <a:avLst>
              <a:gd name="adj1" fmla="val 1694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504B8DE7-A836-4CAC-B384-9CE3D5E31239}"/>
              </a:ext>
            </a:extLst>
          </p:cNvPr>
          <p:cNvSpPr/>
          <p:nvPr/>
        </p:nvSpPr>
        <p:spPr>
          <a:xfrm>
            <a:off x="6759470" y="1877458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8E581476-0E20-46D7-B1F6-8CB395DCE203}"/>
              </a:ext>
            </a:extLst>
          </p:cNvPr>
          <p:cNvSpPr/>
          <p:nvPr/>
        </p:nvSpPr>
        <p:spPr>
          <a:xfrm>
            <a:off x="8707184" y="1782208"/>
            <a:ext cx="323850" cy="323850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92D1DAB1-72CB-4E58-87E0-D07A347E5230}"/>
              </a:ext>
            </a:extLst>
          </p:cNvPr>
          <p:cNvSpPr/>
          <p:nvPr/>
        </p:nvSpPr>
        <p:spPr>
          <a:xfrm>
            <a:off x="7003699" y="2010722"/>
            <a:ext cx="1668560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0DB2FD3B-FD3A-40CC-832D-89B8AB3808CF}"/>
              </a:ext>
            </a:extLst>
          </p:cNvPr>
          <p:cNvSpPr/>
          <p:nvPr/>
        </p:nvSpPr>
        <p:spPr>
          <a:xfrm>
            <a:off x="8428990" y="4271090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B918EFAC-E884-4C1F-9CB4-7A7F2F6AC9B4}"/>
              </a:ext>
            </a:extLst>
          </p:cNvPr>
          <p:cNvGrpSpPr/>
          <p:nvPr/>
        </p:nvGrpSpPr>
        <p:grpSpPr>
          <a:xfrm>
            <a:off x="7051456" y="2049492"/>
            <a:ext cx="200148" cy="200148"/>
            <a:chOff x="3690370" y="5044952"/>
            <a:chExt cx="323850" cy="323850"/>
          </a:xfrm>
        </p:grpSpPr>
        <p:sp>
          <p:nvSpPr>
            <p:cNvPr id="46" name="사각형: 둥근 모서리 45">
              <a:extLst>
                <a:ext uri="{FF2B5EF4-FFF2-40B4-BE49-F238E27FC236}">
                  <a16:creationId xmlns:a16="http://schemas.microsoft.com/office/drawing/2014/main" id="{7C12DF27-81A8-44F0-9570-A87091883A53}"/>
                </a:ext>
              </a:extLst>
            </p:cNvPr>
            <p:cNvSpPr/>
            <p:nvPr/>
          </p:nvSpPr>
          <p:spPr>
            <a:xfrm>
              <a:off x="3690370" y="5044952"/>
              <a:ext cx="323850" cy="32385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47" name="Picture 2" descr="연필 - 무료 편집 도구개 아이콘">
              <a:extLst>
                <a:ext uri="{FF2B5EF4-FFF2-40B4-BE49-F238E27FC236}">
                  <a16:creationId xmlns:a16="http://schemas.microsoft.com/office/drawing/2014/main" id="{CA00EB0D-7198-4C57-A8A9-D6F6B270940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42086" y="5096668"/>
              <a:ext cx="220417" cy="22041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48" name="사각형: 둥근 모서리 47">
            <a:extLst>
              <a:ext uri="{FF2B5EF4-FFF2-40B4-BE49-F238E27FC236}">
                <a16:creationId xmlns:a16="http://schemas.microsoft.com/office/drawing/2014/main" id="{30CA4FB5-51A6-4BBD-839B-0E57999A2527}"/>
              </a:ext>
            </a:extLst>
          </p:cNvPr>
          <p:cNvSpPr/>
          <p:nvPr/>
        </p:nvSpPr>
        <p:spPr>
          <a:xfrm>
            <a:off x="8049754" y="4271090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사각형: 둥근 모서리 48">
            <a:extLst>
              <a:ext uri="{FF2B5EF4-FFF2-40B4-BE49-F238E27FC236}">
                <a16:creationId xmlns:a16="http://schemas.microsoft.com/office/drawing/2014/main" id="{3AC4F262-F401-4C46-BABC-DC642A690052}"/>
              </a:ext>
            </a:extLst>
          </p:cNvPr>
          <p:cNvSpPr/>
          <p:nvPr/>
        </p:nvSpPr>
        <p:spPr>
          <a:xfrm>
            <a:off x="6964870" y="4271090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50" name="Picture 4" descr="돋보기 - 무료 상호 작용개 아이콘">
            <a:extLst>
              <a:ext uri="{FF2B5EF4-FFF2-40B4-BE49-F238E27FC236}">
                <a16:creationId xmlns:a16="http://schemas.microsoft.com/office/drawing/2014/main" id="{4C37C5D4-6A2D-4444-B171-77518F46F7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15250" y="4310229"/>
            <a:ext cx="202717" cy="2027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" name="Picture 6" descr="Coin - Free business icons">
            <a:extLst>
              <a:ext uri="{FF2B5EF4-FFF2-40B4-BE49-F238E27FC236}">
                <a16:creationId xmlns:a16="http://schemas.microsoft.com/office/drawing/2014/main" id="{4F404CC3-F540-47D7-A170-3D11D6DC18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73652" y="4289476"/>
            <a:ext cx="237879" cy="2378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2" name="사각형: 둥근 모서리 51">
            <a:extLst>
              <a:ext uri="{FF2B5EF4-FFF2-40B4-BE49-F238E27FC236}">
                <a16:creationId xmlns:a16="http://schemas.microsoft.com/office/drawing/2014/main" id="{2BE33D4E-8CDC-41BE-8757-B8C8B4064065}"/>
              </a:ext>
            </a:extLst>
          </p:cNvPr>
          <p:cNvSpPr/>
          <p:nvPr/>
        </p:nvSpPr>
        <p:spPr>
          <a:xfrm>
            <a:off x="7625325" y="3477819"/>
            <a:ext cx="448264" cy="158667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94580BC-B4B7-4289-9FDF-C78DCB9E291F}"/>
              </a:ext>
            </a:extLst>
          </p:cNvPr>
          <p:cNvSpPr txBox="1"/>
          <p:nvPr/>
        </p:nvSpPr>
        <p:spPr>
          <a:xfrm>
            <a:off x="7648956" y="3439842"/>
            <a:ext cx="12446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/>
              <a:t>00</a:t>
            </a:r>
            <a:r>
              <a:rPr lang="ko-KR" altLang="en-US" sz="900" b="1"/>
              <a:t>살</a:t>
            </a:r>
          </a:p>
        </p:txBody>
      </p:sp>
      <p:sp>
        <p:nvSpPr>
          <p:cNvPr id="54" name="사각형: 둥근 모서리 53">
            <a:extLst>
              <a:ext uri="{FF2B5EF4-FFF2-40B4-BE49-F238E27FC236}">
                <a16:creationId xmlns:a16="http://schemas.microsoft.com/office/drawing/2014/main" id="{E0DF8473-EDBF-4CEF-9F7C-60306A2B8941}"/>
              </a:ext>
            </a:extLst>
          </p:cNvPr>
          <p:cNvSpPr/>
          <p:nvPr/>
        </p:nvSpPr>
        <p:spPr>
          <a:xfrm>
            <a:off x="7122106" y="3723726"/>
            <a:ext cx="1617875" cy="152129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2784DD1C-0279-4CF3-BA35-B1E18D03DFA3}"/>
              </a:ext>
            </a:extLst>
          </p:cNvPr>
          <p:cNvSpPr/>
          <p:nvPr/>
        </p:nvSpPr>
        <p:spPr>
          <a:xfrm>
            <a:off x="6964871" y="3675635"/>
            <a:ext cx="239965" cy="232964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사각형: 둥근 모서리 55">
            <a:extLst>
              <a:ext uri="{FF2B5EF4-FFF2-40B4-BE49-F238E27FC236}">
                <a16:creationId xmlns:a16="http://schemas.microsoft.com/office/drawing/2014/main" id="{158B6F5F-73D6-487A-B285-F494BFEB267C}"/>
              </a:ext>
            </a:extLst>
          </p:cNvPr>
          <p:cNvSpPr/>
          <p:nvPr/>
        </p:nvSpPr>
        <p:spPr>
          <a:xfrm>
            <a:off x="7746319" y="3743346"/>
            <a:ext cx="954520" cy="112887"/>
          </a:xfrm>
          <a:prstGeom prst="roundRect">
            <a:avLst>
              <a:gd name="adj" fmla="val 50000"/>
            </a:avLst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FB577B18-82AD-47DC-867C-1F997864763E}"/>
              </a:ext>
            </a:extLst>
          </p:cNvPr>
          <p:cNvSpPr/>
          <p:nvPr/>
        </p:nvSpPr>
        <p:spPr>
          <a:xfrm>
            <a:off x="7122106" y="4004320"/>
            <a:ext cx="1617875" cy="152129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사각형: 둥근 모서리 57">
            <a:extLst>
              <a:ext uri="{FF2B5EF4-FFF2-40B4-BE49-F238E27FC236}">
                <a16:creationId xmlns:a16="http://schemas.microsoft.com/office/drawing/2014/main" id="{10186325-CCA7-45C1-AFB6-8D207D9A5BA8}"/>
              </a:ext>
            </a:extLst>
          </p:cNvPr>
          <p:cNvSpPr/>
          <p:nvPr/>
        </p:nvSpPr>
        <p:spPr>
          <a:xfrm>
            <a:off x="6964871" y="3956229"/>
            <a:ext cx="239965" cy="232964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사각형: 둥근 모서리 58">
            <a:extLst>
              <a:ext uri="{FF2B5EF4-FFF2-40B4-BE49-F238E27FC236}">
                <a16:creationId xmlns:a16="http://schemas.microsoft.com/office/drawing/2014/main" id="{FE2F8366-F653-48F0-AD7D-CCDED9FCFFA5}"/>
              </a:ext>
            </a:extLst>
          </p:cNvPr>
          <p:cNvSpPr/>
          <p:nvPr/>
        </p:nvSpPr>
        <p:spPr>
          <a:xfrm>
            <a:off x="8246466" y="4022122"/>
            <a:ext cx="454372" cy="112887"/>
          </a:xfrm>
          <a:prstGeom prst="roundRect">
            <a:avLst>
              <a:gd name="adj" fmla="val 50000"/>
            </a:avLst>
          </a:prstGeom>
          <a:solidFill>
            <a:srgbClr val="F888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60" name="Picture 8" descr="Black heart icon | Free SVG">
            <a:extLst>
              <a:ext uri="{FF2B5EF4-FFF2-40B4-BE49-F238E27FC236}">
                <a16:creationId xmlns:a16="http://schemas.microsoft.com/office/drawing/2014/main" id="{EDDF0216-19EB-4B94-8D9C-720C4AD825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89939" y="3983509"/>
            <a:ext cx="180492" cy="1804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" name="Picture 2" descr="잎 - 무료 자연개 아이콘">
            <a:extLst>
              <a:ext uri="{FF2B5EF4-FFF2-40B4-BE49-F238E27FC236}">
                <a16:creationId xmlns:a16="http://schemas.microsoft.com/office/drawing/2014/main" id="{58AC1717-433E-46A1-BFDC-D99C84B5C9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81034" y="3690205"/>
            <a:ext cx="197037" cy="1970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2" name="Picture 10" descr="유전자 - 무료 사람들개 아이콘">
            <a:extLst>
              <a:ext uri="{FF2B5EF4-FFF2-40B4-BE49-F238E27FC236}">
                <a16:creationId xmlns:a16="http://schemas.microsoft.com/office/drawing/2014/main" id="{D256965D-EEFF-46F3-AFE7-1035262DAE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89443" y="4300099"/>
            <a:ext cx="223471" cy="2234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3" name="TextBox 62">
            <a:extLst>
              <a:ext uri="{FF2B5EF4-FFF2-40B4-BE49-F238E27FC236}">
                <a16:creationId xmlns:a16="http://schemas.microsoft.com/office/drawing/2014/main" id="{99C523FB-644B-4E3A-93A1-AD979B52E9CE}"/>
              </a:ext>
            </a:extLst>
          </p:cNvPr>
          <p:cNvSpPr txBox="1"/>
          <p:nvPr/>
        </p:nvSpPr>
        <p:spPr>
          <a:xfrm>
            <a:off x="7237430" y="2027348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/>
              <a:t>달팽이 이름</a:t>
            </a:r>
          </a:p>
        </p:txBody>
      </p:sp>
      <p:sp>
        <p:nvSpPr>
          <p:cNvPr id="64" name="사각형: 둥근 모서리 63">
            <a:extLst>
              <a:ext uri="{FF2B5EF4-FFF2-40B4-BE49-F238E27FC236}">
                <a16:creationId xmlns:a16="http://schemas.microsoft.com/office/drawing/2014/main" id="{6AC7D505-9CAD-44C2-9E44-9937D2DC68BE}"/>
              </a:ext>
            </a:extLst>
          </p:cNvPr>
          <p:cNvSpPr/>
          <p:nvPr/>
        </p:nvSpPr>
        <p:spPr>
          <a:xfrm>
            <a:off x="7607265" y="2248796"/>
            <a:ext cx="448264" cy="158667"/>
          </a:xfrm>
          <a:prstGeom prst="roundRect">
            <a:avLst>
              <a:gd name="adj" fmla="val 50000"/>
            </a:avLst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CFDA8BA-AE0D-4CA5-9F43-31A477810F40}"/>
              </a:ext>
            </a:extLst>
          </p:cNvPr>
          <p:cNvSpPr txBox="1"/>
          <p:nvPr/>
        </p:nvSpPr>
        <p:spPr>
          <a:xfrm>
            <a:off x="7618816" y="2222187"/>
            <a:ext cx="12446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b="1">
                <a:solidFill>
                  <a:schemeClr val="bg1"/>
                </a:solidFill>
              </a:rPr>
              <a:t>에픽</a:t>
            </a:r>
          </a:p>
        </p:txBody>
      </p:sp>
      <p:sp>
        <p:nvSpPr>
          <p:cNvPr id="66" name="곱하기 기호 65">
            <a:extLst>
              <a:ext uri="{FF2B5EF4-FFF2-40B4-BE49-F238E27FC236}">
                <a16:creationId xmlns:a16="http://schemas.microsoft.com/office/drawing/2014/main" id="{028AD3B7-683B-4C14-95FC-FFFED63551B3}"/>
              </a:ext>
            </a:extLst>
          </p:cNvPr>
          <p:cNvSpPr/>
          <p:nvPr/>
        </p:nvSpPr>
        <p:spPr>
          <a:xfrm>
            <a:off x="8690047" y="1764957"/>
            <a:ext cx="358775" cy="358775"/>
          </a:xfrm>
          <a:prstGeom prst="mathMultiply">
            <a:avLst>
              <a:gd name="adj1" fmla="val 1694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7" name="사각형: 둥근 모서리 66">
            <a:extLst>
              <a:ext uri="{FF2B5EF4-FFF2-40B4-BE49-F238E27FC236}">
                <a16:creationId xmlns:a16="http://schemas.microsoft.com/office/drawing/2014/main" id="{4D2824B4-1122-4431-A520-2FE8DA639DBF}"/>
              </a:ext>
            </a:extLst>
          </p:cNvPr>
          <p:cNvSpPr/>
          <p:nvPr/>
        </p:nvSpPr>
        <p:spPr>
          <a:xfrm>
            <a:off x="7349992" y="4271090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68" name="Picture 12" descr="매다는 사람 - 무료 패션개 아이콘">
            <a:extLst>
              <a:ext uri="{FF2B5EF4-FFF2-40B4-BE49-F238E27FC236}">
                <a16:creationId xmlns:a16="http://schemas.microsoft.com/office/drawing/2014/main" id="{623A3189-0F47-4FAB-821C-D904BC03F3F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78012" y="4270784"/>
            <a:ext cx="256324" cy="2563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69" name="그룹 68">
            <a:extLst>
              <a:ext uri="{FF2B5EF4-FFF2-40B4-BE49-F238E27FC236}">
                <a16:creationId xmlns:a16="http://schemas.microsoft.com/office/drawing/2014/main" id="{E2BDE0F9-F68A-4647-B3D8-694DF2F92D52}"/>
              </a:ext>
            </a:extLst>
          </p:cNvPr>
          <p:cNvGrpSpPr/>
          <p:nvPr/>
        </p:nvGrpSpPr>
        <p:grpSpPr>
          <a:xfrm>
            <a:off x="7354857" y="1491827"/>
            <a:ext cx="1141042" cy="442051"/>
            <a:chOff x="6711477" y="1465221"/>
            <a:chExt cx="1416357" cy="548711"/>
          </a:xfrm>
        </p:grpSpPr>
        <p:sp>
          <p:nvSpPr>
            <p:cNvPr id="70" name="사각형: 둥근 모서리 69">
              <a:extLst>
                <a:ext uri="{FF2B5EF4-FFF2-40B4-BE49-F238E27FC236}">
                  <a16:creationId xmlns:a16="http://schemas.microsoft.com/office/drawing/2014/main" id="{14BB678C-EA2A-4E02-B7D6-B7380F473199}"/>
                </a:ext>
              </a:extLst>
            </p:cNvPr>
            <p:cNvSpPr/>
            <p:nvPr/>
          </p:nvSpPr>
          <p:spPr>
            <a:xfrm>
              <a:off x="6839352" y="1586038"/>
              <a:ext cx="955998" cy="274512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71" name="그림 70">
              <a:extLst>
                <a:ext uri="{FF2B5EF4-FFF2-40B4-BE49-F238E27FC236}">
                  <a16:creationId xmlns:a16="http://schemas.microsoft.com/office/drawing/2014/main" id="{845B4FE7-55D5-467F-BCEB-0A26B5013AE4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11477" y="1465221"/>
              <a:ext cx="548711" cy="548711"/>
            </a:xfrm>
            <a:prstGeom prst="rect">
              <a:avLst/>
            </a:prstGeom>
          </p:spPr>
        </p:pic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1C63302B-63DD-409C-925A-DC64A9302878}"/>
                </a:ext>
              </a:extLst>
            </p:cNvPr>
            <p:cNvSpPr txBox="1"/>
            <p:nvPr/>
          </p:nvSpPr>
          <p:spPr>
            <a:xfrm>
              <a:off x="6883235" y="1560569"/>
              <a:ext cx="1244599" cy="3151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50" b="1"/>
                <a:t>5,000</a:t>
              </a:r>
              <a:endParaRPr lang="ko-KR" altLang="en-US" sz="1050" b="1"/>
            </a:p>
          </p:txBody>
        </p:sp>
      </p:grpSp>
      <p:sp>
        <p:nvSpPr>
          <p:cNvPr id="73" name="사각형: 둥근 모서리 72">
            <a:extLst>
              <a:ext uri="{FF2B5EF4-FFF2-40B4-BE49-F238E27FC236}">
                <a16:creationId xmlns:a16="http://schemas.microsoft.com/office/drawing/2014/main" id="{61B0D08F-67D9-4A99-8634-49E40B65F9C9}"/>
              </a:ext>
            </a:extLst>
          </p:cNvPr>
          <p:cNvSpPr/>
          <p:nvPr/>
        </p:nvSpPr>
        <p:spPr>
          <a:xfrm>
            <a:off x="6867512" y="1567879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74" name="Picture 2" descr="설정 - 무료 ui개 아이콘">
            <a:extLst>
              <a:ext uri="{FF2B5EF4-FFF2-40B4-BE49-F238E27FC236}">
                <a16:creationId xmlns:a16="http://schemas.microsoft.com/office/drawing/2014/main" id="{984855E6-1498-4658-B551-458DAA52F1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19677" y="1589894"/>
            <a:ext cx="265099" cy="265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5" name="사각형: 둥근 모서리 74">
            <a:extLst>
              <a:ext uri="{FF2B5EF4-FFF2-40B4-BE49-F238E27FC236}">
                <a16:creationId xmlns:a16="http://schemas.microsoft.com/office/drawing/2014/main" id="{25AB78F3-8120-43E9-8B6F-755A728FA672}"/>
              </a:ext>
            </a:extLst>
          </p:cNvPr>
          <p:cNvSpPr/>
          <p:nvPr/>
        </p:nvSpPr>
        <p:spPr>
          <a:xfrm>
            <a:off x="8705181" y="2146197"/>
            <a:ext cx="323850" cy="323850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6" name="곱하기 기호 75">
            <a:extLst>
              <a:ext uri="{FF2B5EF4-FFF2-40B4-BE49-F238E27FC236}">
                <a16:creationId xmlns:a16="http://schemas.microsoft.com/office/drawing/2014/main" id="{ADDCC41D-7AFF-444E-B0D1-6FD13AB8B4C5}"/>
              </a:ext>
            </a:extLst>
          </p:cNvPr>
          <p:cNvSpPr/>
          <p:nvPr/>
        </p:nvSpPr>
        <p:spPr>
          <a:xfrm rot="2700000">
            <a:off x="8687718" y="2128734"/>
            <a:ext cx="358775" cy="358775"/>
          </a:xfrm>
          <a:prstGeom prst="mathMultiply">
            <a:avLst>
              <a:gd name="adj1" fmla="val 1694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7" name="자유형: 도형 76">
            <a:extLst>
              <a:ext uri="{FF2B5EF4-FFF2-40B4-BE49-F238E27FC236}">
                <a16:creationId xmlns:a16="http://schemas.microsoft.com/office/drawing/2014/main" id="{6D43083E-BA9B-428B-BE41-6D1D394B6D29}"/>
              </a:ext>
            </a:extLst>
          </p:cNvPr>
          <p:cNvSpPr/>
          <p:nvPr/>
        </p:nvSpPr>
        <p:spPr>
          <a:xfrm>
            <a:off x="8896096" y="1349135"/>
            <a:ext cx="1149350" cy="546100"/>
          </a:xfrm>
          <a:custGeom>
            <a:avLst/>
            <a:gdLst>
              <a:gd name="connsiteX0" fmla="*/ 0 w 1149350"/>
              <a:gd name="connsiteY0" fmla="*/ 546100 h 546100"/>
              <a:gd name="connsiteX1" fmla="*/ 298450 w 1149350"/>
              <a:gd name="connsiteY1" fmla="*/ 0 h 546100"/>
              <a:gd name="connsiteX2" fmla="*/ 1149350 w 1149350"/>
              <a:gd name="connsiteY2" fmla="*/ 0 h 5461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149350" h="546100">
                <a:moveTo>
                  <a:pt x="0" y="546100"/>
                </a:moveTo>
                <a:lnTo>
                  <a:pt x="298450" y="0"/>
                </a:lnTo>
                <a:lnTo>
                  <a:pt x="1149350" y="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FB0BE14-6C7B-4912-B495-48D1552A2E6F}"/>
              </a:ext>
            </a:extLst>
          </p:cNvPr>
          <p:cNvSpPr txBox="1"/>
          <p:nvPr/>
        </p:nvSpPr>
        <p:spPr>
          <a:xfrm>
            <a:off x="280509" y="153899"/>
            <a:ext cx="1670921" cy="27699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>
                <a:solidFill>
                  <a:schemeClr val="bg1"/>
                </a:solidFill>
              </a:rPr>
              <a:t>디폴트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294F6503-3A1A-4A08-9B21-F4FBD9EBD1CF}"/>
              </a:ext>
            </a:extLst>
          </p:cNvPr>
          <p:cNvSpPr txBox="1"/>
          <p:nvPr/>
        </p:nvSpPr>
        <p:spPr>
          <a:xfrm>
            <a:off x="10045446" y="1218330"/>
            <a:ext cx="121596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누르면 최소화됨</a:t>
            </a:r>
            <a:r>
              <a:rPr lang="en-US" altLang="ko-KR" sz="1050" b="1"/>
              <a:t>.</a:t>
            </a:r>
            <a:endParaRPr lang="ko-KR" altLang="en-US" sz="1050" b="1"/>
          </a:p>
        </p:txBody>
      </p:sp>
      <p:sp>
        <p:nvSpPr>
          <p:cNvPr id="80" name="자유형: 도형 79">
            <a:extLst>
              <a:ext uri="{FF2B5EF4-FFF2-40B4-BE49-F238E27FC236}">
                <a16:creationId xmlns:a16="http://schemas.microsoft.com/office/drawing/2014/main" id="{D95CEF27-1919-4CBB-8B61-9D6B03D32520}"/>
              </a:ext>
            </a:extLst>
          </p:cNvPr>
          <p:cNvSpPr/>
          <p:nvPr/>
        </p:nvSpPr>
        <p:spPr>
          <a:xfrm>
            <a:off x="8971633" y="2374900"/>
            <a:ext cx="1117600" cy="336550"/>
          </a:xfrm>
          <a:custGeom>
            <a:avLst/>
            <a:gdLst>
              <a:gd name="connsiteX0" fmla="*/ 0 w 1117600"/>
              <a:gd name="connsiteY0" fmla="*/ 0 h 336550"/>
              <a:gd name="connsiteX1" fmla="*/ 361950 w 1117600"/>
              <a:gd name="connsiteY1" fmla="*/ 336550 h 336550"/>
              <a:gd name="connsiteX2" fmla="*/ 1117600 w 1117600"/>
              <a:gd name="connsiteY2" fmla="*/ 336550 h 336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117600" h="336550">
                <a:moveTo>
                  <a:pt x="0" y="0"/>
                </a:moveTo>
                <a:lnTo>
                  <a:pt x="361950" y="336550"/>
                </a:lnTo>
                <a:lnTo>
                  <a:pt x="1117600" y="33655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0119FB78-B410-475C-BC24-4C081C49627E}"/>
              </a:ext>
            </a:extLst>
          </p:cNvPr>
          <p:cNvSpPr txBox="1"/>
          <p:nvPr/>
        </p:nvSpPr>
        <p:spPr>
          <a:xfrm>
            <a:off x="10089233" y="2584279"/>
            <a:ext cx="121596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누르면 최대화됨</a:t>
            </a:r>
            <a:r>
              <a:rPr lang="en-US" altLang="ko-KR" sz="1050" b="1"/>
              <a:t>.</a:t>
            </a:r>
            <a:endParaRPr lang="ko-KR" altLang="en-US" sz="1050" b="1"/>
          </a:p>
        </p:txBody>
      </p:sp>
      <p:sp>
        <p:nvSpPr>
          <p:cNvPr id="82" name="자유형: 도형 81">
            <a:extLst>
              <a:ext uri="{FF2B5EF4-FFF2-40B4-BE49-F238E27FC236}">
                <a16:creationId xmlns:a16="http://schemas.microsoft.com/office/drawing/2014/main" id="{663E0345-8315-4C40-9F27-334C21DBB278}"/>
              </a:ext>
            </a:extLst>
          </p:cNvPr>
          <p:cNvSpPr/>
          <p:nvPr/>
        </p:nvSpPr>
        <p:spPr>
          <a:xfrm>
            <a:off x="7060283" y="819150"/>
            <a:ext cx="698500" cy="882650"/>
          </a:xfrm>
          <a:custGeom>
            <a:avLst/>
            <a:gdLst>
              <a:gd name="connsiteX0" fmla="*/ 0 w 698500"/>
              <a:gd name="connsiteY0" fmla="*/ 882650 h 882650"/>
              <a:gd name="connsiteX1" fmla="*/ 0 w 698500"/>
              <a:gd name="connsiteY1" fmla="*/ 0 h 882650"/>
              <a:gd name="connsiteX2" fmla="*/ 698500 w 698500"/>
              <a:gd name="connsiteY2" fmla="*/ 0 h 882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8500" h="882650">
                <a:moveTo>
                  <a:pt x="0" y="882650"/>
                </a:moveTo>
                <a:lnTo>
                  <a:pt x="0" y="0"/>
                </a:lnTo>
                <a:lnTo>
                  <a:pt x="698500" y="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DAB9AB7E-E233-4E3D-8A2C-782A9446B321}"/>
              </a:ext>
            </a:extLst>
          </p:cNvPr>
          <p:cNvSpPr txBox="1"/>
          <p:nvPr/>
        </p:nvSpPr>
        <p:spPr>
          <a:xfrm>
            <a:off x="5529901" y="2569437"/>
            <a:ext cx="121596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달팽이 이름 수정</a:t>
            </a:r>
          </a:p>
        </p:txBody>
      </p:sp>
      <p:sp>
        <p:nvSpPr>
          <p:cNvPr id="84" name="자유형: 도형 83">
            <a:extLst>
              <a:ext uri="{FF2B5EF4-FFF2-40B4-BE49-F238E27FC236}">
                <a16:creationId xmlns:a16="http://schemas.microsoft.com/office/drawing/2014/main" id="{ED65C866-269C-4A27-83B7-A85A98DD5612}"/>
              </a:ext>
            </a:extLst>
          </p:cNvPr>
          <p:cNvSpPr/>
          <p:nvPr/>
        </p:nvSpPr>
        <p:spPr>
          <a:xfrm>
            <a:off x="7822283" y="1219200"/>
            <a:ext cx="266700" cy="349250"/>
          </a:xfrm>
          <a:custGeom>
            <a:avLst/>
            <a:gdLst>
              <a:gd name="connsiteX0" fmla="*/ 0 w 266700"/>
              <a:gd name="connsiteY0" fmla="*/ 349250 h 349250"/>
              <a:gd name="connsiteX1" fmla="*/ 0 w 266700"/>
              <a:gd name="connsiteY1" fmla="*/ 0 h 349250"/>
              <a:gd name="connsiteX2" fmla="*/ 76200 w 266700"/>
              <a:gd name="connsiteY2" fmla="*/ 6350 h 349250"/>
              <a:gd name="connsiteX3" fmla="*/ 266700 w 266700"/>
              <a:gd name="connsiteY3" fmla="*/ 6350 h 3492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66700" h="349250">
                <a:moveTo>
                  <a:pt x="0" y="349250"/>
                </a:moveTo>
                <a:lnTo>
                  <a:pt x="0" y="0"/>
                </a:lnTo>
                <a:lnTo>
                  <a:pt x="76200" y="6350"/>
                </a:lnTo>
                <a:lnTo>
                  <a:pt x="266700" y="635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10FEB0F4-159F-4651-B0D7-5A4CF9461735}"/>
              </a:ext>
            </a:extLst>
          </p:cNvPr>
          <p:cNvSpPr txBox="1"/>
          <p:nvPr/>
        </p:nvSpPr>
        <p:spPr>
          <a:xfrm>
            <a:off x="8064276" y="1099325"/>
            <a:ext cx="168909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유저가 가지고 있는 코인</a:t>
            </a:r>
          </a:p>
        </p:txBody>
      </p:sp>
      <p:sp>
        <p:nvSpPr>
          <p:cNvPr id="86" name="자유형: 도형 85">
            <a:extLst>
              <a:ext uri="{FF2B5EF4-FFF2-40B4-BE49-F238E27FC236}">
                <a16:creationId xmlns:a16="http://schemas.microsoft.com/office/drawing/2014/main" id="{FB3AC324-7D50-4538-911A-8ED74942A28A}"/>
              </a:ext>
            </a:extLst>
          </p:cNvPr>
          <p:cNvSpPr/>
          <p:nvPr/>
        </p:nvSpPr>
        <p:spPr>
          <a:xfrm>
            <a:off x="6177633" y="2139950"/>
            <a:ext cx="952500" cy="406400"/>
          </a:xfrm>
          <a:custGeom>
            <a:avLst/>
            <a:gdLst>
              <a:gd name="connsiteX0" fmla="*/ 952500 w 952500"/>
              <a:gd name="connsiteY0" fmla="*/ 0 h 406400"/>
              <a:gd name="connsiteX1" fmla="*/ 209550 w 952500"/>
              <a:gd name="connsiteY1" fmla="*/ 0 h 406400"/>
              <a:gd name="connsiteX2" fmla="*/ 0 w 952500"/>
              <a:gd name="connsiteY2" fmla="*/ 406400 h 406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952500" h="406400">
                <a:moveTo>
                  <a:pt x="952500" y="0"/>
                </a:moveTo>
                <a:lnTo>
                  <a:pt x="209550" y="0"/>
                </a:lnTo>
                <a:lnTo>
                  <a:pt x="0" y="40640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827D4040-CCD4-40D7-9069-EE3C1040BC04}"/>
              </a:ext>
            </a:extLst>
          </p:cNvPr>
          <p:cNvSpPr txBox="1"/>
          <p:nvPr/>
        </p:nvSpPr>
        <p:spPr>
          <a:xfrm>
            <a:off x="7758783" y="694660"/>
            <a:ext cx="121596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설정</a:t>
            </a:r>
          </a:p>
        </p:txBody>
      </p:sp>
      <p:sp>
        <p:nvSpPr>
          <p:cNvPr id="88" name="자유형: 도형 87">
            <a:extLst>
              <a:ext uri="{FF2B5EF4-FFF2-40B4-BE49-F238E27FC236}">
                <a16:creationId xmlns:a16="http://schemas.microsoft.com/office/drawing/2014/main" id="{C12CEB51-9B1C-4E63-A96E-29B5ED8B7AC6}"/>
              </a:ext>
            </a:extLst>
          </p:cNvPr>
          <p:cNvSpPr/>
          <p:nvPr/>
        </p:nvSpPr>
        <p:spPr>
          <a:xfrm>
            <a:off x="7936583" y="3124200"/>
            <a:ext cx="1651000" cy="425450"/>
          </a:xfrm>
          <a:custGeom>
            <a:avLst/>
            <a:gdLst>
              <a:gd name="connsiteX0" fmla="*/ 0 w 1651000"/>
              <a:gd name="connsiteY0" fmla="*/ 425450 h 425450"/>
              <a:gd name="connsiteX1" fmla="*/ 0 w 1651000"/>
              <a:gd name="connsiteY1" fmla="*/ 425450 h 425450"/>
              <a:gd name="connsiteX2" fmla="*/ 450850 w 1651000"/>
              <a:gd name="connsiteY2" fmla="*/ 0 h 425450"/>
              <a:gd name="connsiteX3" fmla="*/ 1651000 w 1651000"/>
              <a:gd name="connsiteY3" fmla="*/ 0 h 4254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51000" h="425450">
                <a:moveTo>
                  <a:pt x="0" y="425450"/>
                </a:moveTo>
                <a:lnTo>
                  <a:pt x="0" y="425450"/>
                </a:lnTo>
                <a:lnTo>
                  <a:pt x="450850" y="0"/>
                </a:lnTo>
                <a:lnTo>
                  <a:pt x="1651000" y="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D6262443-4816-4A0C-9594-14510CA5FB3C}"/>
              </a:ext>
            </a:extLst>
          </p:cNvPr>
          <p:cNvSpPr txBox="1"/>
          <p:nvPr/>
        </p:nvSpPr>
        <p:spPr>
          <a:xfrm>
            <a:off x="9587583" y="2993395"/>
            <a:ext cx="121596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달팽이 나이</a:t>
            </a:r>
            <a:r>
              <a:rPr lang="en-US" altLang="ko-KR" sz="1050" b="1"/>
              <a:t>(</a:t>
            </a:r>
            <a:r>
              <a:rPr lang="ko-KR" altLang="en-US" sz="1050" b="1"/>
              <a:t>레벨</a:t>
            </a:r>
            <a:r>
              <a:rPr lang="en-US" altLang="ko-KR" sz="1050" b="1"/>
              <a:t>)</a:t>
            </a:r>
            <a:endParaRPr lang="ko-KR" altLang="en-US" sz="1050" b="1"/>
          </a:p>
        </p:txBody>
      </p:sp>
      <p:sp>
        <p:nvSpPr>
          <p:cNvPr id="90" name="자유형: 도형 89">
            <a:extLst>
              <a:ext uri="{FF2B5EF4-FFF2-40B4-BE49-F238E27FC236}">
                <a16:creationId xmlns:a16="http://schemas.microsoft.com/office/drawing/2014/main" id="{2B5E828C-78EA-4F70-8A1B-412D5312EAC0}"/>
              </a:ext>
            </a:extLst>
          </p:cNvPr>
          <p:cNvSpPr/>
          <p:nvPr/>
        </p:nvSpPr>
        <p:spPr>
          <a:xfrm>
            <a:off x="8641433" y="3790950"/>
            <a:ext cx="1149350" cy="0"/>
          </a:xfrm>
          <a:custGeom>
            <a:avLst/>
            <a:gdLst>
              <a:gd name="connsiteX0" fmla="*/ 0 w 1149350"/>
              <a:gd name="connsiteY0" fmla="*/ 0 h 0"/>
              <a:gd name="connsiteX1" fmla="*/ 1149350 w 1149350"/>
              <a:gd name="connsiteY1" fmla="*/ 0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149350">
                <a:moveTo>
                  <a:pt x="0" y="0"/>
                </a:moveTo>
                <a:lnTo>
                  <a:pt x="1149350" y="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A1E49C22-8728-4DBB-B4BB-AE5B2108F156}"/>
              </a:ext>
            </a:extLst>
          </p:cNvPr>
          <p:cNvSpPr txBox="1"/>
          <p:nvPr/>
        </p:nvSpPr>
        <p:spPr>
          <a:xfrm>
            <a:off x="9790783" y="3670674"/>
            <a:ext cx="121596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포만도</a:t>
            </a:r>
          </a:p>
        </p:txBody>
      </p:sp>
      <p:sp>
        <p:nvSpPr>
          <p:cNvPr id="92" name="자유형: 도형 91">
            <a:extLst>
              <a:ext uri="{FF2B5EF4-FFF2-40B4-BE49-F238E27FC236}">
                <a16:creationId xmlns:a16="http://schemas.microsoft.com/office/drawing/2014/main" id="{BB1FEED5-9FD9-4D9D-9C1C-41817C527173}"/>
              </a:ext>
            </a:extLst>
          </p:cNvPr>
          <p:cNvSpPr/>
          <p:nvPr/>
        </p:nvSpPr>
        <p:spPr>
          <a:xfrm>
            <a:off x="8641433" y="4089870"/>
            <a:ext cx="1149350" cy="0"/>
          </a:xfrm>
          <a:custGeom>
            <a:avLst/>
            <a:gdLst>
              <a:gd name="connsiteX0" fmla="*/ 0 w 1149350"/>
              <a:gd name="connsiteY0" fmla="*/ 0 h 0"/>
              <a:gd name="connsiteX1" fmla="*/ 1149350 w 1149350"/>
              <a:gd name="connsiteY1" fmla="*/ 0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149350">
                <a:moveTo>
                  <a:pt x="0" y="0"/>
                </a:moveTo>
                <a:lnTo>
                  <a:pt x="1149350" y="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8F4677CD-CEF3-4BD0-A244-5676A94EBE65}"/>
              </a:ext>
            </a:extLst>
          </p:cNvPr>
          <p:cNvSpPr txBox="1"/>
          <p:nvPr/>
        </p:nvSpPr>
        <p:spPr>
          <a:xfrm>
            <a:off x="9790783" y="3969594"/>
            <a:ext cx="121596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행복 지수</a:t>
            </a:r>
          </a:p>
        </p:txBody>
      </p:sp>
      <p:sp>
        <p:nvSpPr>
          <p:cNvPr id="94" name="자유형: 도형 93">
            <a:extLst>
              <a:ext uri="{FF2B5EF4-FFF2-40B4-BE49-F238E27FC236}">
                <a16:creationId xmlns:a16="http://schemas.microsoft.com/office/drawing/2014/main" id="{89CD0D03-CF3D-4A5F-907A-A536E31820DA}"/>
              </a:ext>
            </a:extLst>
          </p:cNvPr>
          <p:cNvSpPr/>
          <p:nvPr/>
        </p:nvSpPr>
        <p:spPr>
          <a:xfrm>
            <a:off x="6082383" y="4432300"/>
            <a:ext cx="1066800" cy="673100"/>
          </a:xfrm>
          <a:custGeom>
            <a:avLst/>
            <a:gdLst>
              <a:gd name="connsiteX0" fmla="*/ 1066800 w 1066800"/>
              <a:gd name="connsiteY0" fmla="*/ 0 h 673100"/>
              <a:gd name="connsiteX1" fmla="*/ 666750 w 1066800"/>
              <a:gd name="connsiteY1" fmla="*/ 673100 h 673100"/>
              <a:gd name="connsiteX2" fmla="*/ 0 w 1066800"/>
              <a:gd name="connsiteY2" fmla="*/ 673100 h 6731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066800" h="673100">
                <a:moveTo>
                  <a:pt x="1066800" y="0"/>
                </a:moveTo>
                <a:lnTo>
                  <a:pt x="666750" y="673100"/>
                </a:lnTo>
                <a:lnTo>
                  <a:pt x="0" y="67310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B6AB27F0-9526-42B0-ABC6-74A38A3D2A71}"/>
              </a:ext>
            </a:extLst>
          </p:cNvPr>
          <p:cNvSpPr txBox="1"/>
          <p:nvPr/>
        </p:nvSpPr>
        <p:spPr>
          <a:xfrm>
            <a:off x="4897258" y="4974595"/>
            <a:ext cx="121596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달팽이 상세정보</a:t>
            </a:r>
          </a:p>
        </p:txBody>
      </p:sp>
      <p:sp>
        <p:nvSpPr>
          <p:cNvPr id="96" name="자유형: 도형 95">
            <a:extLst>
              <a:ext uri="{FF2B5EF4-FFF2-40B4-BE49-F238E27FC236}">
                <a16:creationId xmlns:a16="http://schemas.microsoft.com/office/drawing/2014/main" id="{E817EE53-3814-4EA6-89B7-63CD4F295EA0}"/>
              </a:ext>
            </a:extLst>
          </p:cNvPr>
          <p:cNvSpPr/>
          <p:nvPr/>
        </p:nvSpPr>
        <p:spPr>
          <a:xfrm>
            <a:off x="7517483" y="4470400"/>
            <a:ext cx="0" cy="666750"/>
          </a:xfrm>
          <a:custGeom>
            <a:avLst/>
            <a:gdLst>
              <a:gd name="connsiteX0" fmla="*/ 0 w 0"/>
              <a:gd name="connsiteY0" fmla="*/ 0 h 666750"/>
              <a:gd name="connsiteX1" fmla="*/ 0 w 0"/>
              <a:gd name="connsiteY1" fmla="*/ 666750 h 6667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h="666750">
                <a:moveTo>
                  <a:pt x="0" y="0"/>
                </a:moveTo>
                <a:lnTo>
                  <a:pt x="0" y="66675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7AA0C6EB-AEF5-4390-A67D-AB7150F9F894}"/>
              </a:ext>
            </a:extLst>
          </p:cNvPr>
          <p:cNvSpPr txBox="1"/>
          <p:nvPr/>
        </p:nvSpPr>
        <p:spPr>
          <a:xfrm>
            <a:off x="7323061" y="5192118"/>
            <a:ext cx="55012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옷장</a:t>
            </a:r>
          </a:p>
        </p:txBody>
      </p:sp>
      <p:sp>
        <p:nvSpPr>
          <p:cNvPr id="98" name="자유형: 도형 97">
            <a:extLst>
              <a:ext uri="{FF2B5EF4-FFF2-40B4-BE49-F238E27FC236}">
                <a16:creationId xmlns:a16="http://schemas.microsoft.com/office/drawing/2014/main" id="{DD8F5754-1F8D-4769-B29A-8603DB26DDF0}"/>
              </a:ext>
            </a:extLst>
          </p:cNvPr>
          <p:cNvSpPr/>
          <p:nvPr/>
        </p:nvSpPr>
        <p:spPr>
          <a:xfrm>
            <a:off x="8228044" y="4512946"/>
            <a:ext cx="0" cy="666750"/>
          </a:xfrm>
          <a:custGeom>
            <a:avLst/>
            <a:gdLst>
              <a:gd name="connsiteX0" fmla="*/ 0 w 0"/>
              <a:gd name="connsiteY0" fmla="*/ 0 h 666750"/>
              <a:gd name="connsiteX1" fmla="*/ 0 w 0"/>
              <a:gd name="connsiteY1" fmla="*/ 666750 h 6667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h="666750">
                <a:moveTo>
                  <a:pt x="0" y="0"/>
                </a:moveTo>
                <a:lnTo>
                  <a:pt x="0" y="66675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F7A4D331-457F-4E3B-B6BF-3AAADA786D35}"/>
              </a:ext>
            </a:extLst>
          </p:cNvPr>
          <p:cNvSpPr txBox="1"/>
          <p:nvPr/>
        </p:nvSpPr>
        <p:spPr>
          <a:xfrm>
            <a:off x="8009064" y="5192118"/>
            <a:ext cx="550122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유전 정보</a:t>
            </a:r>
          </a:p>
        </p:txBody>
      </p:sp>
      <p:sp>
        <p:nvSpPr>
          <p:cNvPr id="100" name="자유형: 도형 99">
            <a:extLst>
              <a:ext uri="{FF2B5EF4-FFF2-40B4-BE49-F238E27FC236}">
                <a16:creationId xmlns:a16="http://schemas.microsoft.com/office/drawing/2014/main" id="{35E09AF5-6F16-4F7E-8BAD-72B86BF831A3}"/>
              </a:ext>
            </a:extLst>
          </p:cNvPr>
          <p:cNvSpPr/>
          <p:nvPr/>
        </p:nvSpPr>
        <p:spPr>
          <a:xfrm>
            <a:off x="8590197" y="4535411"/>
            <a:ext cx="0" cy="666750"/>
          </a:xfrm>
          <a:custGeom>
            <a:avLst/>
            <a:gdLst>
              <a:gd name="connsiteX0" fmla="*/ 0 w 0"/>
              <a:gd name="connsiteY0" fmla="*/ 0 h 666750"/>
              <a:gd name="connsiteX1" fmla="*/ 0 w 0"/>
              <a:gd name="connsiteY1" fmla="*/ 666750 h 6667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h="666750">
                <a:moveTo>
                  <a:pt x="0" y="0"/>
                </a:moveTo>
                <a:lnTo>
                  <a:pt x="0" y="66675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11A5EBBB-ABEF-4224-9B20-76468FB870AB}"/>
              </a:ext>
            </a:extLst>
          </p:cNvPr>
          <p:cNvSpPr txBox="1"/>
          <p:nvPr/>
        </p:nvSpPr>
        <p:spPr>
          <a:xfrm>
            <a:off x="8397198" y="5211834"/>
            <a:ext cx="550122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판매버튼</a:t>
            </a:r>
          </a:p>
        </p:txBody>
      </p:sp>
      <p:sp>
        <p:nvSpPr>
          <p:cNvPr id="102" name="자유형: 도형 101">
            <a:extLst>
              <a:ext uri="{FF2B5EF4-FFF2-40B4-BE49-F238E27FC236}">
                <a16:creationId xmlns:a16="http://schemas.microsoft.com/office/drawing/2014/main" id="{D5D62D84-29DD-4CE9-900F-90632FD0C0B6}"/>
              </a:ext>
            </a:extLst>
          </p:cNvPr>
          <p:cNvSpPr/>
          <p:nvPr/>
        </p:nvSpPr>
        <p:spPr>
          <a:xfrm>
            <a:off x="6361783" y="2349500"/>
            <a:ext cx="1447800" cy="698500"/>
          </a:xfrm>
          <a:custGeom>
            <a:avLst/>
            <a:gdLst>
              <a:gd name="connsiteX0" fmla="*/ 1447800 w 1447800"/>
              <a:gd name="connsiteY0" fmla="*/ 0 h 698500"/>
              <a:gd name="connsiteX1" fmla="*/ 1447800 w 1447800"/>
              <a:gd name="connsiteY1" fmla="*/ 0 h 698500"/>
              <a:gd name="connsiteX2" fmla="*/ 1054100 w 1447800"/>
              <a:gd name="connsiteY2" fmla="*/ 698500 h 698500"/>
              <a:gd name="connsiteX3" fmla="*/ 0 w 1447800"/>
              <a:gd name="connsiteY3" fmla="*/ 698500 h 698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447800" h="698500">
                <a:moveTo>
                  <a:pt x="1447800" y="0"/>
                </a:moveTo>
                <a:lnTo>
                  <a:pt x="1447800" y="0"/>
                </a:lnTo>
                <a:lnTo>
                  <a:pt x="1054100" y="698500"/>
                </a:lnTo>
                <a:lnTo>
                  <a:pt x="0" y="69850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3F1B5639-A356-4A91-90A9-32054B2E588D}"/>
              </a:ext>
            </a:extLst>
          </p:cNvPr>
          <p:cNvSpPr txBox="1"/>
          <p:nvPr/>
        </p:nvSpPr>
        <p:spPr>
          <a:xfrm>
            <a:off x="5522920" y="2908461"/>
            <a:ext cx="121596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달팽이 등급</a:t>
            </a:r>
          </a:p>
        </p:txBody>
      </p:sp>
    </p:spTree>
    <p:extLst>
      <p:ext uri="{BB962C8B-B14F-4D97-AF65-F5344CB8AC3E}">
        <p14:creationId xmlns:p14="http://schemas.microsoft.com/office/powerpoint/2010/main" val="28403442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96618B1-A029-4A1F-8A0D-579A691D4E7A}"/>
              </a:ext>
            </a:extLst>
          </p:cNvPr>
          <p:cNvSpPr txBox="1"/>
          <p:nvPr/>
        </p:nvSpPr>
        <p:spPr>
          <a:xfrm>
            <a:off x="280509" y="153899"/>
            <a:ext cx="1670921" cy="27699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>
                <a:solidFill>
                  <a:schemeClr val="bg1"/>
                </a:solidFill>
              </a:rPr>
              <a:t>최대화</a:t>
            </a:r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A0E500D1-CECF-44C4-86B3-4D9EEA40262C}"/>
              </a:ext>
            </a:extLst>
          </p:cNvPr>
          <p:cNvSpPr/>
          <p:nvPr/>
        </p:nvSpPr>
        <p:spPr>
          <a:xfrm>
            <a:off x="615853" y="1754647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ED83A579-B415-4682-8984-1FDFA3E46F9F}"/>
              </a:ext>
            </a:extLst>
          </p:cNvPr>
          <p:cNvSpPr/>
          <p:nvPr/>
        </p:nvSpPr>
        <p:spPr>
          <a:xfrm>
            <a:off x="1190128" y="1443497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0721327A-375E-4E34-B178-CB1774B12D28}"/>
              </a:ext>
            </a:extLst>
          </p:cNvPr>
          <p:cNvSpPr/>
          <p:nvPr/>
        </p:nvSpPr>
        <p:spPr>
          <a:xfrm>
            <a:off x="761546" y="1440062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89920941-BD54-4F00-AABC-B901E430D2D2}"/>
              </a:ext>
            </a:extLst>
          </p:cNvPr>
          <p:cNvSpPr/>
          <p:nvPr/>
        </p:nvSpPr>
        <p:spPr>
          <a:xfrm>
            <a:off x="1635732" y="1443497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9" name="Picture 2" descr="잎 - 무료 자연개 아이콘">
            <a:extLst>
              <a:ext uri="{FF2B5EF4-FFF2-40B4-BE49-F238E27FC236}">
                <a16:creationId xmlns:a16="http://schemas.microsoft.com/office/drawing/2014/main" id="{1EB8AECA-6471-4447-900B-C403E17BC1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3898" y="1472369"/>
            <a:ext cx="251234" cy="2512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2" descr="Material 디자인 스타일의 달팽이 아이콘">
            <a:extLst>
              <a:ext uri="{FF2B5EF4-FFF2-40B4-BE49-F238E27FC236}">
                <a16:creationId xmlns:a16="http://schemas.microsoft.com/office/drawing/2014/main" id="{D22C6A20-18A4-42DC-B16D-12D016AE63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8750" r="91250">
                        <a14:foregroundMark x1="90833" y1="41250" x2="90833" y2="41250"/>
                        <a14:foregroundMark x1="91250" y1="16167" x2="91250" y2="16167"/>
                        <a14:foregroundMark x1="8750" y1="46000" x2="8750" y2="460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2355" y="1446932"/>
            <a:ext cx="297156" cy="2971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EB5F9436-12E6-4285-B55B-C99C2B953749}"/>
              </a:ext>
            </a:extLst>
          </p:cNvPr>
          <p:cNvSpPr/>
          <p:nvPr/>
        </p:nvSpPr>
        <p:spPr>
          <a:xfrm>
            <a:off x="2816374" y="1747523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24FAA4B5-0CE8-439C-8B28-DCA86DFCF9B9}"/>
              </a:ext>
            </a:extLst>
          </p:cNvPr>
          <p:cNvSpPr/>
          <p:nvPr/>
        </p:nvSpPr>
        <p:spPr>
          <a:xfrm>
            <a:off x="4764088" y="1652273"/>
            <a:ext cx="323850" cy="323850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59D5776D-147F-419B-BD85-7D99BC0160E2}"/>
              </a:ext>
            </a:extLst>
          </p:cNvPr>
          <p:cNvSpPr/>
          <p:nvPr/>
        </p:nvSpPr>
        <p:spPr>
          <a:xfrm>
            <a:off x="3060603" y="1880787"/>
            <a:ext cx="1668560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6ACCAABC-7C9E-46A0-A719-CA31AD5DFCC5}"/>
              </a:ext>
            </a:extLst>
          </p:cNvPr>
          <p:cNvSpPr/>
          <p:nvPr/>
        </p:nvSpPr>
        <p:spPr>
          <a:xfrm>
            <a:off x="4485894" y="4141155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33B68BE3-96D5-4B21-91B1-A94ABC2A7065}"/>
              </a:ext>
            </a:extLst>
          </p:cNvPr>
          <p:cNvGrpSpPr/>
          <p:nvPr/>
        </p:nvGrpSpPr>
        <p:grpSpPr>
          <a:xfrm>
            <a:off x="3108360" y="1919557"/>
            <a:ext cx="200148" cy="200148"/>
            <a:chOff x="3690370" y="5044952"/>
            <a:chExt cx="323850" cy="323850"/>
          </a:xfrm>
        </p:grpSpPr>
        <p:sp>
          <p:nvSpPr>
            <p:cNvPr id="16" name="사각형: 둥근 모서리 15">
              <a:extLst>
                <a:ext uri="{FF2B5EF4-FFF2-40B4-BE49-F238E27FC236}">
                  <a16:creationId xmlns:a16="http://schemas.microsoft.com/office/drawing/2014/main" id="{CB4EC971-1F15-4867-87A9-3A39C01F91D7}"/>
                </a:ext>
              </a:extLst>
            </p:cNvPr>
            <p:cNvSpPr/>
            <p:nvPr/>
          </p:nvSpPr>
          <p:spPr>
            <a:xfrm>
              <a:off x="3690370" y="5044952"/>
              <a:ext cx="323850" cy="32385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7" name="Picture 2" descr="연필 - 무료 편집 도구개 아이콘">
              <a:extLst>
                <a:ext uri="{FF2B5EF4-FFF2-40B4-BE49-F238E27FC236}">
                  <a16:creationId xmlns:a16="http://schemas.microsoft.com/office/drawing/2014/main" id="{D4D992F2-4FBF-4BEC-8271-1626107E468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42086" y="5096668"/>
              <a:ext cx="220417" cy="22041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6CE50611-402B-4797-AA8A-64308926646A}"/>
              </a:ext>
            </a:extLst>
          </p:cNvPr>
          <p:cNvSpPr/>
          <p:nvPr/>
        </p:nvSpPr>
        <p:spPr>
          <a:xfrm>
            <a:off x="4106658" y="4141155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9762F2E2-AD9C-450A-922A-28050404CABD}"/>
              </a:ext>
            </a:extLst>
          </p:cNvPr>
          <p:cNvSpPr/>
          <p:nvPr/>
        </p:nvSpPr>
        <p:spPr>
          <a:xfrm>
            <a:off x="3021774" y="4141155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0" name="Picture 4" descr="돋보기 - 무료 상호 작용개 아이콘">
            <a:extLst>
              <a:ext uri="{FF2B5EF4-FFF2-40B4-BE49-F238E27FC236}">
                <a16:creationId xmlns:a16="http://schemas.microsoft.com/office/drawing/2014/main" id="{21C7B0C0-DD83-4133-B1C8-820C5B86C7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72154" y="4180294"/>
            <a:ext cx="202717" cy="2027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Picture 6" descr="Coin - Free business icons">
            <a:extLst>
              <a:ext uri="{FF2B5EF4-FFF2-40B4-BE49-F238E27FC236}">
                <a16:creationId xmlns:a16="http://schemas.microsoft.com/office/drawing/2014/main" id="{F823FA77-3B92-47B3-AADC-2AE30BF105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30556" y="4159541"/>
            <a:ext cx="237879" cy="2378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35B66AFB-E0AB-4D55-8917-EE1A550E19FF}"/>
              </a:ext>
            </a:extLst>
          </p:cNvPr>
          <p:cNvSpPr/>
          <p:nvPr/>
        </p:nvSpPr>
        <p:spPr>
          <a:xfrm>
            <a:off x="3619437" y="3347884"/>
            <a:ext cx="448264" cy="158667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1BD6B34-09DC-48FA-A0B1-68730A35CBDA}"/>
              </a:ext>
            </a:extLst>
          </p:cNvPr>
          <p:cNvSpPr txBox="1"/>
          <p:nvPr/>
        </p:nvSpPr>
        <p:spPr>
          <a:xfrm>
            <a:off x="3643068" y="3309907"/>
            <a:ext cx="12446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/>
              <a:t>00</a:t>
            </a:r>
            <a:r>
              <a:rPr lang="ko-KR" altLang="en-US" sz="900" b="1"/>
              <a:t>살</a:t>
            </a: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FB73418F-4506-4809-BF22-7801DAE7BCD4}"/>
              </a:ext>
            </a:extLst>
          </p:cNvPr>
          <p:cNvSpPr/>
          <p:nvPr/>
        </p:nvSpPr>
        <p:spPr>
          <a:xfrm>
            <a:off x="3179010" y="3593791"/>
            <a:ext cx="1617875" cy="152129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8BA66172-B15A-430B-A2A6-8B8DA84E7450}"/>
              </a:ext>
            </a:extLst>
          </p:cNvPr>
          <p:cNvSpPr/>
          <p:nvPr/>
        </p:nvSpPr>
        <p:spPr>
          <a:xfrm>
            <a:off x="3021775" y="3545700"/>
            <a:ext cx="239965" cy="232964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B851E97C-8584-4507-95E9-6B721CC3F52E}"/>
              </a:ext>
            </a:extLst>
          </p:cNvPr>
          <p:cNvSpPr/>
          <p:nvPr/>
        </p:nvSpPr>
        <p:spPr>
          <a:xfrm>
            <a:off x="3803223" y="3613411"/>
            <a:ext cx="954520" cy="112887"/>
          </a:xfrm>
          <a:prstGeom prst="roundRect">
            <a:avLst>
              <a:gd name="adj" fmla="val 50000"/>
            </a:avLst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3B787E26-33D4-4C55-81AA-3D3411125177}"/>
              </a:ext>
            </a:extLst>
          </p:cNvPr>
          <p:cNvSpPr/>
          <p:nvPr/>
        </p:nvSpPr>
        <p:spPr>
          <a:xfrm>
            <a:off x="3179010" y="3874385"/>
            <a:ext cx="1617875" cy="152129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7D0E33C3-92A9-4787-B435-88667AE6C0D0}"/>
              </a:ext>
            </a:extLst>
          </p:cNvPr>
          <p:cNvSpPr/>
          <p:nvPr/>
        </p:nvSpPr>
        <p:spPr>
          <a:xfrm>
            <a:off x="3021775" y="3826294"/>
            <a:ext cx="239965" cy="232964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9E09E044-18A2-4179-A979-8926048C8445}"/>
              </a:ext>
            </a:extLst>
          </p:cNvPr>
          <p:cNvSpPr/>
          <p:nvPr/>
        </p:nvSpPr>
        <p:spPr>
          <a:xfrm>
            <a:off x="4303370" y="3892187"/>
            <a:ext cx="454372" cy="112887"/>
          </a:xfrm>
          <a:prstGeom prst="roundRect">
            <a:avLst>
              <a:gd name="adj" fmla="val 50000"/>
            </a:avLst>
          </a:prstGeom>
          <a:solidFill>
            <a:srgbClr val="F888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0" name="Picture 8" descr="Black heart icon | Free SVG">
            <a:extLst>
              <a:ext uri="{FF2B5EF4-FFF2-40B4-BE49-F238E27FC236}">
                <a16:creationId xmlns:a16="http://schemas.microsoft.com/office/drawing/2014/main" id="{21C6C361-9E76-42C0-83B7-B61E6563CF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46843" y="3853574"/>
            <a:ext cx="180492" cy="1804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1" name="Picture 2" descr="잎 - 무료 자연개 아이콘">
            <a:extLst>
              <a:ext uri="{FF2B5EF4-FFF2-40B4-BE49-F238E27FC236}">
                <a16:creationId xmlns:a16="http://schemas.microsoft.com/office/drawing/2014/main" id="{CF4BA561-8D94-4960-AAE4-7CB1841C99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37938" y="3560270"/>
            <a:ext cx="197037" cy="1970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2" name="Picture 10" descr="유전자 - 무료 사람들개 아이콘">
            <a:extLst>
              <a:ext uri="{FF2B5EF4-FFF2-40B4-BE49-F238E27FC236}">
                <a16:creationId xmlns:a16="http://schemas.microsoft.com/office/drawing/2014/main" id="{79417C28-4DB7-4FD0-8A82-C9645E8C33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46347" y="4170164"/>
            <a:ext cx="223471" cy="2234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0B5B9482-D1A9-4F4A-8FDC-0C71E68124BB}"/>
              </a:ext>
            </a:extLst>
          </p:cNvPr>
          <p:cNvSpPr txBox="1"/>
          <p:nvPr/>
        </p:nvSpPr>
        <p:spPr>
          <a:xfrm>
            <a:off x="3294334" y="1897413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/>
              <a:t>달팽이 이름</a:t>
            </a:r>
          </a:p>
        </p:txBody>
      </p: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71331C83-ABFE-4BD1-8BE2-D64389B6DD7E}"/>
              </a:ext>
            </a:extLst>
          </p:cNvPr>
          <p:cNvSpPr/>
          <p:nvPr/>
        </p:nvSpPr>
        <p:spPr>
          <a:xfrm>
            <a:off x="3664169" y="2118861"/>
            <a:ext cx="448264" cy="158667"/>
          </a:xfrm>
          <a:prstGeom prst="roundRect">
            <a:avLst>
              <a:gd name="adj" fmla="val 50000"/>
            </a:avLst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CCF6307-982F-48D8-8D0D-C2C62D223E04}"/>
              </a:ext>
            </a:extLst>
          </p:cNvPr>
          <p:cNvSpPr txBox="1"/>
          <p:nvPr/>
        </p:nvSpPr>
        <p:spPr>
          <a:xfrm>
            <a:off x="3675720" y="2092252"/>
            <a:ext cx="12446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b="1">
                <a:solidFill>
                  <a:schemeClr val="bg1"/>
                </a:solidFill>
              </a:rPr>
              <a:t>에픽</a:t>
            </a:r>
          </a:p>
        </p:txBody>
      </p:sp>
      <p:sp>
        <p:nvSpPr>
          <p:cNvPr id="36" name="곱하기 기호 35">
            <a:extLst>
              <a:ext uri="{FF2B5EF4-FFF2-40B4-BE49-F238E27FC236}">
                <a16:creationId xmlns:a16="http://schemas.microsoft.com/office/drawing/2014/main" id="{838AF6EE-4543-4B42-9A9A-76831091811D}"/>
              </a:ext>
            </a:extLst>
          </p:cNvPr>
          <p:cNvSpPr/>
          <p:nvPr/>
        </p:nvSpPr>
        <p:spPr>
          <a:xfrm>
            <a:off x="4746951" y="1635022"/>
            <a:ext cx="358775" cy="358775"/>
          </a:xfrm>
          <a:prstGeom prst="mathMultiply">
            <a:avLst>
              <a:gd name="adj1" fmla="val 1694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A4199722-BF13-4B9F-A3DA-339905D24FB0}"/>
              </a:ext>
            </a:extLst>
          </p:cNvPr>
          <p:cNvSpPr/>
          <p:nvPr/>
        </p:nvSpPr>
        <p:spPr>
          <a:xfrm>
            <a:off x="3406896" y="4141155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8" name="Picture 12" descr="매다는 사람 - 무료 패션개 아이콘">
            <a:extLst>
              <a:ext uri="{FF2B5EF4-FFF2-40B4-BE49-F238E27FC236}">
                <a16:creationId xmlns:a16="http://schemas.microsoft.com/office/drawing/2014/main" id="{6E1507F3-E1DE-4017-9F75-0B73EFA331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34916" y="4140849"/>
            <a:ext cx="256324" cy="2563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9E5EF69E-2643-4198-9C20-87D10034E895}"/>
              </a:ext>
            </a:extLst>
          </p:cNvPr>
          <p:cNvSpPr/>
          <p:nvPr/>
        </p:nvSpPr>
        <p:spPr>
          <a:xfrm>
            <a:off x="746447" y="2091953"/>
            <a:ext cx="1971237" cy="5080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98FC38C-99A6-468C-8248-53FB56912374}"/>
              </a:ext>
            </a:extLst>
          </p:cNvPr>
          <p:cNvSpPr txBox="1"/>
          <p:nvPr/>
        </p:nvSpPr>
        <p:spPr>
          <a:xfrm>
            <a:off x="1109765" y="1794285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/>
              <a:t>달팽이 목록</a:t>
            </a: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FA860C2D-E79C-4DED-8226-93AAC2A4AED7}"/>
              </a:ext>
            </a:extLst>
          </p:cNvPr>
          <p:cNvSpPr/>
          <p:nvPr/>
        </p:nvSpPr>
        <p:spPr>
          <a:xfrm>
            <a:off x="746446" y="2683348"/>
            <a:ext cx="1971237" cy="5080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235AE803-C043-48F9-914E-052AF5B944B6}"/>
              </a:ext>
            </a:extLst>
          </p:cNvPr>
          <p:cNvSpPr/>
          <p:nvPr/>
        </p:nvSpPr>
        <p:spPr>
          <a:xfrm>
            <a:off x="809549" y="2140177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E6626345-99C0-47FE-A6E6-545B186F13DC}"/>
              </a:ext>
            </a:extLst>
          </p:cNvPr>
          <p:cNvSpPr/>
          <p:nvPr/>
        </p:nvSpPr>
        <p:spPr>
          <a:xfrm>
            <a:off x="746445" y="3275498"/>
            <a:ext cx="1971237" cy="5080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74607B68-C5B3-4613-9BA4-2FD179C0B6CB}"/>
              </a:ext>
            </a:extLst>
          </p:cNvPr>
          <p:cNvSpPr/>
          <p:nvPr/>
        </p:nvSpPr>
        <p:spPr>
          <a:xfrm>
            <a:off x="746445" y="3872091"/>
            <a:ext cx="1971237" cy="5080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4CA70294-7930-4F22-A890-0E4430C0D19F}"/>
              </a:ext>
            </a:extLst>
          </p:cNvPr>
          <p:cNvSpPr/>
          <p:nvPr/>
        </p:nvSpPr>
        <p:spPr>
          <a:xfrm>
            <a:off x="809549" y="2744473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사각형: 둥근 모서리 45">
            <a:extLst>
              <a:ext uri="{FF2B5EF4-FFF2-40B4-BE49-F238E27FC236}">
                <a16:creationId xmlns:a16="http://schemas.microsoft.com/office/drawing/2014/main" id="{6C1E7B6F-02D6-4D92-AEFE-AA779257E786}"/>
              </a:ext>
            </a:extLst>
          </p:cNvPr>
          <p:cNvSpPr/>
          <p:nvPr/>
        </p:nvSpPr>
        <p:spPr>
          <a:xfrm>
            <a:off x="809549" y="3327862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754029B8-C70D-422A-944A-FA0138DB14BC}"/>
              </a:ext>
            </a:extLst>
          </p:cNvPr>
          <p:cNvSpPr/>
          <p:nvPr/>
        </p:nvSpPr>
        <p:spPr>
          <a:xfrm>
            <a:off x="813514" y="3924092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7127236-8593-4105-A19B-8110294D7D5C}"/>
              </a:ext>
            </a:extLst>
          </p:cNvPr>
          <p:cNvSpPr txBox="1"/>
          <p:nvPr/>
        </p:nvSpPr>
        <p:spPr>
          <a:xfrm>
            <a:off x="1215101" y="2145091"/>
            <a:ext cx="12446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1"/>
              <a:t>달팽이 이름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BF9CD1C-2078-460F-9F32-A604A4B52669}"/>
              </a:ext>
            </a:extLst>
          </p:cNvPr>
          <p:cNvSpPr txBox="1"/>
          <p:nvPr/>
        </p:nvSpPr>
        <p:spPr>
          <a:xfrm>
            <a:off x="1209599" y="2741686"/>
            <a:ext cx="12446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1"/>
              <a:t>달팽이 이름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71458FE-EAF0-4E05-924B-0A48B4357F3F}"/>
              </a:ext>
            </a:extLst>
          </p:cNvPr>
          <p:cNvSpPr txBox="1"/>
          <p:nvPr/>
        </p:nvSpPr>
        <p:spPr>
          <a:xfrm>
            <a:off x="1201715" y="3331425"/>
            <a:ext cx="12446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1"/>
              <a:t>달팽이 이름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5BB6F8E-0EF5-405C-8B82-03DEE48A4B9C}"/>
              </a:ext>
            </a:extLst>
          </p:cNvPr>
          <p:cNvSpPr txBox="1"/>
          <p:nvPr/>
        </p:nvSpPr>
        <p:spPr>
          <a:xfrm>
            <a:off x="1190128" y="3931415"/>
            <a:ext cx="12446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1"/>
              <a:t>달팽이 이름</a:t>
            </a:r>
          </a:p>
        </p:txBody>
      </p:sp>
      <p:grpSp>
        <p:nvGrpSpPr>
          <p:cNvPr id="52" name="그룹 51">
            <a:extLst>
              <a:ext uri="{FF2B5EF4-FFF2-40B4-BE49-F238E27FC236}">
                <a16:creationId xmlns:a16="http://schemas.microsoft.com/office/drawing/2014/main" id="{A04D4506-866C-4A1B-B9F7-723BE4B1E0E4}"/>
              </a:ext>
            </a:extLst>
          </p:cNvPr>
          <p:cNvGrpSpPr/>
          <p:nvPr/>
        </p:nvGrpSpPr>
        <p:grpSpPr>
          <a:xfrm>
            <a:off x="2482216" y="2184651"/>
            <a:ext cx="280128" cy="280128"/>
            <a:chOff x="6931576" y="2073771"/>
            <a:chExt cx="312242" cy="312242"/>
          </a:xfrm>
        </p:grpSpPr>
        <p:sp>
          <p:nvSpPr>
            <p:cNvPr id="53" name="사각형: 둥근 모서리 52">
              <a:extLst>
                <a:ext uri="{FF2B5EF4-FFF2-40B4-BE49-F238E27FC236}">
                  <a16:creationId xmlns:a16="http://schemas.microsoft.com/office/drawing/2014/main" id="{692C21A9-3B57-44CC-A912-4CF855710413}"/>
                </a:ext>
              </a:extLst>
            </p:cNvPr>
            <p:cNvSpPr/>
            <p:nvPr/>
          </p:nvSpPr>
          <p:spPr>
            <a:xfrm>
              <a:off x="6931576" y="2073771"/>
              <a:ext cx="312242" cy="312242"/>
            </a:xfrm>
            <a:prstGeom prst="round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54" name="Picture 6" descr="교환 - 무료 화살개 아이콘">
              <a:extLst>
                <a:ext uri="{FF2B5EF4-FFF2-40B4-BE49-F238E27FC236}">
                  <a16:creationId xmlns:a16="http://schemas.microsoft.com/office/drawing/2014/main" id="{C59D1454-2B74-47FC-882D-ADB1A82C723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961794" y="2100570"/>
              <a:ext cx="258865" cy="25886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55" name="그룹 54">
            <a:extLst>
              <a:ext uri="{FF2B5EF4-FFF2-40B4-BE49-F238E27FC236}">
                <a16:creationId xmlns:a16="http://schemas.microsoft.com/office/drawing/2014/main" id="{C69F953D-59B3-4778-A4B4-72DD3A250FB8}"/>
              </a:ext>
            </a:extLst>
          </p:cNvPr>
          <p:cNvGrpSpPr/>
          <p:nvPr/>
        </p:nvGrpSpPr>
        <p:grpSpPr>
          <a:xfrm>
            <a:off x="2482216" y="2793818"/>
            <a:ext cx="280128" cy="280128"/>
            <a:chOff x="6931576" y="2073771"/>
            <a:chExt cx="312242" cy="312242"/>
          </a:xfrm>
        </p:grpSpPr>
        <p:sp>
          <p:nvSpPr>
            <p:cNvPr id="56" name="사각형: 둥근 모서리 55">
              <a:extLst>
                <a:ext uri="{FF2B5EF4-FFF2-40B4-BE49-F238E27FC236}">
                  <a16:creationId xmlns:a16="http://schemas.microsoft.com/office/drawing/2014/main" id="{72FADFF2-9E45-4751-8E43-ECF74F2342D9}"/>
                </a:ext>
              </a:extLst>
            </p:cNvPr>
            <p:cNvSpPr/>
            <p:nvPr/>
          </p:nvSpPr>
          <p:spPr>
            <a:xfrm>
              <a:off x="6931576" y="2073771"/>
              <a:ext cx="312242" cy="312242"/>
            </a:xfrm>
            <a:prstGeom prst="round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57" name="Picture 6" descr="교환 - 무료 화살개 아이콘">
              <a:extLst>
                <a:ext uri="{FF2B5EF4-FFF2-40B4-BE49-F238E27FC236}">
                  <a16:creationId xmlns:a16="http://schemas.microsoft.com/office/drawing/2014/main" id="{5B078262-2131-4C5A-B658-1A13DF95260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961794" y="2100570"/>
              <a:ext cx="258865" cy="25886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58" name="그룹 57">
            <a:extLst>
              <a:ext uri="{FF2B5EF4-FFF2-40B4-BE49-F238E27FC236}">
                <a16:creationId xmlns:a16="http://schemas.microsoft.com/office/drawing/2014/main" id="{CFF528EC-C1CE-418C-9455-683F19CD2B78}"/>
              </a:ext>
            </a:extLst>
          </p:cNvPr>
          <p:cNvGrpSpPr/>
          <p:nvPr/>
        </p:nvGrpSpPr>
        <p:grpSpPr>
          <a:xfrm>
            <a:off x="2482216" y="3369636"/>
            <a:ext cx="280128" cy="280128"/>
            <a:chOff x="6931576" y="2073771"/>
            <a:chExt cx="312242" cy="312242"/>
          </a:xfrm>
        </p:grpSpPr>
        <p:sp>
          <p:nvSpPr>
            <p:cNvPr id="59" name="사각형: 둥근 모서리 58">
              <a:extLst>
                <a:ext uri="{FF2B5EF4-FFF2-40B4-BE49-F238E27FC236}">
                  <a16:creationId xmlns:a16="http://schemas.microsoft.com/office/drawing/2014/main" id="{FA358CFD-637A-4F8E-B097-887707AE6E75}"/>
                </a:ext>
              </a:extLst>
            </p:cNvPr>
            <p:cNvSpPr/>
            <p:nvPr/>
          </p:nvSpPr>
          <p:spPr>
            <a:xfrm>
              <a:off x="6931576" y="2073771"/>
              <a:ext cx="312242" cy="312242"/>
            </a:xfrm>
            <a:prstGeom prst="round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60" name="Picture 6" descr="교환 - 무료 화살개 아이콘">
              <a:extLst>
                <a:ext uri="{FF2B5EF4-FFF2-40B4-BE49-F238E27FC236}">
                  <a16:creationId xmlns:a16="http://schemas.microsoft.com/office/drawing/2014/main" id="{48441738-6916-435E-852B-0FF85EB0943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961794" y="2100570"/>
              <a:ext cx="258865" cy="25886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61" name="그룹 60">
            <a:extLst>
              <a:ext uri="{FF2B5EF4-FFF2-40B4-BE49-F238E27FC236}">
                <a16:creationId xmlns:a16="http://schemas.microsoft.com/office/drawing/2014/main" id="{57433D08-4CBD-4806-8A80-B481B3251328}"/>
              </a:ext>
            </a:extLst>
          </p:cNvPr>
          <p:cNvGrpSpPr/>
          <p:nvPr/>
        </p:nvGrpSpPr>
        <p:grpSpPr>
          <a:xfrm>
            <a:off x="2482216" y="3978803"/>
            <a:ext cx="280128" cy="280128"/>
            <a:chOff x="6931576" y="2073771"/>
            <a:chExt cx="312242" cy="312242"/>
          </a:xfrm>
        </p:grpSpPr>
        <p:sp>
          <p:nvSpPr>
            <p:cNvPr id="62" name="사각형: 둥근 모서리 61">
              <a:extLst>
                <a:ext uri="{FF2B5EF4-FFF2-40B4-BE49-F238E27FC236}">
                  <a16:creationId xmlns:a16="http://schemas.microsoft.com/office/drawing/2014/main" id="{7C0CE4C4-BBBB-4960-9CF0-0688D086767B}"/>
                </a:ext>
              </a:extLst>
            </p:cNvPr>
            <p:cNvSpPr/>
            <p:nvPr/>
          </p:nvSpPr>
          <p:spPr>
            <a:xfrm>
              <a:off x="6931576" y="2073771"/>
              <a:ext cx="312242" cy="312242"/>
            </a:xfrm>
            <a:prstGeom prst="round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63" name="Picture 6" descr="교환 - 무료 화살개 아이콘">
              <a:extLst>
                <a:ext uri="{FF2B5EF4-FFF2-40B4-BE49-F238E27FC236}">
                  <a16:creationId xmlns:a16="http://schemas.microsoft.com/office/drawing/2014/main" id="{9B1C1B6C-6C6C-4665-9C11-48FF13E9EA7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961794" y="2100570"/>
              <a:ext cx="258865" cy="25886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64" name="그룹 63">
            <a:extLst>
              <a:ext uri="{FF2B5EF4-FFF2-40B4-BE49-F238E27FC236}">
                <a16:creationId xmlns:a16="http://schemas.microsoft.com/office/drawing/2014/main" id="{0F559C32-3371-435F-9C54-719059FA9E40}"/>
              </a:ext>
            </a:extLst>
          </p:cNvPr>
          <p:cNvGrpSpPr/>
          <p:nvPr/>
        </p:nvGrpSpPr>
        <p:grpSpPr>
          <a:xfrm>
            <a:off x="1769788" y="2326645"/>
            <a:ext cx="1268231" cy="230832"/>
            <a:chOff x="2449238" y="2917195"/>
            <a:chExt cx="1268231" cy="230832"/>
          </a:xfrm>
        </p:grpSpPr>
        <p:sp>
          <p:nvSpPr>
            <p:cNvPr id="65" name="사각형: 둥근 모서리 64">
              <a:extLst>
                <a:ext uri="{FF2B5EF4-FFF2-40B4-BE49-F238E27FC236}">
                  <a16:creationId xmlns:a16="http://schemas.microsoft.com/office/drawing/2014/main" id="{11497A00-7D51-4DF8-9132-90256560B4E3}"/>
                </a:ext>
              </a:extLst>
            </p:cNvPr>
            <p:cNvSpPr/>
            <p:nvPr/>
          </p:nvSpPr>
          <p:spPr>
            <a:xfrm>
              <a:off x="2449238" y="2955172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B8FFDCA4-805F-40AC-90AF-172CBCE60924}"/>
                </a:ext>
              </a:extLst>
            </p:cNvPr>
            <p:cNvSpPr txBox="1"/>
            <p:nvPr/>
          </p:nvSpPr>
          <p:spPr>
            <a:xfrm>
              <a:off x="2472869" y="2917195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900" b="1"/>
                <a:t>00</a:t>
              </a:r>
              <a:r>
                <a:rPr lang="ko-KR" altLang="en-US" sz="900" b="1"/>
                <a:t>살</a:t>
              </a:r>
            </a:p>
          </p:txBody>
        </p:sp>
      </p:grpSp>
      <p:grpSp>
        <p:nvGrpSpPr>
          <p:cNvPr id="67" name="그룹 66">
            <a:extLst>
              <a:ext uri="{FF2B5EF4-FFF2-40B4-BE49-F238E27FC236}">
                <a16:creationId xmlns:a16="http://schemas.microsoft.com/office/drawing/2014/main" id="{4E59CE10-CA9C-4D43-B8C6-0065131CC310}"/>
              </a:ext>
            </a:extLst>
          </p:cNvPr>
          <p:cNvGrpSpPr/>
          <p:nvPr/>
        </p:nvGrpSpPr>
        <p:grpSpPr>
          <a:xfrm>
            <a:off x="1769788" y="2938637"/>
            <a:ext cx="1268231" cy="230832"/>
            <a:chOff x="2449238" y="2917195"/>
            <a:chExt cx="1268231" cy="230832"/>
          </a:xfrm>
        </p:grpSpPr>
        <p:sp>
          <p:nvSpPr>
            <p:cNvPr id="68" name="사각형: 둥근 모서리 67">
              <a:extLst>
                <a:ext uri="{FF2B5EF4-FFF2-40B4-BE49-F238E27FC236}">
                  <a16:creationId xmlns:a16="http://schemas.microsoft.com/office/drawing/2014/main" id="{9C5DE977-5A60-4C9A-BF98-E7E2E8D917A8}"/>
                </a:ext>
              </a:extLst>
            </p:cNvPr>
            <p:cNvSpPr/>
            <p:nvPr/>
          </p:nvSpPr>
          <p:spPr>
            <a:xfrm>
              <a:off x="2449238" y="2955172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2205D462-73CA-4D96-B61F-CFA765E1BA15}"/>
                </a:ext>
              </a:extLst>
            </p:cNvPr>
            <p:cNvSpPr txBox="1"/>
            <p:nvPr/>
          </p:nvSpPr>
          <p:spPr>
            <a:xfrm>
              <a:off x="2472869" y="2917195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900" b="1"/>
                <a:t>00</a:t>
              </a:r>
              <a:r>
                <a:rPr lang="ko-KR" altLang="en-US" sz="900" b="1"/>
                <a:t>살</a:t>
              </a:r>
            </a:p>
          </p:txBody>
        </p:sp>
      </p:grpSp>
      <p:grpSp>
        <p:nvGrpSpPr>
          <p:cNvPr id="70" name="그룹 69">
            <a:extLst>
              <a:ext uri="{FF2B5EF4-FFF2-40B4-BE49-F238E27FC236}">
                <a16:creationId xmlns:a16="http://schemas.microsoft.com/office/drawing/2014/main" id="{4D631888-7F27-464D-A008-342AE1E991F5}"/>
              </a:ext>
            </a:extLst>
          </p:cNvPr>
          <p:cNvGrpSpPr/>
          <p:nvPr/>
        </p:nvGrpSpPr>
        <p:grpSpPr>
          <a:xfrm>
            <a:off x="1769788" y="3535984"/>
            <a:ext cx="1268231" cy="230832"/>
            <a:chOff x="2449238" y="2917195"/>
            <a:chExt cx="1268231" cy="230832"/>
          </a:xfrm>
        </p:grpSpPr>
        <p:sp>
          <p:nvSpPr>
            <p:cNvPr id="71" name="사각형: 둥근 모서리 70">
              <a:extLst>
                <a:ext uri="{FF2B5EF4-FFF2-40B4-BE49-F238E27FC236}">
                  <a16:creationId xmlns:a16="http://schemas.microsoft.com/office/drawing/2014/main" id="{C8DA610F-93DE-43CA-97F4-0C6D3E329EE1}"/>
                </a:ext>
              </a:extLst>
            </p:cNvPr>
            <p:cNvSpPr/>
            <p:nvPr/>
          </p:nvSpPr>
          <p:spPr>
            <a:xfrm>
              <a:off x="2449238" y="2955172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73810CBE-0D42-4A92-B12B-7DA3347C3EBF}"/>
                </a:ext>
              </a:extLst>
            </p:cNvPr>
            <p:cNvSpPr txBox="1"/>
            <p:nvPr/>
          </p:nvSpPr>
          <p:spPr>
            <a:xfrm>
              <a:off x="2472869" y="2917195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900" b="1"/>
                <a:t>00</a:t>
              </a:r>
              <a:r>
                <a:rPr lang="ko-KR" altLang="en-US" sz="900" b="1"/>
                <a:t>살</a:t>
              </a:r>
            </a:p>
          </p:txBody>
        </p:sp>
      </p:grpSp>
      <p:grpSp>
        <p:nvGrpSpPr>
          <p:cNvPr id="73" name="그룹 72">
            <a:extLst>
              <a:ext uri="{FF2B5EF4-FFF2-40B4-BE49-F238E27FC236}">
                <a16:creationId xmlns:a16="http://schemas.microsoft.com/office/drawing/2014/main" id="{11D1065D-122D-4483-BA7E-77AD8B900814}"/>
              </a:ext>
            </a:extLst>
          </p:cNvPr>
          <p:cNvGrpSpPr/>
          <p:nvPr/>
        </p:nvGrpSpPr>
        <p:grpSpPr>
          <a:xfrm>
            <a:off x="1769788" y="4135276"/>
            <a:ext cx="1268231" cy="230832"/>
            <a:chOff x="2449238" y="2917195"/>
            <a:chExt cx="1268231" cy="230832"/>
          </a:xfrm>
        </p:grpSpPr>
        <p:sp>
          <p:nvSpPr>
            <p:cNvPr id="74" name="사각형: 둥근 모서리 73">
              <a:extLst>
                <a:ext uri="{FF2B5EF4-FFF2-40B4-BE49-F238E27FC236}">
                  <a16:creationId xmlns:a16="http://schemas.microsoft.com/office/drawing/2014/main" id="{23BFE115-D211-4677-9CD2-3781342627A6}"/>
                </a:ext>
              </a:extLst>
            </p:cNvPr>
            <p:cNvSpPr/>
            <p:nvPr/>
          </p:nvSpPr>
          <p:spPr>
            <a:xfrm>
              <a:off x="2449238" y="2955172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76DE14A4-1677-488E-BBBD-7860B003F82B}"/>
                </a:ext>
              </a:extLst>
            </p:cNvPr>
            <p:cNvSpPr txBox="1"/>
            <p:nvPr/>
          </p:nvSpPr>
          <p:spPr>
            <a:xfrm>
              <a:off x="2472869" y="2917195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900" b="1"/>
                <a:t>00</a:t>
              </a:r>
              <a:r>
                <a:rPr lang="ko-KR" altLang="en-US" sz="900" b="1"/>
                <a:t>살</a:t>
              </a:r>
            </a:p>
          </p:txBody>
        </p:sp>
      </p:grp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71CDA816-5C9C-4901-9268-D2387D28076B}"/>
              </a:ext>
            </a:extLst>
          </p:cNvPr>
          <p:cNvGrpSpPr/>
          <p:nvPr/>
        </p:nvGrpSpPr>
        <p:grpSpPr>
          <a:xfrm>
            <a:off x="1284692" y="2333637"/>
            <a:ext cx="1256151" cy="230832"/>
            <a:chOff x="4032153" y="2905649"/>
            <a:chExt cx="1256151" cy="230832"/>
          </a:xfrm>
        </p:grpSpPr>
        <p:sp>
          <p:nvSpPr>
            <p:cNvPr id="77" name="사각형: 둥근 모서리 76">
              <a:extLst>
                <a:ext uri="{FF2B5EF4-FFF2-40B4-BE49-F238E27FC236}">
                  <a16:creationId xmlns:a16="http://schemas.microsoft.com/office/drawing/2014/main" id="{F2B21BC7-8810-4A9D-AC8C-24CA22103A1C}"/>
                </a:ext>
              </a:extLst>
            </p:cNvPr>
            <p:cNvSpPr/>
            <p:nvPr/>
          </p:nvSpPr>
          <p:spPr>
            <a:xfrm>
              <a:off x="4032153" y="2932258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9C908F05-18F9-41E4-9C23-67CCC0838B71}"/>
                </a:ext>
              </a:extLst>
            </p:cNvPr>
            <p:cNvSpPr txBox="1"/>
            <p:nvPr/>
          </p:nvSpPr>
          <p:spPr>
            <a:xfrm>
              <a:off x="4043704" y="2905649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9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grpSp>
        <p:nvGrpSpPr>
          <p:cNvPr id="79" name="그룹 78">
            <a:extLst>
              <a:ext uri="{FF2B5EF4-FFF2-40B4-BE49-F238E27FC236}">
                <a16:creationId xmlns:a16="http://schemas.microsoft.com/office/drawing/2014/main" id="{C04743EC-D947-40E2-9E13-A41D497F8903}"/>
              </a:ext>
            </a:extLst>
          </p:cNvPr>
          <p:cNvGrpSpPr/>
          <p:nvPr/>
        </p:nvGrpSpPr>
        <p:grpSpPr>
          <a:xfrm>
            <a:off x="1279505" y="2950547"/>
            <a:ext cx="1256151" cy="230832"/>
            <a:chOff x="4032153" y="2905649"/>
            <a:chExt cx="1256151" cy="230832"/>
          </a:xfrm>
        </p:grpSpPr>
        <p:sp>
          <p:nvSpPr>
            <p:cNvPr id="80" name="사각형: 둥근 모서리 79">
              <a:extLst>
                <a:ext uri="{FF2B5EF4-FFF2-40B4-BE49-F238E27FC236}">
                  <a16:creationId xmlns:a16="http://schemas.microsoft.com/office/drawing/2014/main" id="{76CC00CE-CFF3-4A30-8FFB-6B353D566397}"/>
                </a:ext>
              </a:extLst>
            </p:cNvPr>
            <p:cNvSpPr/>
            <p:nvPr/>
          </p:nvSpPr>
          <p:spPr>
            <a:xfrm>
              <a:off x="4032153" y="2932258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3AAD22FC-A372-417B-9BEF-FBEE0AEB76C0}"/>
                </a:ext>
              </a:extLst>
            </p:cNvPr>
            <p:cNvSpPr txBox="1"/>
            <p:nvPr/>
          </p:nvSpPr>
          <p:spPr>
            <a:xfrm>
              <a:off x="4043704" y="2905649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9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grpSp>
        <p:nvGrpSpPr>
          <p:cNvPr id="82" name="그룹 81">
            <a:extLst>
              <a:ext uri="{FF2B5EF4-FFF2-40B4-BE49-F238E27FC236}">
                <a16:creationId xmlns:a16="http://schemas.microsoft.com/office/drawing/2014/main" id="{5A36E7CD-629D-4E34-A80F-B6CFF0261159}"/>
              </a:ext>
            </a:extLst>
          </p:cNvPr>
          <p:cNvGrpSpPr/>
          <p:nvPr/>
        </p:nvGrpSpPr>
        <p:grpSpPr>
          <a:xfrm>
            <a:off x="1284692" y="3548036"/>
            <a:ext cx="1256151" cy="230832"/>
            <a:chOff x="4032153" y="2905649"/>
            <a:chExt cx="1256151" cy="230832"/>
          </a:xfrm>
        </p:grpSpPr>
        <p:sp>
          <p:nvSpPr>
            <p:cNvPr id="83" name="사각형: 둥근 모서리 82">
              <a:extLst>
                <a:ext uri="{FF2B5EF4-FFF2-40B4-BE49-F238E27FC236}">
                  <a16:creationId xmlns:a16="http://schemas.microsoft.com/office/drawing/2014/main" id="{9A3102B6-AB93-48E3-A803-7D45C7D6C5D0}"/>
                </a:ext>
              </a:extLst>
            </p:cNvPr>
            <p:cNvSpPr/>
            <p:nvPr/>
          </p:nvSpPr>
          <p:spPr>
            <a:xfrm>
              <a:off x="4032153" y="2932258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E2A4968B-1734-4B9F-84CA-A8E68095F46C}"/>
                </a:ext>
              </a:extLst>
            </p:cNvPr>
            <p:cNvSpPr txBox="1"/>
            <p:nvPr/>
          </p:nvSpPr>
          <p:spPr>
            <a:xfrm>
              <a:off x="4043704" y="2905649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9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grpSp>
        <p:nvGrpSpPr>
          <p:cNvPr id="85" name="그룹 84">
            <a:extLst>
              <a:ext uri="{FF2B5EF4-FFF2-40B4-BE49-F238E27FC236}">
                <a16:creationId xmlns:a16="http://schemas.microsoft.com/office/drawing/2014/main" id="{2C5AE746-128E-44D0-A3EA-DA9AC2686711}"/>
              </a:ext>
            </a:extLst>
          </p:cNvPr>
          <p:cNvGrpSpPr/>
          <p:nvPr/>
        </p:nvGrpSpPr>
        <p:grpSpPr>
          <a:xfrm>
            <a:off x="1279505" y="4145896"/>
            <a:ext cx="1256151" cy="230832"/>
            <a:chOff x="4032153" y="2905649"/>
            <a:chExt cx="1256151" cy="230832"/>
          </a:xfrm>
        </p:grpSpPr>
        <p:sp>
          <p:nvSpPr>
            <p:cNvPr id="86" name="사각형: 둥근 모서리 85">
              <a:extLst>
                <a:ext uri="{FF2B5EF4-FFF2-40B4-BE49-F238E27FC236}">
                  <a16:creationId xmlns:a16="http://schemas.microsoft.com/office/drawing/2014/main" id="{44B2B72C-C4CE-44F3-AA07-B59BC6F0DDFC}"/>
                </a:ext>
              </a:extLst>
            </p:cNvPr>
            <p:cNvSpPr/>
            <p:nvPr/>
          </p:nvSpPr>
          <p:spPr>
            <a:xfrm>
              <a:off x="4032153" y="2932258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B233DC84-25E1-4D4E-94D3-48EBF23CA5E2}"/>
                </a:ext>
              </a:extLst>
            </p:cNvPr>
            <p:cNvSpPr txBox="1"/>
            <p:nvPr/>
          </p:nvSpPr>
          <p:spPr>
            <a:xfrm>
              <a:off x="4043704" y="2905649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9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BF13AFF4-3AA8-41C0-862E-F3D47A7AB4FE}"/>
              </a:ext>
            </a:extLst>
          </p:cNvPr>
          <p:cNvGrpSpPr/>
          <p:nvPr/>
        </p:nvGrpSpPr>
        <p:grpSpPr>
          <a:xfrm>
            <a:off x="3411761" y="1361892"/>
            <a:ext cx="1141042" cy="442051"/>
            <a:chOff x="6711477" y="1465221"/>
            <a:chExt cx="1416357" cy="548711"/>
          </a:xfrm>
        </p:grpSpPr>
        <p:sp>
          <p:nvSpPr>
            <p:cNvPr id="89" name="사각형: 둥근 모서리 88">
              <a:extLst>
                <a:ext uri="{FF2B5EF4-FFF2-40B4-BE49-F238E27FC236}">
                  <a16:creationId xmlns:a16="http://schemas.microsoft.com/office/drawing/2014/main" id="{C7C29B38-85F3-48B0-A558-90B5692C41C3}"/>
                </a:ext>
              </a:extLst>
            </p:cNvPr>
            <p:cNvSpPr/>
            <p:nvPr/>
          </p:nvSpPr>
          <p:spPr>
            <a:xfrm>
              <a:off x="6839352" y="1586038"/>
              <a:ext cx="955998" cy="274512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90" name="그림 89">
              <a:extLst>
                <a:ext uri="{FF2B5EF4-FFF2-40B4-BE49-F238E27FC236}">
                  <a16:creationId xmlns:a16="http://schemas.microsoft.com/office/drawing/2014/main" id="{F2C0CA1C-8E5A-4216-BF90-A1E7E93DB08A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11477" y="1465221"/>
              <a:ext cx="548711" cy="548711"/>
            </a:xfrm>
            <a:prstGeom prst="rect">
              <a:avLst/>
            </a:prstGeom>
          </p:spPr>
        </p:pic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EF95D89D-4958-4B6E-9ECE-0C8F7BC697FF}"/>
                </a:ext>
              </a:extLst>
            </p:cNvPr>
            <p:cNvSpPr txBox="1"/>
            <p:nvPr/>
          </p:nvSpPr>
          <p:spPr>
            <a:xfrm>
              <a:off x="6883235" y="1560569"/>
              <a:ext cx="1244599" cy="3151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50" b="1"/>
                <a:t>5,000</a:t>
              </a:r>
              <a:endParaRPr lang="ko-KR" altLang="en-US" sz="1050" b="1"/>
            </a:p>
          </p:txBody>
        </p:sp>
      </p:grpSp>
      <p:sp>
        <p:nvSpPr>
          <p:cNvPr id="92" name="사각형: 둥근 모서리 91">
            <a:extLst>
              <a:ext uri="{FF2B5EF4-FFF2-40B4-BE49-F238E27FC236}">
                <a16:creationId xmlns:a16="http://schemas.microsoft.com/office/drawing/2014/main" id="{A115DA1A-26D0-4F8C-BE7A-5D50CFF9EABD}"/>
              </a:ext>
            </a:extLst>
          </p:cNvPr>
          <p:cNvSpPr/>
          <p:nvPr/>
        </p:nvSpPr>
        <p:spPr>
          <a:xfrm>
            <a:off x="2086434" y="1442937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93" name="Picture 4" descr="상점 아이콘 구매 기호입니다 장바구니 아이콘재고에 대 한 가방에 대한 스톡 벡터 아트 및 기타 이미지 - 가방, 고객, 구매 -  iStock">
            <a:extLst>
              <a:ext uri="{FF2B5EF4-FFF2-40B4-BE49-F238E27FC236}">
                <a16:creationId xmlns:a16="http://schemas.microsoft.com/office/drawing/2014/main" id="{380072CC-8E0E-411E-BE79-586C291A5A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backgroundRemoval t="10000" b="90000" l="10000" r="90000">
                        <a14:foregroundMark x1="46154" y1="42067" x2="53846" y2="41106"/>
                        <a14:foregroundMark x1="63462" y1="32452" x2="63462" y2="32452"/>
                        <a14:foregroundMark x1="41587" y1="29087" x2="40144" y2="2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75489" y="1409140"/>
            <a:ext cx="385763" cy="385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4" name="Picture 8" descr="Eggs - Free food icons">
            <a:extLst>
              <a:ext uri="{FF2B5EF4-FFF2-40B4-BE49-F238E27FC236}">
                <a16:creationId xmlns:a16="http://schemas.microsoft.com/office/drawing/2014/main" id="{22AC8BEE-4430-4F14-BD40-A570EF2654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94177" y="1474305"/>
            <a:ext cx="241884" cy="2418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5" name="사각형: 둥근 모서리 94">
            <a:extLst>
              <a:ext uri="{FF2B5EF4-FFF2-40B4-BE49-F238E27FC236}">
                <a16:creationId xmlns:a16="http://schemas.microsoft.com/office/drawing/2014/main" id="{98C6E5D3-BF8E-44DA-947F-AEDEA39D9D74}"/>
              </a:ext>
            </a:extLst>
          </p:cNvPr>
          <p:cNvSpPr/>
          <p:nvPr/>
        </p:nvSpPr>
        <p:spPr>
          <a:xfrm>
            <a:off x="2924416" y="1437944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96" name="Picture 2" descr="설정 - 무료 ui개 아이콘">
            <a:extLst>
              <a:ext uri="{FF2B5EF4-FFF2-40B4-BE49-F238E27FC236}">
                <a16:creationId xmlns:a16="http://schemas.microsoft.com/office/drawing/2014/main" id="{763E2E7E-DBC3-43BB-963E-CBE48F6B83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76581" y="1459959"/>
            <a:ext cx="265099" cy="265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7" name="사각형: 둥근 모서리 96">
            <a:extLst>
              <a:ext uri="{FF2B5EF4-FFF2-40B4-BE49-F238E27FC236}">
                <a16:creationId xmlns:a16="http://schemas.microsoft.com/office/drawing/2014/main" id="{DE561EB4-C6BA-468B-8A4E-5E13EE6F09D9}"/>
              </a:ext>
            </a:extLst>
          </p:cNvPr>
          <p:cNvSpPr/>
          <p:nvPr/>
        </p:nvSpPr>
        <p:spPr>
          <a:xfrm>
            <a:off x="6894900" y="1723313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8" name="사각형: 둥근 모서리 97">
            <a:extLst>
              <a:ext uri="{FF2B5EF4-FFF2-40B4-BE49-F238E27FC236}">
                <a16:creationId xmlns:a16="http://schemas.microsoft.com/office/drawing/2014/main" id="{CCE646C3-1460-4F88-8401-D0706D1F2FD4}"/>
              </a:ext>
            </a:extLst>
          </p:cNvPr>
          <p:cNvSpPr/>
          <p:nvPr/>
        </p:nvSpPr>
        <p:spPr>
          <a:xfrm>
            <a:off x="7469175" y="1412163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9" name="사각형: 둥근 모서리 98">
            <a:extLst>
              <a:ext uri="{FF2B5EF4-FFF2-40B4-BE49-F238E27FC236}">
                <a16:creationId xmlns:a16="http://schemas.microsoft.com/office/drawing/2014/main" id="{E3453DD6-030C-4826-9EBB-03F180478BC2}"/>
              </a:ext>
            </a:extLst>
          </p:cNvPr>
          <p:cNvSpPr/>
          <p:nvPr/>
        </p:nvSpPr>
        <p:spPr>
          <a:xfrm>
            <a:off x="7040593" y="1408728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0" name="사각형: 둥근 모서리 99">
            <a:extLst>
              <a:ext uri="{FF2B5EF4-FFF2-40B4-BE49-F238E27FC236}">
                <a16:creationId xmlns:a16="http://schemas.microsoft.com/office/drawing/2014/main" id="{DC8F9316-9EF8-4CA6-A75C-96C98F18AD5D}"/>
              </a:ext>
            </a:extLst>
          </p:cNvPr>
          <p:cNvSpPr/>
          <p:nvPr/>
        </p:nvSpPr>
        <p:spPr>
          <a:xfrm>
            <a:off x="7914779" y="1412163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01" name="Picture 2" descr="잎 - 무료 자연개 아이콘">
            <a:extLst>
              <a:ext uri="{FF2B5EF4-FFF2-40B4-BE49-F238E27FC236}">
                <a16:creationId xmlns:a16="http://schemas.microsoft.com/office/drawing/2014/main" id="{55039EEC-BB55-41D7-A840-80BF340B35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22945" y="1441035"/>
            <a:ext cx="251234" cy="2512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" name="Picture 2" descr="Material 디자인 스타일의 달팽이 아이콘">
            <a:extLst>
              <a:ext uri="{FF2B5EF4-FFF2-40B4-BE49-F238E27FC236}">
                <a16:creationId xmlns:a16="http://schemas.microsoft.com/office/drawing/2014/main" id="{48F68465-6A4B-4F4B-94DA-7FB5A800E7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8750" r="91250">
                        <a14:foregroundMark x1="90833" y1="41250" x2="90833" y2="41250"/>
                        <a14:foregroundMark x1="91250" y1="16167" x2="91250" y2="16167"/>
                        <a14:foregroundMark x1="8750" y1="46000" x2="8750" y2="460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71402" y="1415598"/>
            <a:ext cx="297156" cy="2971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3" name="사각형: 둥근 모서리 102">
            <a:extLst>
              <a:ext uri="{FF2B5EF4-FFF2-40B4-BE49-F238E27FC236}">
                <a16:creationId xmlns:a16="http://schemas.microsoft.com/office/drawing/2014/main" id="{863D011C-C24F-46CE-9567-332DDE28D21A}"/>
              </a:ext>
            </a:extLst>
          </p:cNvPr>
          <p:cNvSpPr/>
          <p:nvPr/>
        </p:nvSpPr>
        <p:spPr>
          <a:xfrm>
            <a:off x="9095421" y="1716189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4" name="사각형: 둥근 모서리 103">
            <a:extLst>
              <a:ext uri="{FF2B5EF4-FFF2-40B4-BE49-F238E27FC236}">
                <a16:creationId xmlns:a16="http://schemas.microsoft.com/office/drawing/2014/main" id="{C5594E3D-DD22-40C4-9C76-5A01A1C6DA64}"/>
              </a:ext>
            </a:extLst>
          </p:cNvPr>
          <p:cNvSpPr/>
          <p:nvPr/>
        </p:nvSpPr>
        <p:spPr>
          <a:xfrm>
            <a:off x="11043135" y="1620939"/>
            <a:ext cx="323850" cy="323850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5" name="사각형: 둥근 모서리 104">
            <a:extLst>
              <a:ext uri="{FF2B5EF4-FFF2-40B4-BE49-F238E27FC236}">
                <a16:creationId xmlns:a16="http://schemas.microsoft.com/office/drawing/2014/main" id="{A5D66F3F-7C45-4A3F-910A-ABB56CEE6C45}"/>
              </a:ext>
            </a:extLst>
          </p:cNvPr>
          <p:cNvSpPr/>
          <p:nvPr/>
        </p:nvSpPr>
        <p:spPr>
          <a:xfrm>
            <a:off x="9339650" y="1849453"/>
            <a:ext cx="1668560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6" name="사각형: 둥근 모서리 105">
            <a:extLst>
              <a:ext uri="{FF2B5EF4-FFF2-40B4-BE49-F238E27FC236}">
                <a16:creationId xmlns:a16="http://schemas.microsoft.com/office/drawing/2014/main" id="{EDF75B78-88A2-47D4-9703-8D1A82A5E2F2}"/>
              </a:ext>
            </a:extLst>
          </p:cNvPr>
          <p:cNvSpPr/>
          <p:nvPr/>
        </p:nvSpPr>
        <p:spPr>
          <a:xfrm>
            <a:off x="10764941" y="4109821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07" name="그룹 106">
            <a:extLst>
              <a:ext uri="{FF2B5EF4-FFF2-40B4-BE49-F238E27FC236}">
                <a16:creationId xmlns:a16="http://schemas.microsoft.com/office/drawing/2014/main" id="{5155E717-EEF8-4F88-9FB3-12295A716218}"/>
              </a:ext>
            </a:extLst>
          </p:cNvPr>
          <p:cNvGrpSpPr/>
          <p:nvPr/>
        </p:nvGrpSpPr>
        <p:grpSpPr>
          <a:xfrm>
            <a:off x="9387407" y="1888223"/>
            <a:ext cx="200148" cy="200148"/>
            <a:chOff x="3690370" y="5044952"/>
            <a:chExt cx="323850" cy="323850"/>
          </a:xfrm>
        </p:grpSpPr>
        <p:sp>
          <p:nvSpPr>
            <p:cNvPr id="108" name="사각형: 둥근 모서리 107">
              <a:extLst>
                <a:ext uri="{FF2B5EF4-FFF2-40B4-BE49-F238E27FC236}">
                  <a16:creationId xmlns:a16="http://schemas.microsoft.com/office/drawing/2014/main" id="{28310B1B-9E52-4C50-B7EA-D8E1CC3871E5}"/>
                </a:ext>
              </a:extLst>
            </p:cNvPr>
            <p:cNvSpPr/>
            <p:nvPr/>
          </p:nvSpPr>
          <p:spPr>
            <a:xfrm>
              <a:off x="3690370" y="5044952"/>
              <a:ext cx="323850" cy="32385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09" name="Picture 2" descr="연필 - 무료 편집 도구개 아이콘">
              <a:extLst>
                <a:ext uri="{FF2B5EF4-FFF2-40B4-BE49-F238E27FC236}">
                  <a16:creationId xmlns:a16="http://schemas.microsoft.com/office/drawing/2014/main" id="{F3825AB9-9D70-4FAF-A043-169326150A8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42086" y="5096668"/>
              <a:ext cx="220417" cy="22041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10" name="사각형: 둥근 모서리 109">
            <a:extLst>
              <a:ext uri="{FF2B5EF4-FFF2-40B4-BE49-F238E27FC236}">
                <a16:creationId xmlns:a16="http://schemas.microsoft.com/office/drawing/2014/main" id="{ACCA1BBF-6115-4DE6-84B6-AB0B7FA94202}"/>
              </a:ext>
            </a:extLst>
          </p:cNvPr>
          <p:cNvSpPr/>
          <p:nvPr/>
        </p:nvSpPr>
        <p:spPr>
          <a:xfrm>
            <a:off x="10385705" y="4109821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1" name="사각형: 둥근 모서리 110">
            <a:extLst>
              <a:ext uri="{FF2B5EF4-FFF2-40B4-BE49-F238E27FC236}">
                <a16:creationId xmlns:a16="http://schemas.microsoft.com/office/drawing/2014/main" id="{F2ADAE17-D06E-44AE-B3EC-DD4E1BCCFC05}"/>
              </a:ext>
            </a:extLst>
          </p:cNvPr>
          <p:cNvSpPr/>
          <p:nvPr/>
        </p:nvSpPr>
        <p:spPr>
          <a:xfrm>
            <a:off x="9300821" y="4109821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12" name="Picture 4" descr="돋보기 - 무료 상호 작용개 아이콘">
            <a:extLst>
              <a:ext uri="{FF2B5EF4-FFF2-40B4-BE49-F238E27FC236}">
                <a16:creationId xmlns:a16="http://schemas.microsoft.com/office/drawing/2014/main" id="{F5D13A35-C525-474B-996F-7F343185C5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51201" y="4148960"/>
            <a:ext cx="202717" cy="2027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3" name="Picture 6" descr="Coin - Free business icons">
            <a:extLst>
              <a:ext uri="{FF2B5EF4-FFF2-40B4-BE49-F238E27FC236}">
                <a16:creationId xmlns:a16="http://schemas.microsoft.com/office/drawing/2014/main" id="{06D1FF24-55F0-4B42-809A-4031A180B8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9603" y="4128207"/>
            <a:ext cx="237879" cy="2378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4" name="사각형: 둥근 모서리 113">
            <a:extLst>
              <a:ext uri="{FF2B5EF4-FFF2-40B4-BE49-F238E27FC236}">
                <a16:creationId xmlns:a16="http://schemas.microsoft.com/office/drawing/2014/main" id="{D5ECE0BD-0F48-42BC-8926-67D1CF69FF40}"/>
              </a:ext>
            </a:extLst>
          </p:cNvPr>
          <p:cNvSpPr/>
          <p:nvPr/>
        </p:nvSpPr>
        <p:spPr>
          <a:xfrm>
            <a:off x="9898484" y="3316550"/>
            <a:ext cx="448264" cy="158667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F59D32A4-3A13-4843-9B83-EE2C5267FC85}"/>
              </a:ext>
            </a:extLst>
          </p:cNvPr>
          <p:cNvSpPr txBox="1"/>
          <p:nvPr/>
        </p:nvSpPr>
        <p:spPr>
          <a:xfrm>
            <a:off x="9922115" y="3278573"/>
            <a:ext cx="12446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/>
              <a:t>00</a:t>
            </a:r>
            <a:r>
              <a:rPr lang="ko-KR" altLang="en-US" sz="900" b="1"/>
              <a:t>살</a:t>
            </a:r>
          </a:p>
        </p:txBody>
      </p:sp>
      <p:sp>
        <p:nvSpPr>
          <p:cNvPr id="116" name="사각형: 둥근 모서리 115">
            <a:extLst>
              <a:ext uri="{FF2B5EF4-FFF2-40B4-BE49-F238E27FC236}">
                <a16:creationId xmlns:a16="http://schemas.microsoft.com/office/drawing/2014/main" id="{72A7100D-6184-4A7F-A720-ED15BD555757}"/>
              </a:ext>
            </a:extLst>
          </p:cNvPr>
          <p:cNvSpPr/>
          <p:nvPr/>
        </p:nvSpPr>
        <p:spPr>
          <a:xfrm>
            <a:off x="9458057" y="3562457"/>
            <a:ext cx="1617875" cy="152129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7" name="사각형: 둥근 모서리 116">
            <a:extLst>
              <a:ext uri="{FF2B5EF4-FFF2-40B4-BE49-F238E27FC236}">
                <a16:creationId xmlns:a16="http://schemas.microsoft.com/office/drawing/2014/main" id="{E24A608E-A23E-499B-90BF-0CC1CB4C0318}"/>
              </a:ext>
            </a:extLst>
          </p:cNvPr>
          <p:cNvSpPr/>
          <p:nvPr/>
        </p:nvSpPr>
        <p:spPr>
          <a:xfrm>
            <a:off x="9300822" y="3514366"/>
            <a:ext cx="239965" cy="232964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8" name="사각형: 둥근 모서리 117">
            <a:extLst>
              <a:ext uri="{FF2B5EF4-FFF2-40B4-BE49-F238E27FC236}">
                <a16:creationId xmlns:a16="http://schemas.microsoft.com/office/drawing/2014/main" id="{A8A51049-0735-48B4-9242-0B9D660526B0}"/>
              </a:ext>
            </a:extLst>
          </p:cNvPr>
          <p:cNvSpPr/>
          <p:nvPr/>
        </p:nvSpPr>
        <p:spPr>
          <a:xfrm>
            <a:off x="10082270" y="3582077"/>
            <a:ext cx="954520" cy="112887"/>
          </a:xfrm>
          <a:prstGeom prst="roundRect">
            <a:avLst>
              <a:gd name="adj" fmla="val 50000"/>
            </a:avLst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9" name="사각형: 둥근 모서리 118">
            <a:extLst>
              <a:ext uri="{FF2B5EF4-FFF2-40B4-BE49-F238E27FC236}">
                <a16:creationId xmlns:a16="http://schemas.microsoft.com/office/drawing/2014/main" id="{9EB53862-B026-42B5-B2DC-883767258D95}"/>
              </a:ext>
            </a:extLst>
          </p:cNvPr>
          <p:cNvSpPr/>
          <p:nvPr/>
        </p:nvSpPr>
        <p:spPr>
          <a:xfrm>
            <a:off x="9458057" y="3843051"/>
            <a:ext cx="1617875" cy="152129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0" name="사각형: 둥근 모서리 119">
            <a:extLst>
              <a:ext uri="{FF2B5EF4-FFF2-40B4-BE49-F238E27FC236}">
                <a16:creationId xmlns:a16="http://schemas.microsoft.com/office/drawing/2014/main" id="{60434D64-DCD7-4E86-B2B4-C568CB123058}"/>
              </a:ext>
            </a:extLst>
          </p:cNvPr>
          <p:cNvSpPr/>
          <p:nvPr/>
        </p:nvSpPr>
        <p:spPr>
          <a:xfrm>
            <a:off x="9300822" y="3794960"/>
            <a:ext cx="239965" cy="232964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1" name="사각형: 둥근 모서리 120">
            <a:extLst>
              <a:ext uri="{FF2B5EF4-FFF2-40B4-BE49-F238E27FC236}">
                <a16:creationId xmlns:a16="http://schemas.microsoft.com/office/drawing/2014/main" id="{65324C2B-D876-43AB-82D1-0F76EBA9931C}"/>
              </a:ext>
            </a:extLst>
          </p:cNvPr>
          <p:cNvSpPr/>
          <p:nvPr/>
        </p:nvSpPr>
        <p:spPr>
          <a:xfrm>
            <a:off x="10582417" y="3860853"/>
            <a:ext cx="454372" cy="112887"/>
          </a:xfrm>
          <a:prstGeom prst="roundRect">
            <a:avLst>
              <a:gd name="adj" fmla="val 50000"/>
            </a:avLst>
          </a:prstGeom>
          <a:solidFill>
            <a:srgbClr val="F888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22" name="Picture 8" descr="Black heart icon | Free SVG">
            <a:extLst>
              <a:ext uri="{FF2B5EF4-FFF2-40B4-BE49-F238E27FC236}">
                <a16:creationId xmlns:a16="http://schemas.microsoft.com/office/drawing/2014/main" id="{77BD3E1B-A98F-45EE-83EE-2FE652DBF2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25890" y="3822240"/>
            <a:ext cx="180492" cy="1804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3" name="Picture 2" descr="잎 - 무료 자연개 아이콘">
            <a:extLst>
              <a:ext uri="{FF2B5EF4-FFF2-40B4-BE49-F238E27FC236}">
                <a16:creationId xmlns:a16="http://schemas.microsoft.com/office/drawing/2014/main" id="{4AE82B91-3D93-4642-AB98-C1E78D8646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16985" y="3528936"/>
            <a:ext cx="197037" cy="1970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4" name="Picture 10" descr="유전자 - 무료 사람들개 아이콘">
            <a:extLst>
              <a:ext uri="{FF2B5EF4-FFF2-40B4-BE49-F238E27FC236}">
                <a16:creationId xmlns:a16="http://schemas.microsoft.com/office/drawing/2014/main" id="{C4E92735-D067-425D-BFF7-51D7783906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25394" y="4138830"/>
            <a:ext cx="223471" cy="2234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5" name="TextBox 124">
            <a:extLst>
              <a:ext uri="{FF2B5EF4-FFF2-40B4-BE49-F238E27FC236}">
                <a16:creationId xmlns:a16="http://schemas.microsoft.com/office/drawing/2014/main" id="{F2ACBDA6-D3D9-41D7-BF5C-DBF4AF5033D2}"/>
              </a:ext>
            </a:extLst>
          </p:cNvPr>
          <p:cNvSpPr txBox="1"/>
          <p:nvPr/>
        </p:nvSpPr>
        <p:spPr>
          <a:xfrm>
            <a:off x="9573381" y="1866079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/>
              <a:t>달팽이 이름</a:t>
            </a:r>
          </a:p>
        </p:txBody>
      </p:sp>
      <p:sp>
        <p:nvSpPr>
          <p:cNvPr id="126" name="사각형: 둥근 모서리 125">
            <a:extLst>
              <a:ext uri="{FF2B5EF4-FFF2-40B4-BE49-F238E27FC236}">
                <a16:creationId xmlns:a16="http://schemas.microsoft.com/office/drawing/2014/main" id="{B946FBE3-7006-4FEC-845B-551893B8E1E2}"/>
              </a:ext>
            </a:extLst>
          </p:cNvPr>
          <p:cNvSpPr/>
          <p:nvPr/>
        </p:nvSpPr>
        <p:spPr>
          <a:xfrm>
            <a:off x="9943216" y="2087527"/>
            <a:ext cx="448264" cy="158667"/>
          </a:xfrm>
          <a:prstGeom prst="roundRect">
            <a:avLst>
              <a:gd name="adj" fmla="val 50000"/>
            </a:avLst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52141373-C152-40DD-8CA4-3C3DB1BCFDF8}"/>
              </a:ext>
            </a:extLst>
          </p:cNvPr>
          <p:cNvSpPr txBox="1"/>
          <p:nvPr/>
        </p:nvSpPr>
        <p:spPr>
          <a:xfrm>
            <a:off x="9954767" y="2060918"/>
            <a:ext cx="12446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b="1">
                <a:solidFill>
                  <a:schemeClr val="bg1"/>
                </a:solidFill>
              </a:rPr>
              <a:t>에픽</a:t>
            </a:r>
          </a:p>
        </p:txBody>
      </p:sp>
      <p:sp>
        <p:nvSpPr>
          <p:cNvPr id="128" name="곱하기 기호 127">
            <a:extLst>
              <a:ext uri="{FF2B5EF4-FFF2-40B4-BE49-F238E27FC236}">
                <a16:creationId xmlns:a16="http://schemas.microsoft.com/office/drawing/2014/main" id="{BB857FBC-72C1-4258-A5CD-EEE4BE7ADC85}"/>
              </a:ext>
            </a:extLst>
          </p:cNvPr>
          <p:cNvSpPr/>
          <p:nvPr/>
        </p:nvSpPr>
        <p:spPr>
          <a:xfrm>
            <a:off x="11025998" y="1603688"/>
            <a:ext cx="358775" cy="358775"/>
          </a:xfrm>
          <a:prstGeom prst="mathMultiply">
            <a:avLst>
              <a:gd name="adj1" fmla="val 1694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9" name="사각형: 둥근 모서리 128">
            <a:extLst>
              <a:ext uri="{FF2B5EF4-FFF2-40B4-BE49-F238E27FC236}">
                <a16:creationId xmlns:a16="http://schemas.microsoft.com/office/drawing/2014/main" id="{131EAB90-2A7D-4B9F-862E-D5512E136EF9}"/>
              </a:ext>
            </a:extLst>
          </p:cNvPr>
          <p:cNvSpPr/>
          <p:nvPr/>
        </p:nvSpPr>
        <p:spPr>
          <a:xfrm>
            <a:off x="9685943" y="4109821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30" name="Picture 12" descr="매다는 사람 - 무료 패션개 아이콘">
            <a:extLst>
              <a:ext uri="{FF2B5EF4-FFF2-40B4-BE49-F238E27FC236}">
                <a16:creationId xmlns:a16="http://schemas.microsoft.com/office/drawing/2014/main" id="{E5A20609-B9B7-43E1-B4B0-90CBA06F87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13963" y="4109515"/>
            <a:ext cx="256324" cy="2563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1" name="사각형: 둥근 모서리 130">
            <a:extLst>
              <a:ext uri="{FF2B5EF4-FFF2-40B4-BE49-F238E27FC236}">
                <a16:creationId xmlns:a16="http://schemas.microsoft.com/office/drawing/2014/main" id="{7F423BF9-1DE8-4670-8072-0A74F0EDF6E2}"/>
              </a:ext>
            </a:extLst>
          </p:cNvPr>
          <p:cNvSpPr/>
          <p:nvPr/>
        </p:nvSpPr>
        <p:spPr>
          <a:xfrm>
            <a:off x="7025494" y="2060619"/>
            <a:ext cx="1971237" cy="5080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9F6999DD-BE92-43CB-9680-96066F1DBAB0}"/>
              </a:ext>
            </a:extLst>
          </p:cNvPr>
          <p:cNvSpPr txBox="1"/>
          <p:nvPr/>
        </p:nvSpPr>
        <p:spPr>
          <a:xfrm>
            <a:off x="7388812" y="1762951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/>
              <a:t>달팽이 목록</a:t>
            </a:r>
          </a:p>
        </p:txBody>
      </p:sp>
      <p:sp>
        <p:nvSpPr>
          <p:cNvPr id="133" name="사각형: 둥근 모서리 132">
            <a:extLst>
              <a:ext uri="{FF2B5EF4-FFF2-40B4-BE49-F238E27FC236}">
                <a16:creationId xmlns:a16="http://schemas.microsoft.com/office/drawing/2014/main" id="{DD8A4231-7DA7-4F77-BFB4-2C19B35BA4B0}"/>
              </a:ext>
            </a:extLst>
          </p:cNvPr>
          <p:cNvSpPr/>
          <p:nvPr/>
        </p:nvSpPr>
        <p:spPr>
          <a:xfrm>
            <a:off x="7025493" y="2652014"/>
            <a:ext cx="1971237" cy="5080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4" name="사각형: 둥근 모서리 133">
            <a:extLst>
              <a:ext uri="{FF2B5EF4-FFF2-40B4-BE49-F238E27FC236}">
                <a16:creationId xmlns:a16="http://schemas.microsoft.com/office/drawing/2014/main" id="{2D055E8E-7A41-4198-B5FB-4C5EC6EE1274}"/>
              </a:ext>
            </a:extLst>
          </p:cNvPr>
          <p:cNvSpPr/>
          <p:nvPr/>
        </p:nvSpPr>
        <p:spPr>
          <a:xfrm>
            <a:off x="7088596" y="2108843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5" name="사각형: 둥근 모서리 134">
            <a:extLst>
              <a:ext uri="{FF2B5EF4-FFF2-40B4-BE49-F238E27FC236}">
                <a16:creationId xmlns:a16="http://schemas.microsoft.com/office/drawing/2014/main" id="{3FF88CE3-E7E4-4A6C-AD28-6DC52A58F9EF}"/>
              </a:ext>
            </a:extLst>
          </p:cNvPr>
          <p:cNvSpPr/>
          <p:nvPr/>
        </p:nvSpPr>
        <p:spPr>
          <a:xfrm>
            <a:off x="7025492" y="3244164"/>
            <a:ext cx="1971237" cy="5080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6" name="사각형: 둥근 모서리 135">
            <a:extLst>
              <a:ext uri="{FF2B5EF4-FFF2-40B4-BE49-F238E27FC236}">
                <a16:creationId xmlns:a16="http://schemas.microsoft.com/office/drawing/2014/main" id="{8D4D2C37-9B5F-443B-A4AE-5DBB4C716B4B}"/>
              </a:ext>
            </a:extLst>
          </p:cNvPr>
          <p:cNvSpPr/>
          <p:nvPr/>
        </p:nvSpPr>
        <p:spPr>
          <a:xfrm>
            <a:off x="7025492" y="3840757"/>
            <a:ext cx="1971237" cy="5080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7" name="사각형: 둥근 모서리 136">
            <a:extLst>
              <a:ext uri="{FF2B5EF4-FFF2-40B4-BE49-F238E27FC236}">
                <a16:creationId xmlns:a16="http://schemas.microsoft.com/office/drawing/2014/main" id="{AF65A323-FCE7-4959-AB10-5FED29C73FE1}"/>
              </a:ext>
            </a:extLst>
          </p:cNvPr>
          <p:cNvSpPr/>
          <p:nvPr/>
        </p:nvSpPr>
        <p:spPr>
          <a:xfrm>
            <a:off x="7088596" y="2713139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8" name="사각형: 둥근 모서리 137">
            <a:extLst>
              <a:ext uri="{FF2B5EF4-FFF2-40B4-BE49-F238E27FC236}">
                <a16:creationId xmlns:a16="http://schemas.microsoft.com/office/drawing/2014/main" id="{13754782-0640-4500-A25A-1D18049D021B}"/>
              </a:ext>
            </a:extLst>
          </p:cNvPr>
          <p:cNvSpPr/>
          <p:nvPr/>
        </p:nvSpPr>
        <p:spPr>
          <a:xfrm>
            <a:off x="7088596" y="3296528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9" name="사각형: 둥근 모서리 138">
            <a:extLst>
              <a:ext uri="{FF2B5EF4-FFF2-40B4-BE49-F238E27FC236}">
                <a16:creationId xmlns:a16="http://schemas.microsoft.com/office/drawing/2014/main" id="{CC97EA33-3419-464D-A51B-CAE42192322B}"/>
              </a:ext>
            </a:extLst>
          </p:cNvPr>
          <p:cNvSpPr/>
          <p:nvPr/>
        </p:nvSpPr>
        <p:spPr>
          <a:xfrm>
            <a:off x="7092561" y="3892758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5B405B43-56BB-466A-B271-68C1A453BA09}"/>
              </a:ext>
            </a:extLst>
          </p:cNvPr>
          <p:cNvSpPr txBox="1"/>
          <p:nvPr/>
        </p:nvSpPr>
        <p:spPr>
          <a:xfrm>
            <a:off x="7494148" y="2088357"/>
            <a:ext cx="12446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1"/>
              <a:t>달팽이 이름</a:t>
            </a:r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9BDED9C9-3B4D-40D8-AEB0-ACE2CAFDED71}"/>
              </a:ext>
            </a:extLst>
          </p:cNvPr>
          <p:cNvSpPr txBox="1"/>
          <p:nvPr/>
        </p:nvSpPr>
        <p:spPr>
          <a:xfrm>
            <a:off x="7488646" y="2684952"/>
            <a:ext cx="12446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1"/>
              <a:t>달팽이 이름</a:t>
            </a:r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87345376-9CBD-4687-BA4F-BD64ABBA25E1}"/>
              </a:ext>
            </a:extLst>
          </p:cNvPr>
          <p:cNvSpPr txBox="1"/>
          <p:nvPr/>
        </p:nvSpPr>
        <p:spPr>
          <a:xfrm>
            <a:off x="7480762" y="3274691"/>
            <a:ext cx="12446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1"/>
              <a:t>달팽이 이름</a:t>
            </a:r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D1B42DCC-318B-4064-AC17-AEB77EF9A107}"/>
              </a:ext>
            </a:extLst>
          </p:cNvPr>
          <p:cNvSpPr txBox="1"/>
          <p:nvPr/>
        </p:nvSpPr>
        <p:spPr>
          <a:xfrm>
            <a:off x="7469175" y="3874681"/>
            <a:ext cx="12446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1"/>
              <a:t>달팽이 이름</a:t>
            </a:r>
          </a:p>
        </p:txBody>
      </p:sp>
      <p:grpSp>
        <p:nvGrpSpPr>
          <p:cNvPr id="147" name="그룹 146">
            <a:extLst>
              <a:ext uri="{FF2B5EF4-FFF2-40B4-BE49-F238E27FC236}">
                <a16:creationId xmlns:a16="http://schemas.microsoft.com/office/drawing/2014/main" id="{E226E393-755E-4896-A5E1-E9AB4C4AF843}"/>
              </a:ext>
            </a:extLst>
          </p:cNvPr>
          <p:cNvGrpSpPr/>
          <p:nvPr/>
        </p:nvGrpSpPr>
        <p:grpSpPr>
          <a:xfrm>
            <a:off x="8761263" y="2762484"/>
            <a:ext cx="280128" cy="280128"/>
            <a:chOff x="6931576" y="2073771"/>
            <a:chExt cx="312242" cy="312242"/>
          </a:xfrm>
        </p:grpSpPr>
        <p:sp>
          <p:nvSpPr>
            <p:cNvPr id="148" name="사각형: 둥근 모서리 147">
              <a:extLst>
                <a:ext uri="{FF2B5EF4-FFF2-40B4-BE49-F238E27FC236}">
                  <a16:creationId xmlns:a16="http://schemas.microsoft.com/office/drawing/2014/main" id="{D11C65A2-0A9A-4D05-86FB-79D60DBCB7AE}"/>
                </a:ext>
              </a:extLst>
            </p:cNvPr>
            <p:cNvSpPr/>
            <p:nvPr/>
          </p:nvSpPr>
          <p:spPr>
            <a:xfrm>
              <a:off x="6931576" y="2073771"/>
              <a:ext cx="312242" cy="312242"/>
            </a:xfrm>
            <a:prstGeom prst="round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49" name="Picture 6" descr="교환 - 무료 화살개 아이콘">
              <a:extLst>
                <a:ext uri="{FF2B5EF4-FFF2-40B4-BE49-F238E27FC236}">
                  <a16:creationId xmlns:a16="http://schemas.microsoft.com/office/drawing/2014/main" id="{652D9A34-E415-4DEF-9D47-ED195B9BB3B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961794" y="2100570"/>
              <a:ext cx="258865" cy="25886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50" name="그룹 149">
            <a:extLst>
              <a:ext uri="{FF2B5EF4-FFF2-40B4-BE49-F238E27FC236}">
                <a16:creationId xmlns:a16="http://schemas.microsoft.com/office/drawing/2014/main" id="{5ECA5B5C-CD10-47B4-ADCF-FC56E71F4D5C}"/>
              </a:ext>
            </a:extLst>
          </p:cNvPr>
          <p:cNvGrpSpPr/>
          <p:nvPr/>
        </p:nvGrpSpPr>
        <p:grpSpPr>
          <a:xfrm>
            <a:off x="8761263" y="3338302"/>
            <a:ext cx="280128" cy="280128"/>
            <a:chOff x="6931576" y="2073771"/>
            <a:chExt cx="312242" cy="312242"/>
          </a:xfrm>
        </p:grpSpPr>
        <p:sp>
          <p:nvSpPr>
            <p:cNvPr id="151" name="사각형: 둥근 모서리 150">
              <a:extLst>
                <a:ext uri="{FF2B5EF4-FFF2-40B4-BE49-F238E27FC236}">
                  <a16:creationId xmlns:a16="http://schemas.microsoft.com/office/drawing/2014/main" id="{697C25FF-92CC-4482-8FE4-5D41AA6961B2}"/>
                </a:ext>
              </a:extLst>
            </p:cNvPr>
            <p:cNvSpPr/>
            <p:nvPr/>
          </p:nvSpPr>
          <p:spPr>
            <a:xfrm>
              <a:off x="6931576" y="2073771"/>
              <a:ext cx="312242" cy="312242"/>
            </a:xfrm>
            <a:prstGeom prst="round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52" name="Picture 6" descr="교환 - 무료 화살개 아이콘">
              <a:extLst>
                <a:ext uri="{FF2B5EF4-FFF2-40B4-BE49-F238E27FC236}">
                  <a16:creationId xmlns:a16="http://schemas.microsoft.com/office/drawing/2014/main" id="{7032A613-CE3F-441B-898C-0FDC93DD666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961794" y="2100570"/>
              <a:ext cx="258865" cy="25886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53" name="그룹 152">
            <a:extLst>
              <a:ext uri="{FF2B5EF4-FFF2-40B4-BE49-F238E27FC236}">
                <a16:creationId xmlns:a16="http://schemas.microsoft.com/office/drawing/2014/main" id="{9D242320-3EE7-463B-A12A-FD829FFC0262}"/>
              </a:ext>
            </a:extLst>
          </p:cNvPr>
          <p:cNvGrpSpPr/>
          <p:nvPr/>
        </p:nvGrpSpPr>
        <p:grpSpPr>
          <a:xfrm>
            <a:off x="8761263" y="3947469"/>
            <a:ext cx="280128" cy="280128"/>
            <a:chOff x="6931576" y="2073771"/>
            <a:chExt cx="312242" cy="312242"/>
          </a:xfrm>
        </p:grpSpPr>
        <p:sp>
          <p:nvSpPr>
            <p:cNvPr id="154" name="사각형: 둥근 모서리 153">
              <a:extLst>
                <a:ext uri="{FF2B5EF4-FFF2-40B4-BE49-F238E27FC236}">
                  <a16:creationId xmlns:a16="http://schemas.microsoft.com/office/drawing/2014/main" id="{865CD81A-B514-44B0-835B-FC5448414604}"/>
                </a:ext>
              </a:extLst>
            </p:cNvPr>
            <p:cNvSpPr/>
            <p:nvPr/>
          </p:nvSpPr>
          <p:spPr>
            <a:xfrm>
              <a:off x="6931576" y="2073771"/>
              <a:ext cx="312242" cy="312242"/>
            </a:xfrm>
            <a:prstGeom prst="round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55" name="Picture 6" descr="교환 - 무료 화살개 아이콘">
              <a:extLst>
                <a:ext uri="{FF2B5EF4-FFF2-40B4-BE49-F238E27FC236}">
                  <a16:creationId xmlns:a16="http://schemas.microsoft.com/office/drawing/2014/main" id="{81FF10CE-8D8E-40F5-9C1B-602484BFAB7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961794" y="2100570"/>
              <a:ext cx="258865" cy="25886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56" name="그룹 155">
            <a:extLst>
              <a:ext uri="{FF2B5EF4-FFF2-40B4-BE49-F238E27FC236}">
                <a16:creationId xmlns:a16="http://schemas.microsoft.com/office/drawing/2014/main" id="{3D420C78-20F4-42FA-A3D3-8BAA05902636}"/>
              </a:ext>
            </a:extLst>
          </p:cNvPr>
          <p:cNvGrpSpPr/>
          <p:nvPr/>
        </p:nvGrpSpPr>
        <p:grpSpPr>
          <a:xfrm>
            <a:off x="8048835" y="2295311"/>
            <a:ext cx="1268231" cy="230832"/>
            <a:chOff x="2449238" y="2917195"/>
            <a:chExt cx="1268231" cy="230832"/>
          </a:xfrm>
        </p:grpSpPr>
        <p:sp>
          <p:nvSpPr>
            <p:cNvPr id="157" name="사각형: 둥근 모서리 156">
              <a:extLst>
                <a:ext uri="{FF2B5EF4-FFF2-40B4-BE49-F238E27FC236}">
                  <a16:creationId xmlns:a16="http://schemas.microsoft.com/office/drawing/2014/main" id="{AA3DD6E9-1278-43A1-9616-B5B8ED92035A}"/>
                </a:ext>
              </a:extLst>
            </p:cNvPr>
            <p:cNvSpPr/>
            <p:nvPr/>
          </p:nvSpPr>
          <p:spPr>
            <a:xfrm>
              <a:off x="2449238" y="2955172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8" name="TextBox 157">
              <a:extLst>
                <a:ext uri="{FF2B5EF4-FFF2-40B4-BE49-F238E27FC236}">
                  <a16:creationId xmlns:a16="http://schemas.microsoft.com/office/drawing/2014/main" id="{A053888F-9C4C-461B-A255-D07C32103CCF}"/>
                </a:ext>
              </a:extLst>
            </p:cNvPr>
            <p:cNvSpPr txBox="1"/>
            <p:nvPr/>
          </p:nvSpPr>
          <p:spPr>
            <a:xfrm>
              <a:off x="2472869" y="2917195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900" b="1"/>
                <a:t>00</a:t>
              </a:r>
              <a:r>
                <a:rPr lang="ko-KR" altLang="en-US" sz="900" b="1"/>
                <a:t>살</a:t>
              </a:r>
            </a:p>
          </p:txBody>
        </p:sp>
      </p:grpSp>
      <p:grpSp>
        <p:nvGrpSpPr>
          <p:cNvPr id="159" name="그룹 158">
            <a:extLst>
              <a:ext uri="{FF2B5EF4-FFF2-40B4-BE49-F238E27FC236}">
                <a16:creationId xmlns:a16="http://schemas.microsoft.com/office/drawing/2014/main" id="{5DDBF727-7474-48FE-852C-335A16DF3509}"/>
              </a:ext>
            </a:extLst>
          </p:cNvPr>
          <p:cNvGrpSpPr/>
          <p:nvPr/>
        </p:nvGrpSpPr>
        <p:grpSpPr>
          <a:xfrm>
            <a:off x="8048835" y="2907303"/>
            <a:ext cx="1268231" cy="230832"/>
            <a:chOff x="2449238" y="2917195"/>
            <a:chExt cx="1268231" cy="230832"/>
          </a:xfrm>
        </p:grpSpPr>
        <p:sp>
          <p:nvSpPr>
            <p:cNvPr id="160" name="사각형: 둥근 모서리 159">
              <a:extLst>
                <a:ext uri="{FF2B5EF4-FFF2-40B4-BE49-F238E27FC236}">
                  <a16:creationId xmlns:a16="http://schemas.microsoft.com/office/drawing/2014/main" id="{26FEF58A-02A9-47D6-B59C-7D77438AE4B1}"/>
                </a:ext>
              </a:extLst>
            </p:cNvPr>
            <p:cNvSpPr/>
            <p:nvPr/>
          </p:nvSpPr>
          <p:spPr>
            <a:xfrm>
              <a:off x="2449238" y="2955172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1" name="TextBox 160">
              <a:extLst>
                <a:ext uri="{FF2B5EF4-FFF2-40B4-BE49-F238E27FC236}">
                  <a16:creationId xmlns:a16="http://schemas.microsoft.com/office/drawing/2014/main" id="{166627C8-F8B0-440F-854D-6BDB12197BB0}"/>
                </a:ext>
              </a:extLst>
            </p:cNvPr>
            <p:cNvSpPr txBox="1"/>
            <p:nvPr/>
          </p:nvSpPr>
          <p:spPr>
            <a:xfrm>
              <a:off x="2472869" y="2917195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900" b="1"/>
                <a:t>00</a:t>
              </a:r>
              <a:r>
                <a:rPr lang="ko-KR" altLang="en-US" sz="900" b="1"/>
                <a:t>살</a:t>
              </a:r>
            </a:p>
          </p:txBody>
        </p:sp>
      </p:grpSp>
      <p:grpSp>
        <p:nvGrpSpPr>
          <p:cNvPr id="162" name="그룹 161">
            <a:extLst>
              <a:ext uri="{FF2B5EF4-FFF2-40B4-BE49-F238E27FC236}">
                <a16:creationId xmlns:a16="http://schemas.microsoft.com/office/drawing/2014/main" id="{260581BB-8CB3-45E6-82BA-BEFCB68D8657}"/>
              </a:ext>
            </a:extLst>
          </p:cNvPr>
          <p:cNvGrpSpPr/>
          <p:nvPr/>
        </p:nvGrpSpPr>
        <p:grpSpPr>
          <a:xfrm>
            <a:off x="8048835" y="3504650"/>
            <a:ext cx="1268231" cy="230832"/>
            <a:chOff x="2449238" y="2917195"/>
            <a:chExt cx="1268231" cy="230832"/>
          </a:xfrm>
        </p:grpSpPr>
        <p:sp>
          <p:nvSpPr>
            <p:cNvPr id="163" name="사각형: 둥근 모서리 162">
              <a:extLst>
                <a:ext uri="{FF2B5EF4-FFF2-40B4-BE49-F238E27FC236}">
                  <a16:creationId xmlns:a16="http://schemas.microsoft.com/office/drawing/2014/main" id="{4C96D514-CCB7-4958-A70B-A3370F3EEE26}"/>
                </a:ext>
              </a:extLst>
            </p:cNvPr>
            <p:cNvSpPr/>
            <p:nvPr/>
          </p:nvSpPr>
          <p:spPr>
            <a:xfrm>
              <a:off x="2449238" y="2955172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4" name="TextBox 163">
              <a:extLst>
                <a:ext uri="{FF2B5EF4-FFF2-40B4-BE49-F238E27FC236}">
                  <a16:creationId xmlns:a16="http://schemas.microsoft.com/office/drawing/2014/main" id="{6A122450-B7AF-47E1-91EA-2950C2B85EC7}"/>
                </a:ext>
              </a:extLst>
            </p:cNvPr>
            <p:cNvSpPr txBox="1"/>
            <p:nvPr/>
          </p:nvSpPr>
          <p:spPr>
            <a:xfrm>
              <a:off x="2472869" y="2917195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900" b="1"/>
                <a:t>00</a:t>
              </a:r>
              <a:r>
                <a:rPr lang="ko-KR" altLang="en-US" sz="900" b="1"/>
                <a:t>살</a:t>
              </a:r>
            </a:p>
          </p:txBody>
        </p:sp>
      </p:grpSp>
      <p:grpSp>
        <p:nvGrpSpPr>
          <p:cNvPr id="165" name="그룹 164">
            <a:extLst>
              <a:ext uri="{FF2B5EF4-FFF2-40B4-BE49-F238E27FC236}">
                <a16:creationId xmlns:a16="http://schemas.microsoft.com/office/drawing/2014/main" id="{C79B4366-16B2-453A-8C20-81D748CA6837}"/>
              </a:ext>
            </a:extLst>
          </p:cNvPr>
          <p:cNvGrpSpPr/>
          <p:nvPr/>
        </p:nvGrpSpPr>
        <p:grpSpPr>
          <a:xfrm>
            <a:off x="8048835" y="4103942"/>
            <a:ext cx="1268231" cy="230832"/>
            <a:chOff x="2449238" y="2917195"/>
            <a:chExt cx="1268231" cy="230832"/>
          </a:xfrm>
        </p:grpSpPr>
        <p:sp>
          <p:nvSpPr>
            <p:cNvPr id="166" name="사각형: 둥근 모서리 165">
              <a:extLst>
                <a:ext uri="{FF2B5EF4-FFF2-40B4-BE49-F238E27FC236}">
                  <a16:creationId xmlns:a16="http://schemas.microsoft.com/office/drawing/2014/main" id="{53D9ACA9-5328-43EE-A24E-35CE80F252F0}"/>
                </a:ext>
              </a:extLst>
            </p:cNvPr>
            <p:cNvSpPr/>
            <p:nvPr/>
          </p:nvSpPr>
          <p:spPr>
            <a:xfrm>
              <a:off x="2449238" y="2955172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7" name="TextBox 166">
              <a:extLst>
                <a:ext uri="{FF2B5EF4-FFF2-40B4-BE49-F238E27FC236}">
                  <a16:creationId xmlns:a16="http://schemas.microsoft.com/office/drawing/2014/main" id="{86018285-080B-4A99-8995-BE1C9CC96643}"/>
                </a:ext>
              </a:extLst>
            </p:cNvPr>
            <p:cNvSpPr txBox="1"/>
            <p:nvPr/>
          </p:nvSpPr>
          <p:spPr>
            <a:xfrm>
              <a:off x="2472869" y="2917195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900" b="1"/>
                <a:t>00</a:t>
              </a:r>
              <a:r>
                <a:rPr lang="ko-KR" altLang="en-US" sz="900" b="1"/>
                <a:t>살</a:t>
              </a:r>
            </a:p>
          </p:txBody>
        </p:sp>
      </p:grpSp>
      <p:grpSp>
        <p:nvGrpSpPr>
          <p:cNvPr id="168" name="그룹 167">
            <a:extLst>
              <a:ext uri="{FF2B5EF4-FFF2-40B4-BE49-F238E27FC236}">
                <a16:creationId xmlns:a16="http://schemas.microsoft.com/office/drawing/2014/main" id="{AD41EFB0-E7C6-4C59-BB9D-47B30E77F672}"/>
              </a:ext>
            </a:extLst>
          </p:cNvPr>
          <p:cNvGrpSpPr/>
          <p:nvPr/>
        </p:nvGrpSpPr>
        <p:grpSpPr>
          <a:xfrm>
            <a:off x="7563739" y="2302303"/>
            <a:ext cx="1256151" cy="230832"/>
            <a:chOff x="4032153" y="2905649"/>
            <a:chExt cx="1256151" cy="230832"/>
          </a:xfrm>
        </p:grpSpPr>
        <p:sp>
          <p:nvSpPr>
            <p:cNvPr id="169" name="사각형: 둥근 모서리 168">
              <a:extLst>
                <a:ext uri="{FF2B5EF4-FFF2-40B4-BE49-F238E27FC236}">
                  <a16:creationId xmlns:a16="http://schemas.microsoft.com/office/drawing/2014/main" id="{7A38EE8D-7607-493D-B9EC-A837FF042247}"/>
                </a:ext>
              </a:extLst>
            </p:cNvPr>
            <p:cNvSpPr/>
            <p:nvPr/>
          </p:nvSpPr>
          <p:spPr>
            <a:xfrm>
              <a:off x="4032153" y="2932258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0" name="TextBox 169">
              <a:extLst>
                <a:ext uri="{FF2B5EF4-FFF2-40B4-BE49-F238E27FC236}">
                  <a16:creationId xmlns:a16="http://schemas.microsoft.com/office/drawing/2014/main" id="{D0C5D8A8-78BB-47E6-BCBD-46482C3C213A}"/>
                </a:ext>
              </a:extLst>
            </p:cNvPr>
            <p:cNvSpPr txBox="1"/>
            <p:nvPr/>
          </p:nvSpPr>
          <p:spPr>
            <a:xfrm>
              <a:off x="4043704" y="2905649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9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grpSp>
        <p:nvGrpSpPr>
          <p:cNvPr id="171" name="그룹 170">
            <a:extLst>
              <a:ext uri="{FF2B5EF4-FFF2-40B4-BE49-F238E27FC236}">
                <a16:creationId xmlns:a16="http://schemas.microsoft.com/office/drawing/2014/main" id="{0183449A-95DB-4C1D-9D05-7EA45D06DFAB}"/>
              </a:ext>
            </a:extLst>
          </p:cNvPr>
          <p:cNvGrpSpPr/>
          <p:nvPr/>
        </p:nvGrpSpPr>
        <p:grpSpPr>
          <a:xfrm>
            <a:off x="7558552" y="2919213"/>
            <a:ext cx="1256151" cy="230832"/>
            <a:chOff x="4032153" y="2905649"/>
            <a:chExt cx="1256151" cy="230832"/>
          </a:xfrm>
        </p:grpSpPr>
        <p:sp>
          <p:nvSpPr>
            <p:cNvPr id="172" name="사각형: 둥근 모서리 171">
              <a:extLst>
                <a:ext uri="{FF2B5EF4-FFF2-40B4-BE49-F238E27FC236}">
                  <a16:creationId xmlns:a16="http://schemas.microsoft.com/office/drawing/2014/main" id="{EF595662-BA60-4DEA-B02C-2A6A0F9B7DCC}"/>
                </a:ext>
              </a:extLst>
            </p:cNvPr>
            <p:cNvSpPr/>
            <p:nvPr/>
          </p:nvSpPr>
          <p:spPr>
            <a:xfrm>
              <a:off x="4032153" y="2932258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3" name="TextBox 172">
              <a:extLst>
                <a:ext uri="{FF2B5EF4-FFF2-40B4-BE49-F238E27FC236}">
                  <a16:creationId xmlns:a16="http://schemas.microsoft.com/office/drawing/2014/main" id="{2CA1E2E5-8A73-4263-B0CA-BF2063FDBD26}"/>
                </a:ext>
              </a:extLst>
            </p:cNvPr>
            <p:cNvSpPr txBox="1"/>
            <p:nvPr/>
          </p:nvSpPr>
          <p:spPr>
            <a:xfrm>
              <a:off x="4043704" y="2905649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9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grpSp>
        <p:nvGrpSpPr>
          <p:cNvPr id="174" name="그룹 173">
            <a:extLst>
              <a:ext uri="{FF2B5EF4-FFF2-40B4-BE49-F238E27FC236}">
                <a16:creationId xmlns:a16="http://schemas.microsoft.com/office/drawing/2014/main" id="{A02124ED-31CD-4061-8654-D05D450D2BE4}"/>
              </a:ext>
            </a:extLst>
          </p:cNvPr>
          <p:cNvGrpSpPr/>
          <p:nvPr/>
        </p:nvGrpSpPr>
        <p:grpSpPr>
          <a:xfrm>
            <a:off x="7563739" y="3516702"/>
            <a:ext cx="1256151" cy="230832"/>
            <a:chOff x="4032153" y="2905649"/>
            <a:chExt cx="1256151" cy="230832"/>
          </a:xfrm>
        </p:grpSpPr>
        <p:sp>
          <p:nvSpPr>
            <p:cNvPr id="175" name="사각형: 둥근 모서리 174">
              <a:extLst>
                <a:ext uri="{FF2B5EF4-FFF2-40B4-BE49-F238E27FC236}">
                  <a16:creationId xmlns:a16="http://schemas.microsoft.com/office/drawing/2014/main" id="{A55F91A2-C728-4214-B9CC-4BA3815D6164}"/>
                </a:ext>
              </a:extLst>
            </p:cNvPr>
            <p:cNvSpPr/>
            <p:nvPr/>
          </p:nvSpPr>
          <p:spPr>
            <a:xfrm>
              <a:off x="4032153" y="2932258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6" name="TextBox 175">
              <a:extLst>
                <a:ext uri="{FF2B5EF4-FFF2-40B4-BE49-F238E27FC236}">
                  <a16:creationId xmlns:a16="http://schemas.microsoft.com/office/drawing/2014/main" id="{19DF2B44-E601-441E-9198-9859AE40FBF8}"/>
                </a:ext>
              </a:extLst>
            </p:cNvPr>
            <p:cNvSpPr txBox="1"/>
            <p:nvPr/>
          </p:nvSpPr>
          <p:spPr>
            <a:xfrm>
              <a:off x="4043704" y="2905649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9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grpSp>
        <p:nvGrpSpPr>
          <p:cNvPr id="177" name="그룹 176">
            <a:extLst>
              <a:ext uri="{FF2B5EF4-FFF2-40B4-BE49-F238E27FC236}">
                <a16:creationId xmlns:a16="http://schemas.microsoft.com/office/drawing/2014/main" id="{C2F42C9C-F399-4927-BDA1-1879F5637F4A}"/>
              </a:ext>
            </a:extLst>
          </p:cNvPr>
          <p:cNvGrpSpPr/>
          <p:nvPr/>
        </p:nvGrpSpPr>
        <p:grpSpPr>
          <a:xfrm>
            <a:off x="7558552" y="4114562"/>
            <a:ext cx="1256151" cy="230832"/>
            <a:chOff x="4032153" y="2905649"/>
            <a:chExt cx="1256151" cy="230832"/>
          </a:xfrm>
        </p:grpSpPr>
        <p:sp>
          <p:nvSpPr>
            <p:cNvPr id="178" name="사각형: 둥근 모서리 177">
              <a:extLst>
                <a:ext uri="{FF2B5EF4-FFF2-40B4-BE49-F238E27FC236}">
                  <a16:creationId xmlns:a16="http://schemas.microsoft.com/office/drawing/2014/main" id="{21D22408-4903-4CD9-A5B1-04E5FDD3A6C2}"/>
                </a:ext>
              </a:extLst>
            </p:cNvPr>
            <p:cNvSpPr/>
            <p:nvPr/>
          </p:nvSpPr>
          <p:spPr>
            <a:xfrm>
              <a:off x="4032153" y="2932258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9" name="TextBox 178">
              <a:extLst>
                <a:ext uri="{FF2B5EF4-FFF2-40B4-BE49-F238E27FC236}">
                  <a16:creationId xmlns:a16="http://schemas.microsoft.com/office/drawing/2014/main" id="{030817B5-44E6-43A3-A650-8E91BDF351FC}"/>
                </a:ext>
              </a:extLst>
            </p:cNvPr>
            <p:cNvSpPr txBox="1"/>
            <p:nvPr/>
          </p:nvSpPr>
          <p:spPr>
            <a:xfrm>
              <a:off x="4043704" y="2905649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9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grpSp>
        <p:nvGrpSpPr>
          <p:cNvPr id="180" name="그룹 179">
            <a:extLst>
              <a:ext uri="{FF2B5EF4-FFF2-40B4-BE49-F238E27FC236}">
                <a16:creationId xmlns:a16="http://schemas.microsoft.com/office/drawing/2014/main" id="{265C3395-519D-4132-AB0C-50AA00AC1403}"/>
              </a:ext>
            </a:extLst>
          </p:cNvPr>
          <p:cNvGrpSpPr/>
          <p:nvPr/>
        </p:nvGrpSpPr>
        <p:grpSpPr>
          <a:xfrm>
            <a:off x="9690808" y="1330558"/>
            <a:ext cx="1141042" cy="442051"/>
            <a:chOff x="6711477" y="1465221"/>
            <a:chExt cx="1416357" cy="548711"/>
          </a:xfrm>
        </p:grpSpPr>
        <p:sp>
          <p:nvSpPr>
            <p:cNvPr id="181" name="사각형: 둥근 모서리 180">
              <a:extLst>
                <a:ext uri="{FF2B5EF4-FFF2-40B4-BE49-F238E27FC236}">
                  <a16:creationId xmlns:a16="http://schemas.microsoft.com/office/drawing/2014/main" id="{42E89F79-042C-4E7E-AC03-8FF78F787ADD}"/>
                </a:ext>
              </a:extLst>
            </p:cNvPr>
            <p:cNvSpPr/>
            <p:nvPr/>
          </p:nvSpPr>
          <p:spPr>
            <a:xfrm>
              <a:off x="6839352" y="1586038"/>
              <a:ext cx="955998" cy="274512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82" name="그림 181">
              <a:extLst>
                <a:ext uri="{FF2B5EF4-FFF2-40B4-BE49-F238E27FC236}">
                  <a16:creationId xmlns:a16="http://schemas.microsoft.com/office/drawing/2014/main" id="{3625CD3A-305A-479E-8725-7067C9543EE5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11477" y="1465221"/>
              <a:ext cx="548711" cy="548711"/>
            </a:xfrm>
            <a:prstGeom prst="rect">
              <a:avLst/>
            </a:prstGeom>
          </p:spPr>
        </p:pic>
        <p:sp>
          <p:nvSpPr>
            <p:cNvPr id="183" name="TextBox 182">
              <a:extLst>
                <a:ext uri="{FF2B5EF4-FFF2-40B4-BE49-F238E27FC236}">
                  <a16:creationId xmlns:a16="http://schemas.microsoft.com/office/drawing/2014/main" id="{BD732869-D195-4E67-9AC1-DF87C02ECE82}"/>
                </a:ext>
              </a:extLst>
            </p:cNvPr>
            <p:cNvSpPr txBox="1"/>
            <p:nvPr/>
          </p:nvSpPr>
          <p:spPr>
            <a:xfrm>
              <a:off x="6883235" y="1560569"/>
              <a:ext cx="1244599" cy="3151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50" b="1"/>
                <a:t>5,000</a:t>
              </a:r>
              <a:endParaRPr lang="ko-KR" altLang="en-US" sz="1050" b="1"/>
            </a:p>
          </p:txBody>
        </p:sp>
      </p:grpSp>
      <p:sp>
        <p:nvSpPr>
          <p:cNvPr id="184" name="사각형: 둥근 모서리 183">
            <a:extLst>
              <a:ext uri="{FF2B5EF4-FFF2-40B4-BE49-F238E27FC236}">
                <a16:creationId xmlns:a16="http://schemas.microsoft.com/office/drawing/2014/main" id="{465FD3A9-EA55-4262-A409-4B6BEE435931}"/>
              </a:ext>
            </a:extLst>
          </p:cNvPr>
          <p:cNvSpPr/>
          <p:nvPr/>
        </p:nvSpPr>
        <p:spPr>
          <a:xfrm>
            <a:off x="8365481" y="1411603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85" name="Picture 4" descr="상점 아이콘 구매 기호입니다 장바구니 아이콘재고에 대 한 가방에 대한 스톡 벡터 아트 및 기타 이미지 - 가방, 고객, 구매 -  iStock">
            <a:extLst>
              <a:ext uri="{FF2B5EF4-FFF2-40B4-BE49-F238E27FC236}">
                <a16:creationId xmlns:a16="http://schemas.microsoft.com/office/drawing/2014/main" id="{396864D0-5D25-45EE-9641-F2DE9E372F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backgroundRemoval t="10000" b="90000" l="10000" r="90000">
                        <a14:foregroundMark x1="46154" y1="42067" x2="53846" y2="41106"/>
                        <a14:foregroundMark x1="63462" y1="32452" x2="63462" y2="32452"/>
                        <a14:foregroundMark x1="41587" y1="29087" x2="40144" y2="2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54536" y="1377806"/>
            <a:ext cx="385763" cy="385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6" name="Picture 8" descr="Eggs - Free food icons">
            <a:extLst>
              <a:ext uri="{FF2B5EF4-FFF2-40B4-BE49-F238E27FC236}">
                <a16:creationId xmlns:a16="http://schemas.microsoft.com/office/drawing/2014/main" id="{D026C5E8-5DD4-40D6-8A0A-CB6AF5877F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73224" y="1442971"/>
            <a:ext cx="241884" cy="2418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7" name="사각형: 둥근 모서리 186">
            <a:extLst>
              <a:ext uri="{FF2B5EF4-FFF2-40B4-BE49-F238E27FC236}">
                <a16:creationId xmlns:a16="http://schemas.microsoft.com/office/drawing/2014/main" id="{C4D20085-6102-44A4-9FE2-DD8A430B3ED7}"/>
              </a:ext>
            </a:extLst>
          </p:cNvPr>
          <p:cNvSpPr/>
          <p:nvPr/>
        </p:nvSpPr>
        <p:spPr>
          <a:xfrm>
            <a:off x="9203463" y="1406610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88" name="Picture 2" descr="설정 - 무료 ui개 아이콘">
            <a:extLst>
              <a:ext uri="{FF2B5EF4-FFF2-40B4-BE49-F238E27FC236}">
                <a16:creationId xmlns:a16="http://schemas.microsoft.com/office/drawing/2014/main" id="{51043A58-59DE-4974-8D48-45A7E441B0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55628" y="1428625"/>
            <a:ext cx="265099" cy="265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9" name="자유형: 도형 188">
            <a:extLst>
              <a:ext uri="{FF2B5EF4-FFF2-40B4-BE49-F238E27FC236}">
                <a16:creationId xmlns:a16="http://schemas.microsoft.com/office/drawing/2014/main" id="{CD2EAEE3-7BF9-4D77-8D63-A3501882E37B}"/>
              </a:ext>
            </a:extLst>
          </p:cNvPr>
          <p:cNvSpPr/>
          <p:nvPr/>
        </p:nvSpPr>
        <p:spPr>
          <a:xfrm>
            <a:off x="7734300" y="4165600"/>
            <a:ext cx="1193800" cy="1035050"/>
          </a:xfrm>
          <a:custGeom>
            <a:avLst/>
            <a:gdLst>
              <a:gd name="connsiteX0" fmla="*/ 1193800 w 1193800"/>
              <a:gd name="connsiteY0" fmla="*/ 0 h 1035050"/>
              <a:gd name="connsiteX1" fmla="*/ 927100 w 1193800"/>
              <a:gd name="connsiteY1" fmla="*/ 1035050 h 1035050"/>
              <a:gd name="connsiteX2" fmla="*/ 0 w 1193800"/>
              <a:gd name="connsiteY2" fmla="*/ 1035050 h 1035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193800" h="1035050">
                <a:moveTo>
                  <a:pt x="1193800" y="0"/>
                </a:moveTo>
                <a:lnTo>
                  <a:pt x="927100" y="1035050"/>
                </a:lnTo>
                <a:lnTo>
                  <a:pt x="0" y="103505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0" name="TextBox 189">
            <a:extLst>
              <a:ext uri="{FF2B5EF4-FFF2-40B4-BE49-F238E27FC236}">
                <a16:creationId xmlns:a16="http://schemas.microsoft.com/office/drawing/2014/main" id="{2100517F-4131-4065-A2FE-F540A2FBC669}"/>
              </a:ext>
            </a:extLst>
          </p:cNvPr>
          <p:cNvSpPr txBox="1"/>
          <p:nvPr/>
        </p:nvSpPr>
        <p:spPr>
          <a:xfrm>
            <a:off x="5433081" y="5012199"/>
            <a:ext cx="2336800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현재 나와있는달팽이와 교체</a:t>
            </a:r>
            <a:endParaRPr lang="en-US" altLang="ko-KR" sz="1050" b="1"/>
          </a:p>
          <a:p>
            <a:r>
              <a:rPr lang="en-US" altLang="ko-KR" sz="1050" b="1"/>
              <a:t>(</a:t>
            </a:r>
            <a:r>
              <a:rPr lang="ko-KR" altLang="en-US" sz="1050" b="1"/>
              <a:t>나와있는 달팽이는 이 버튼이 없음</a:t>
            </a:r>
            <a:r>
              <a:rPr lang="en-US" altLang="ko-KR" sz="1050" b="1"/>
              <a:t>)</a:t>
            </a:r>
            <a:endParaRPr lang="ko-KR" altLang="en-US" sz="1050" b="1"/>
          </a:p>
        </p:txBody>
      </p:sp>
      <p:sp>
        <p:nvSpPr>
          <p:cNvPr id="191" name="자유형: 도형 190">
            <a:extLst>
              <a:ext uri="{FF2B5EF4-FFF2-40B4-BE49-F238E27FC236}">
                <a16:creationId xmlns:a16="http://schemas.microsoft.com/office/drawing/2014/main" id="{34697B42-3066-4D54-9344-9007D82BB4C9}"/>
              </a:ext>
            </a:extLst>
          </p:cNvPr>
          <p:cNvSpPr/>
          <p:nvPr/>
        </p:nvSpPr>
        <p:spPr>
          <a:xfrm>
            <a:off x="6172200" y="1924050"/>
            <a:ext cx="1073150" cy="361950"/>
          </a:xfrm>
          <a:custGeom>
            <a:avLst/>
            <a:gdLst>
              <a:gd name="connsiteX0" fmla="*/ 1073150 w 1073150"/>
              <a:gd name="connsiteY0" fmla="*/ 361950 h 361950"/>
              <a:gd name="connsiteX1" fmla="*/ 552450 w 1073150"/>
              <a:gd name="connsiteY1" fmla="*/ 0 h 361950"/>
              <a:gd name="connsiteX2" fmla="*/ 0 w 1073150"/>
              <a:gd name="connsiteY2" fmla="*/ 0 h 361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073150" h="361950">
                <a:moveTo>
                  <a:pt x="1073150" y="361950"/>
                </a:moveTo>
                <a:lnTo>
                  <a:pt x="552450" y="0"/>
                </a:lnTo>
                <a:lnTo>
                  <a:pt x="0" y="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2" name="TextBox 191">
            <a:extLst>
              <a:ext uri="{FF2B5EF4-FFF2-40B4-BE49-F238E27FC236}">
                <a16:creationId xmlns:a16="http://schemas.microsoft.com/office/drawing/2014/main" id="{10582E11-6CD2-44B3-9AA7-43C1D47CA992}"/>
              </a:ext>
            </a:extLst>
          </p:cNvPr>
          <p:cNvSpPr txBox="1"/>
          <p:nvPr/>
        </p:nvSpPr>
        <p:spPr>
          <a:xfrm>
            <a:off x="5662213" y="1701157"/>
            <a:ext cx="636559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달팽이 모습</a:t>
            </a:r>
          </a:p>
        </p:txBody>
      </p:sp>
      <p:sp>
        <p:nvSpPr>
          <p:cNvPr id="193" name="자유형: 도형 192">
            <a:extLst>
              <a:ext uri="{FF2B5EF4-FFF2-40B4-BE49-F238E27FC236}">
                <a16:creationId xmlns:a16="http://schemas.microsoft.com/office/drawing/2014/main" id="{F13DBC5C-0A2B-4F7E-B64C-C61CCB7CB2FD}"/>
              </a:ext>
            </a:extLst>
          </p:cNvPr>
          <p:cNvSpPr/>
          <p:nvPr/>
        </p:nvSpPr>
        <p:spPr>
          <a:xfrm>
            <a:off x="7219950" y="819150"/>
            <a:ext cx="0" cy="698500"/>
          </a:xfrm>
          <a:custGeom>
            <a:avLst/>
            <a:gdLst>
              <a:gd name="connsiteX0" fmla="*/ 0 w 0"/>
              <a:gd name="connsiteY0" fmla="*/ 698500 h 698500"/>
              <a:gd name="connsiteX1" fmla="*/ 0 w 0"/>
              <a:gd name="connsiteY1" fmla="*/ 0 h 698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h="698500">
                <a:moveTo>
                  <a:pt x="0" y="698500"/>
                </a:moveTo>
                <a:lnTo>
                  <a:pt x="0" y="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4" name="TextBox 193">
            <a:extLst>
              <a:ext uri="{FF2B5EF4-FFF2-40B4-BE49-F238E27FC236}">
                <a16:creationId xmlns:a16="http://schemas.microsoft.com/office/drawing/2014/main" id="{83377FD1-23F8-4C04-B8FA-A7130348077F}"/>
              </a:ext>
            </a:extLst>
          </p:cNvPr>
          <p:cNvSpPr txBox="1"/>
          <p:nvPr/>
        </p:nvSpPr>
        <p:spPr>
          <a:xfrm>
            <a:off x="6802732" y="282022"/>
            <a:ext cx="937068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달팽이 정보</a:t>
            </a:r>
            <a:r>
              <a:rPr lang="en-US" altLang="ko-KR" sz="1050" b="1"/>
              <a:t>(</a:t>
            </a:r>
            <a:r>
              <a:rPr lang="ko-KR" altLang="en-US" sz="1050" b="1"/>
              <a:t>현재 탭</a:t>
            </a:r>
            <a:r>
              <a:rPr lang="en-US" altLang="ko-KR" sz="1050" b="1"/>
              <a:t>)</a:t>
            </a:r>
            <a:endParaRPr lang="ko-KR" altLang="en-US" sz="1050" b="1"/>
          </a:p>
        </p:txBody>
      </p:sp>
      <p:sp>
        <p:nvSpPr>
          <p:cNvPr id="2" name="자유형: 도형 1">
            <a:extLst>
              <a:ext uri="{FF2B5EF4-FFF2-40B4-BE49-F238E27FC236}">
                <a16:creationId xmlns:a16="http://schemas.microsoft.com/office/drawing/2014/main" id="{A611A766-D749-9435-1041-59428C97C3BC}"/>
              </a:ext>
            </a:extLst>
          </p:cNvPr>
          <p:cNvSpPr/>
          <p:nvPr/>
        </p:nvSpPr>
        <p:spPr>
          <a:xfrm>
            <a:off x="7661772" y="1032579"/>
            <a:ext cx="45719" cy="458115"/>
          </a:xfrm>
          <a:custGeom>
            <a:avLst/>
            <a:gdLst>
              <a:gd name="connsiteX0" fmla="*/ 0 w 0"/>
              <a:gd name="connsiteY0" fmla="*/ 698500 h 698500"/>
              <a:gd name="connsiteX1" fmla="*/ 0 w 0"/>
              <a:gd name="connsiteY1" fmla="*/ 0 h 698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h="698500">
                <a:moveTo>
                  <a:pt x="0" y="698500"/>
                </a:moveTo>
                <a:lnTo>
                  <a:pt x="0" y="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9D8E782-7B3C-3399-F00C-3042E46E9B85}"/>
              </a:ext>
            </a:extLst>
          </p:cNvPr>
          <p:cNvSpPr txBox="1"/>
          <p:nvPr/>
        </p:nvSpPr>
        <p:spPr>
          <a:xfrm>
            <a:off x="7305645" y="772781"/>
            <a:ext cx="93706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음식 목록</a:t>
            </a:r>
            <a:endParaRPr lang="ko-KR" altLang="en-US" sz="1050" b="1" dirty="0"/>
          </a:p>
        </p:txBody>
      </p:sp>
      <p:sp>
        <p:nvSpPr>
          <p:cNvPr id="144" name="자유형: 도형 143">
            <a:extLst>
              <a:ext uri="{FF2B5EF4-FFF2-40B4-BE49-F238E27FC236}">
                <a16:creationId xmlns:a16="http://schemas.microsoft.com/office/drawing/2014/main" id="{6340B1A1-865C-A65B-770E-E84C75B86CF7}"/>
              </a:ext>
            </a:extLst>
          </p:cNvPr>
          <p:cNvSpPr/>
          <p:nvPr/>
        </p:nvSpPr>
        <p:spPr>
          <a:xfrm>
            <a:off x="8105775" y="748432"/>
            <a:ext cx="0" cy="698500"/>
          </a:xfrm>
          <a:custGeom>
            <a:avLst/>
            <a:gdLst>
              <a:gd name="connsiteX0" fmla="*/ 0 w 0"/>
              <a:gd name="connsiteY0" fmla="*/ 698500 h 698500"/>
              <a:gd name="connsiteX1" fmla="*/ 0 w 0"/>
              <a:gd name="connsiteY1" fmla="*/ 0 h 698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h="698500">
                <a:moveTo>
                  <a:pt x="0" y="698500"/>
                </a:moveTo>
                <a:lnTo>
                  <a:pt x="0" y="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4EDCC657-9CE1-545D-7E39-046BA47A8A86}"/>
              </a:ext>
            </a:extLst>
          </p:cNvPr>
          <p:cNvSpPr txBox="1"/>
          <p:nvPr/>
        </p:nvSpPr>
        <p:spPr>
          <a:xfrm>
            <a:off x="7648562" y="516104"/>
            <a:ext cx="93706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보유중인 알</a:t>
            </a:r>
            <a:endParaRPr lang="ko-KR" altLang="en-US" sz="1050" b="1" dirty="0"/>
          </a:p>
        </p:txBody>
      </p:sp>
      <p:sp>
        <p:nvSpPr>
          <p:cNvPr id="196" name="자유형: 도형 195">
            <a:extLst>
              <a:ext uri="{FF2B5EF4-FFF2-40B4-BE49-F238E27FC236}">
                <a16:creationId xmlns:a16="http://schemas.microsoft.com/office/drawing/2014/main" id="{3AE68DAF-DB98-43CA-13CA-11184D659AA9}"/>
              </a:ext>
            </a:extLst>
          </p:cNvPr>
          <p:cNvSpPr/>
          <p:nvPr/>
        </p:nvSpPr>
        <p:spPr>
          <a:xfrm>
            <a:off x="8558434" y="1089729"/>
            <a:ext cx="45719" cy="458115"/>
          </a:xfrm>
          <a:custGeom>
            <a:avLst/>
            <a:gdLst>
              <a:gd name="connsiteX0" fmla="*/ 0 w 0"/>
              <a:gd name="connsiteY0" fmla="*/ 698500 h 698500"/>
              <a:gd name="connsiteX1" fmla="*/ 0 w 0"/>
              <a:gd name="connsiteY1" fmla="*/ 0 h 698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h="698500">
                <a:moveTo>
                  <a:pt x="0" y="698500"/>
                </a:moveTo>
                <a:lnTo>
                  <a:pt x="0" y="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67F09503-CDFC-03E4-D4F9-D675BBFD3AA3}"/>
              </a:ext>
            </a:extLst>
          </p:cNvPr>
          <p:cNvSpPr txBox="1"/>
          <p:nvPr/>
        </p:nvSpPr>
        <p:spPr>
          <a:xfrm>
            <a:off x="8363753" y="775220"/>
            <a:ext cx="93706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 dirty="0"/>
              <a:t>상점</a:t>
            </a:r>
          </a:p>
        </p:txBody>
      </p:sp>
    </p:spTree>
    <p:extLst>
      <p:ext uri="{BB962C8B-B14F-4D97-AF65-F5344CB8AC3E}">
        <p14:creationId xmlns:p14="http://schemas.microsoft.com/office/powerpoint/2010/main" val="22605312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97A5D388-3B52-EAF3-78F2-60BDB96678BE}"/>
              </a:ext>
            </a:extLst>
          </p:cNvPr>
          <p:cNvSpPr/>
          <p:nvPr/>
        </p:nvSpPr>
        <p:spPr>
          <a:xfrm>
            <a:off x="615853" y="1849897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05CCA5AB-12D0-93A1-8295-22F3D4501277}"/>
              </a:ext>
            </a:extLst>
          </p:cNvPr>
          <p:cNvSpPr/>
          <p:nvPr/>
        </p:nvSpPr>
        <p:spPr>
          <a:xfrm>
            <a:off x="1190128" y="1538747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A9BB69C8-9C6C-B107-A632-4D23526CF423}"/>
              </a:ext>
            </a:extLst>
          </p:cNvPr>
          <p:cNvSpPr/>
          <p:nvPr/>
        </p:nvSpPr>
        <p:spPr>
          <a:xfrm>
            <a:off x="761546" y="1535312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5C6F2BEB-A9CC-74FE-C485-FBCAA0D0DF57}"/>
              </a:ext>
            </a:extLst>
          </p:cNvPr>
          <p:cNvSpPr/>
          <p:nvPr/>
        </p:nvSpPr>
        <p:spPr>
          <a:xfrm>
            <a:off x="1635732" y="1538747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8" name="Picture 2" descr="잎 - 무료 자연개 아이콘">
            <a:extLst>
              <a:ext uri="{FF2B5EF4-FFF2-40B4-BE49-F238E27FC236}">
                <a16:creationId xmlns:a16="http://schemas.microsoft.com/office/drawing/2014/main" id="{46331300-B2E1-024D-2990-7E9AA1876F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3898" y="1567619"/>
            <a:ext cx="251234" cy="2512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2" descr="Material 디자인 스타일의 달팽이 아이콘">
            <a:extLst>
              <a:ext uri="{FF2B5EF4-FFF2-40B4-BE49-F238E27FC236}">
                <a16:creationId xmlns:a16="http://schemas.microsoft.com/office/drawing/2014/main" id="{0BDECDF1-D15B-105F-EB4C-C304F4E399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8750" r="91250">
                        <a14:foregroundMark x1="90833" y1="41250" x2="90833" y2="41250"/>
                        <a14:foregroundMark x1="91250" y1="16167" x2="91250" y2="16167"/>
                        <a14:foregroundMark x1="8750" y1="46000" x2="8750" y2="460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2355" y="1542182"/>
            <a:ext cx="297156" cy="2971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4" descr="상점 아이콘 구매 기호입니다 장바구니 아이콘재고에 대 한 가방에 대한 스톡 벡터 아트 및 기타 이미지 - 가방, 고객, 구매 -  iStock">
            <a:extLst>
              <a:ext uri="{FF2B5EF4-FFF2-40B4-BE49-F238E27FC236}">
                <a16:creationId xmlns:a16="http://schemas.microsoft.com/office/drawing/2014/main" id="{A4095A59-B065-7146-2480-CA7AA2D312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>
                        <a14:foregroundMark x1="46154" y1="42067" x2="53846" y2="41106"/>
                        <a14:foregroundMark x1="63462" y1="32452" x2="63462" y2="32452"/>
                        <a14:foregroundMark x1="41587" y1="29087" x2="40144" y2="2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24787" y="1504950"/>
            <a:ext cx="385763" cy="385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0A5FD5C7-7CC0-E1BB-E0A7-6B13140F82E4}"/>
              </a:ext>
            </a:extLst>
          </p:cNvPr>
          <p:cNvSpPr/>
          <p:nvPr/>
        </p:nvSpPr>
        <p:spPr>
          <a:xfrm>
            <a:off x="2816374" y="1842773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2D63E722-8137-79CB-2180-BF9304FE8FA0}"/>
              </a:ext>
            </a:extLst>
          </p:cNvPr>
          <p:cNvSpPr/>
          <p:nvPr/>
        </p:nvSpPr>
        <p:spPr>
          <a:xfrm>
            <a:off x="4764088" y="1747523"/>
            <a:ext cx="323850" cy="323850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3295ED9F-9A90-65D4-7AE8-20E34BBBFF74}"/>
              </a:ext>
            </a:extLst>
          </p:cNvPr>
          <p:cNvSpPr/>
          <p:nvPr/>
        </p:nvSpPr>
        <p:spPr>
          <a:xfrm>
            <a:off x="3386059" y="3429167"/>
            <a:ext cx="486318" cy="152129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DF7A2CE2-6370-2F7E-9ED6-53D7149CE00A}"/>
              </a:ext>
            </a:extLst>
          </p:cNvPr>
          <p:cNvSpPr/>
          <p:nvPr/>
        </p:nvSpPr>
        <p:spPr>
          <a:xfrm>
            <a:off x="3216629" y="3386758"/>
            <a:ext cx="239965" cy="232964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5" name="Picture 2" descr="잎 - 무료 자연개 아이콘">
            <a:extLst>
              <a:ext uri="{FF2B5EF4-FFF2-40B4-BE49-F238E27FC236}">
                <a16:creationId xmlns:a16="http://schemas.microsoft.com/office/drawing/2014/main" id="{3CE85888-89EC-C758-4FC4-E2855C3F69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2792" y="3401328"/>
            <a:ext cx="197037" cy="1970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곱하기 기호 15">
            <a:extLst>
              <a:ext uri="{FF2B5EF4-FFF2-40B4-BE49-F238E27FC236}">
                <a16:creationId xmlns:a16="http://schemas.microsoft.com/office/drawing/2014/main" id="{10966F6D-8510-4C37-8B6D-65D459203D05}"/>
              </a:ext>
            </a:extLst>
          </p:cNvPr>
          <p:cNvSpPr/>
          <p:nvPr/>
        </p:nvSpPr>
        <p:spPr>
          <a:xfrm>
            <a:off x="4746951" y="1730272"/>
            <a:ext cx="358775" cy="358775"/>
          </a:xfrm>
          <a:prstGeom prst="mathMultiply">
            <a:avLst>
              <a:gd name="adj1" fmla="val 1694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5ECE7B3-0F2A-8983-214C-A5682F6694A5}"/>
              </a:ext>
            </a:extLst>
          </p:cNvPr>
          <p:cNvSpPr txBox="1"/>
          <p:nvPr/>
        </p:nvSpPr>
        <p:spPr>
          <a:xfrm>
            <a:off x="1109765" y="1902235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/>
              <a:t>음식 목록</a:t>
            </a:r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658E8B57-95CA-C3AB-4E08-F77E5976856E}"/>
              </a:ext>
            </a:extLst>
          </p:cNvPr>
          <p:cNvSpPr/>
          <p:nvPr/>
        </p:nvSpPr>
        <p:spPr>
          <a:xfrm>
            <a:off x="3422786" y="2362492"/>
            <a:ext cx="987695" cy="897313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ACDE5A8F-D881-727F-1FDB-23F4C4FCD81E}"/>
              </a:ext>
            </a:extLst>
          </p:cNvPr>
          <p:cNvSpPr/>
          <p:nvPr/>
        </p:nvSpPr>
        <p:spPr>
          <a:xfrm>
            <a:off x="767661" y="2283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EE3DC45F-3024-590D-7CAC-DF974D04945E}"/>
              </a:ext>
            </a:extLst>
          </p:cNvPr>
          <p:cNvSpPr/>
          <p:nvPr/>
        </p:nvSpPr>
        <p:spPr>
          <a:xfrm>
            <a:off x="1266400" y="2283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B5E1DC36-E243-788D-DEAA-4C20453B2F3F}"/>
              </a:ext>
            </a:extLst>
          </p:cNvPr>
          <p:cNvSpPr/>
          <p:nvPr/>
        </p:nvSpPr>
        <p:spPr>
          <a:xfrm>
            <a:off x="1763992" y="2283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FF9DE067-4BC8-BB8E-1DD3-1CB3717C0C27}"/>
              </a:ext>
            </a:extLst>
          </p:cNvPr>
          <p:cNvSpPr/>
          <p:nvPr/>
        </p:nvSpPr>
        <p:spPr>
          <a:xfrm>
            <a:off x="2261584" y="2283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0D2E119A-AC54-0044-8EAB-069BCB6D2F6D}"/>
              </a:ext>
            </a:extLst>
          </p:cNvPr>
          <p:cNvSpPr/>
          <p:nvPr/>
        </p:nvSpPr>
        <p:spPr>
          <a:xfrm>
            <a:off x="767661" y="2791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DF4B8F7C-6D66-4E24-F091-EE482A3F309A}"/>
              </a:ext>
            </a:extLst>
          </p:cNvPr>
          <p:cNvSpPr/>
          <p:nvPr/>
        </p:nvSpPr>
        <p:spPr>
          <a:xfrm>
            <a:off x="1266400" y="2791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2319E14B-9CA6-5CDC-7634-F541D636617B}"/>
              </a:ext>
            </a:extLst>
          </p:cNvPr>
          <p:cNvSpPr/>
          <p:nvPr/>
        </p:nvSpPr>
        <p:spPr>
          <a:xfrm>
            <a:off x="1763992" y="2791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B0C39BEE-1477-09DF-441E-15C37507CAE7}"/>
              </a:ext>
            </a:extLst>
          </p:cNvPr>
          <p:cNvSpPr/>
          <p:nvPr/>
        </p:nvSpPr>
        <p:spPr>
          <a:xfrm>
            <a:off x="2261584" y="2791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C1F79A55-9B40-E0BE-7D42-5724D4E4BEE9}"/>
              </a:ext>
            </a:extLst>
          </p:cNvPr>
          <p:cNvSpPr/>
          <p:nvPr/>
        </p:nvSpPr>
        <p:spPr>
          <a:xfrm>
            <a:off x="767661" y="3299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289F509B-09A6-1675-470B-8DD4E43EBA22}"/>
              </a:ext>
            </a:extLst>
          </p:cNvPr>
          <p:cNvSpPr/>
          <p:nvPr/>
        </p:nvSpPr>
        <p:spPr>
          <a:xfrm>
            <a:off x="1266400" y="3299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3535E486-4911-9B23-B6D1-B9A15B5B2AEB}"/>
              </a:ext>
            </a:extLst>
          </p:cNvPr>
          <p:cNvSpPr/>
          <p:nvPr/>
        </p:nvSpPr>
        <p:spPr>
          <a:xfrm>
            <a:off x="1763992" y="3299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사각형: 둥근 모서리 29">
            <a:extLst>
              <a:ext uri="{FF2B5EF4-FFF2-40B4-BE49-F238E27FC236}">
                <a16:creationId xmlns:a16="http://schemas.microsoft.com/office/drawing/2014/main" id="{AC617EB1-CF35-51D2-75A8-5546C4CEB837}"/>
              </a:ext>
            </a:extLst>
          </p:cNvPr>
          <p:cNvSpPr/>
          <p:nvPr/>
        </p:nvSpPr>
        <p:spPr>
          <a:xfrm>
            <a:off x="2261584" y="3299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사각형: 둥근 모서리 30">
            <a:extLst>
              <a:ext uri="{FF2B5EF4-FFF2-40B4-BE49-F238E27FC236}">
                <a16:creationId xmlns:a16="http://schemas.microsoft.com/office/drawing/2014/main" id="{E6D9B7AC-9593-59BF-4D60-2B60E6839AE0}"/>
              </a:ext>
            </a:extLst>
          </p:cNvPr>
          <p:cNvSpPr/>
          <p:nvPr/>
        </p:nvSpPr>
        <p:spPr>
          <a:xfrm>
            <a:off x="767661" y="3807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사각형: 둥근 모서리 31">
            <a:extLst>
              <a:ext uri="{FF2B5EF4-FFF2-40B4-BE49-F238E27FC236}">
                <a16:creationId xmlns:a16="http://schemas.microsoft.com/office/drawing/2014/main" id="{0874C513-1E5D-3FD6-4715-25787123766F}"/>
              </a:ext>
            </a:extLst>
          </p:cNvPr>
          <p:cNvSpPr/>
          <p:nvPr/>
        </p:nvSpPr>
        <p:spPr>
          <a:xfrm>
            <a:off x="1266400" y="3807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70A0AA3D-68A0-D096-E89C-4C2275696AD8}"/>
              </a:ext>
            </a:extLst>
          </p:cNvPr>
          <p:cNvSpPr/>
          <p:nvPr/>
        </p:nvSpPr>
        <p:spPr>
          <a:xfrm>
            <a:off x="1763992" y="3807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0C2AF2C9-CDD4-60B2-EBB0-F8105A22F92B}"/>
              </a:ext>
            </a:extLst>
          </p:cNvPr>
          <p:cNvSpPr/>
          <p:nvPr/>
        </p:nvSpPr>
        <p:spPr>
          <a:xfrm>
            <a:off x="2261584" y="3807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1A11FA99-CBEF-64A5-539A-00E71687E192}"/>
              </a:ext>
            </a:extLst>
          </p:cNvPr>
          <p:cNvSpPr/>
          <p:nvPr/>
        </p:nvSpPr>
        <p:spPr>
          <a:xfrm>
            <a:off x="766496" y="4331619"/>
            <a:ext cx="400050" cy="17541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E8D6D9C3-0B8A-E7D2-04B0-4510773FFADE}"/>
              </a:ext>
            </a:extLst>
          </p:cNvPr>
          <p:cNvSpPr/>
          <p:nvPr/>
        </p:nvSpPr>
        <p:spPr>
          <a:xfrm>
            <a:off x="1265235" y="4331619"/>
            <a:ext cx="400050" cy="17541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7EFC5BE7-7288-16E0-5F9C-5FA8BB7A4B76}"/>
              </a:ext>
            </a:extLst>
          </p:cNvPr>
          <p:cNvSpPr/>
          <p:nvPr/>
        </p:nvSpPr>
        <p:spPr>
          <a:xfrm>
            <a:off x="1762827" y="4331619"/>
            <a:ext cx="400050" cy="17541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300B58D2-5307-115E-5A8A-1CC50DBE8E61}"/>
              </a:ext>
            </a:extLst>
          </p:cNvPr>
          <p:cNvSpPr/>
          <p:nvPr/>
        </p:nvSpPr>
        <p:spPr>
          <a:xfrm>
            <a:off x="2260419" y="4331619"/>
            <a:ext cx="400050" cy="17541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9" name="그룹 38">
            <a:extLst>
              <a:ext uri="{FF2B5EF4-FFF2-40B4-BE49-F238E27FC236}">
                <a16:creationId xmlns:a16="http://schemas.microsoft.com/office/drawing/2014/main" id="{2E5CB0EC-A57F-FF31-43F7-DC0BDFBCCD15}"/>
              </a:ext>
            </a:extLst>
          </p:cNvPr>
          <p:cNvGrpSpPr/>
          <p:nvPr/>
        </p:nvGrpSpPr>
        <p:grpSpPr>
          <a:xfrm>
            <a:off x="3442240" y="1463105"/>
            <a:ext cx="1141042" cy="442051"/>
            <a:chOff x="6711477" y="1465221"/>
            <a:chExt cx="1416357" cy="548711"/>
          </a:xfrm>
        </p:grpSpPr>
        <p:sp>
          <p:nvSpPr>
            <p:cNvPr id="40" name="사각형: 둥근 모서리 39">
              <a:extLst>
                <a:ext uri="{FF2B5EF4-FFF2-40B4-BE49-F238E27FC236}">
                  <a16:creationId xmlns:a16="http://schemas.microsoft.com/office/drawing/2014/main" id="{01030FF5-84A4-FE27-4827-C78812B41457}"/>
                </a:ext>
              </a:extLst>
            </p:cNvPr>
            <p:cNvSpPr/>
            <p:nvPr/>
          </p:nvSpPr>
          <p:spPr>
            <a:xfrm>
              <a:off x="6839352" y="1586038"/>
              <a:ext cx="955998" cy="274512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41" name="그림 40">
              <a:extLst>
                <a:ext uri="{FF2B5EF4-FFF2-40B4-BE49-F238E27FC236}">
                  <a16:creationId xmlns:a16="http://schemas.microsoft.com/office/drawing/2014/main" id="{9CEA5ADA-1470-2BE3-014C-B65240A9764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11477" y="1465221"/>
              <a:ext cx="548711" cy="548711"/>
            </a:xfrm>
            <a:prstGeom prst="rect">
              <a:avLst/>
            </a:prstGeom>
          </p:spPr>
        </p:pic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55CE5C66-E2DE-B8C0-285F-66FC9FEE128D}"/>
                </a:ext>
              </a:extLst>
            </p:cNvPr>
            <p:cNvSpPr txBox="1"/>
            <p:nvPr/>
          </p:nvSpPr>
          <p:spPr>
            <a:xfrm>
              <a:off x="6883235" y="1560569"/>
              <a:ext cx="1244599" cy="3151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50" b="1"/>
                <a:t>5,000</a:t>
              </a:r>
              <a:endParaRPr lang="ko-KR" altLang="en-US" sz="1050" b="1"/>
            </a:p>
          </p:txBody>
        </p:sp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id="{0989DEAB-C974-11D6-2C6A-7803229C1FDC}"/>
              </a:ext>
            </a:extLst>
          </p:cNvPr>
          <p:cNvSpPr txBox="1"/>
          <p:nvPr/>
        </p:nvSpPr>
        <p:spPr>
          <a:xfrm>
            <a:off x="3294334" y="1895725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/>
              <a:t>음식 이름</a:t>
            </a:r>
          </a:p>
        </p:txBody>
      </p:sp>
      <p:grpSp>
        <p:nvGrpSpPr>
          <p:cNvPr id="44" name="그룹 43">
            <a:extLst>
              <a:ext uri="{FF2B5EF4-FFF2-40B4-BE49-F238E27FC236}">
                <a16:creationId xmlns:a16="http://schemas.microsoft.com/office/drawing/2014/main" id="{E47AF74E-B5EE-1C13-96BD-7E20D2641BD1}"/>
              </a:ext>
            </a:extLst>
          </p:cNvPr>
          <p:cNvGrpSpPr/>
          <p:nvPr/>
        </p:nvGrpSpPr>
        <p:grpSpPr>
          <a:xfrm>
            <a:off x="3693256" y="2200649"/>
            <a:ext cx="1256151" cy="230832"/>
            <a:chOff x="3879753" y="2753249"/>
            <a:chExt cx="1256151" cy="230832"/>
          </a:xfrm>
        </p:grpSpPr>
        <p:sp>
          <p:nvSpPr>
            <p:cNvPr id="45" name="사각형: 둥근 모서리 44">
              <a:extLst>
                <a:ext uri="{FF2B5EF4-FFF2-40B4-BE49-F238E27FC236}">
                  <a16:creationId xmlns:a16="http://schemas.microsoft.com/office/drawing/2014/main" id="{6D4473C6-8EE0-D76F-6592-4B3AE0D02EA0}"/>
                </a:ext>
              </a:extLst>
            </p:cNvPr>
            <p:cNvSpPr/>
            <p:nvPr/>
          </p:nvSpPr>
          <p:spPr>
            <a:xfrm>
              <a:off x="3879753" y="2779858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59B09449-A285-D6D5-F65F-FD66BC0CDDD8}"/>
                </a:ext>
              </a:extLst>
            </p:cNvPr>
            <p:cNvSpPr txBox="1"/>
            <p:nvPr/>
          </p:nvSpPr>
          <p:spPr>
            <a:xfrm>
              <a:off x="3891304" y="2753249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9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C5C7B3F6-937C-5B98-F21F-4C3C021917BF}"/>
              </a:ext>
            </a:extLst>
          </p:cNvPr>
          <p:cNvSpPr/>
          <p:nvPr/>
        </p:nvSpPr>
        <p:spPr>
          <a:xfrm>
            <a:off x="4108857" y="3429167"/>
            <a:ext cx="486318" cy="152129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사각형: 둥근 모서리 47">
            <a:extLst>
              <a:ext uri="{FF2B5EF4-FFF2-40B4-BE49-F238E27FC236}">
                <a16:creationId xmlns:a16="http://schemas.microsoft.com/office/drawing/2014/main" id="{4F46C3AB-BCA4-A4BF-2217-2EBB81B46C4B}"/>
              </a:ext>
            </a:extLst>
          </p:cNvPr>
          <p:cNvSpPr/>
          <p:nvPr/>
        </p:nvSpPr>
        <p:spPr>
          <a:xfrm>
            <a:off x="3916317" y="3390365"/>
            <a:ext cx="239965" cy="232964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9" name="Picture 8" descr="Black heart icon | Free SVG">
            <a:extLst>
              <a:ext uri="{FF2B5EF4-FFF2-40B4-BE49-F238E27FC236}">
                <a16:creationId xmlns:a16="http://schemas.microsoft.com/office/drawing/2014/main" id="{526CB863-8939-4659-3969-A12B1F7C00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41385" y="3417645"/>
            <a:ext cx="180492" cy="1804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EEE2356E-85CE-3CD3-08EC-66577C51F9D9}"/>
              </a:ext>
            </a:extLst>
          </p:cNvPr>
          <p:cNvSpPr txBox="1"/>
          <p:nvPr/>
        </p:nvSpPr>
        <p:spPr>
          <a:xfrm>
            <a:off x="3629095" y="3383689"/>
            <a:ext cx="12446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/>
              <a:t>5</a:t>
            </a:r>
            <a:endParaRPr lang="ko-KR" altLang="en-US" sz="900" b="1"/>
          </a:p>
        </p:txBody>
      </p: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584366A5-9B8A-FE9F-F0AB-A41F02752F57}"/>
              </a:ext>
            </a:extLst>
          </p:cNvPr>
          <p:cNvSpPr/>
          <p:nvPr/>
        </p:nvSpPr>
        <p:spPr>
          <a:xfrm>
            <a:off x="3066667" y="3726927"/>
            <a:ext cx="1740332" cy="451716"/>
          </a:xfrm>
          <a:prstGeom prst="roundRect">
            <a:avLst>
              <a:gd name="adj" fmla="val 8403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15D8216-8AB2-EE5D-D5F1-502FA12170C9}"/>
              </a:ext>
            </a:extLst>
          </p:cNvPr>
          <p:cNvSpPr txBox="1"/>
          <p:nvPr/>
        </p:nvSpPr>
        <p:spPr>
          <a:xfrm>
            <a:off x="3066667" y="3789084"/>
            <a:ext cx="18294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b="1"/>
              <a:t>어쩌구 저쩌구 음식에 대한 설명</a:t>
            </a:r>
            <a:endParaRPr lang="en-US" altLang="ko-KR" sz="800" b="1"/>
          </a:p>
          <a:p>
            <a:r>
              <a:rPr lang="ko-KR" altLang="en-US" sz="800" b="1"/>
              <a:t>어쩌구 저쩌구 음식에 대한 설명</a:t>
            </a:r>
          </a:p>
        </p:txBody>
      </p:sp>
      <p:sp>
        <p:nvSpPr>
          <p:cNvPr id="53" name="사각형: 둥근 모서리 52">
            <a:extLst>
              <a:ext uri="{FF2B5EF4-FFF2-40B4-BE49-F238E27FC236}">
                <a16:creationId xmlns:a16="http://schemas.microsoft.com/office/drawing/2014/main" id="{358E4B54-8147-C417-E7A0-68DF6070BCCD}"/>
              </a:ext>
            </a:extLst>
          </p:cNvPr>
          <p:cNvSpPr/>
          <p:nvPr/>
        </p:nvSpPr>
        <p:spPr>
          <a:xfrm>
            <a:off x="4485894" y="4256699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54" name="Picture 6" descr="Coin - Free business icons">
            <a:extLst>
              <a:ext uri="{FF2B5EF4-FFF2-40B4-BE49-F238E27FC236}">
                <a16:creationId xmlns:a16="http://schemas.microsoft.com/office/drawing/2014/main" id="{A276DE2A-3D67-387E-BF16-DA96CF1E5B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30556" y="4275085"/>
            <a:ext cx="237879" cy="2378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EBCA636E-A702-65D6-FCE9-3B5AE5086D7A}"/>
              </a:ext>
            </a:extLst>
          </p:cNvPr>
          <p:cNvSpPr/>
          <p:nvPr/>
        </p:nvSpPr>
        <p:spPr>
          <a:xfrm>
            <a:off x="4111620" y="4261720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56" name="Picture 4" descr="상점 아이콘 구매 기호입니다 장바구니 아이콘재고에 대 한 가방에 대한 스톡 벡터 아트 및 기타 이미지 - 가방, 고객, 구매 -  iStock">
            <a:extLst>
              <a:ext uri="{FF2B5EF4-FFF2-40B4-BE49-F238E27FC236}">
                <a16:creationId xmlns:a16="http://schemas.microsoft.com/office/drawing/2014/main" id="{77A925A4-3DF2-6463-EDB2-E145BA4BD7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>
                        <a14:foregroundMark x1="46154" y1="42067" x2="53846" y2="41106"/>
                        <a14:foregroundMark x1="63462" y1="32452" x2="63462" y2="32452"/>
                        <a14:foregroundMark x1="41587" y1="29087" x2="40144" y2="2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23606" y="4251782"/>
            <a:ext cx="295590" cy="2955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06179F58-415A-5AF1-12B1-6E3306E98429}"/>
              </a:ext>
            </a:extLst>
          </p:cNvPr>
          <p:cNvSpPr/>
          <p:nvPr/>
        </p:nvSpPr>
        <p:spPr>
          <a:xfrm>
            <a:off x="3074642" y="4261779"/>
            <a:ext cx="797735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DCB068A-C241-8DE7-7C2C-8D51DCFCF384}"/>
              </a:ext>
            </a:extLst>
          </p:cNvPr>
          <p:cNvSpPr txBox="1"/>
          <p:nvPr/>
        </p:nvSpPr>
        <p:spPr>
          <a:xfrm>
            <a:off x="3228422" y="4290534"/>
            <a:ext cx="7826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b="1"/>
              <a:t>먹이기</a:t>
            </a:r>
          </a:p>
        </p:txBody>
      </p:sp>
      <p:sp>
        <p:nvSpPr>
          <p:cNvPr id="59" name="별: 꼭짓점 5개 58">
            <a:extLst>
              <a:ext uri="{FF2B5EF4-FFF2-40B4-BE49-F238E27FC236}">
                <a16:creationId xmlns:a16="http://schemas.microsoft.com/office/drawing/2014/main" id="{ABA29FAD-F57C-778E-FEFF-5F1AE2ADCE86}"/>
              </a:ext>
            </a:extLst>
          </p:cNvPr>
          <p:cNvSpPr/>
          <p:nvPr/>
        </p:nvSpPr>
        <p:spPr>
          <a:xfrm>
            <a:off x="2935592" y="1951839"/>
            <a:ext cx="193297" cy="193297"/>
          </a:xfrm>
          <a:prstGeom prst="star5">
            <a:avLst>
              <a:gd name="adj" fmla="val 22733"/>
              <a:gd name="hf" fmla="val 105146"/>
              <a:gd name="vf" fmla="val 110557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사각형: 둥근 모서리 59">
            <a:extLst>
              <a:ext uri="{FF2B5EF4-FFF2-40B4-BE49-F238E27FC236}">
                <a16:creationId xmlns:a16="http://schemas.microsoft.com/office/drawing/2014/main" id="{58D6CD02-7F35-60E4-887E-E85C4C36F60B}"/>
              </a:ext>
            </a:extLst>
          </p:cNvPr>
          <p:cNvSpPr/>
          <p:nvPr/>
        </p:nvSpPr>
        <p:spPr>
          <a:xfrm>
            <a:off x="1635732" y="1538747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사각형: 둥근 모서리 60">
            <a:extLst>
              <a:ext uri="{FF2B5EF4-FFF2-40B4-BE49-F238E27FC236}">
                <a16:creationId xmlns:a16="http://schemas.microsoft.com/office/drawing/2014/main" id="{01BD076E-FB32-31C8-5BEF-F456A0E32BAD}"/>
              </a:ext>
            </a:extLst>
          </p:cNvPr>
          <p:cNvSpPr/>
          <p:nvPr/>
        </p:nvSpPr>
        <p:spPr>
          <a:xfrm>
            <a:off x="2086434" y="1538187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62" name="Picture 4" descr="상점 아이콘 구매 기호입니다 장바구니 아이콘재고에 대 한 가방에 대한 스톡 벡터 아트 및 기타 이미지 - 가방, 고객, 구매 -  iStock">
            <a:extLst>
              <a:ext uri="{FF2B5EF4-FFF2-40B4-BE49-F238E27FC236}">
                <a16:creationId xmlns:a16="http://schemas.microsoft.com/office/drawing/2014/main" id="{2BFCA569-72C2-1A20-7A89-BD618C4D5A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>
                        <a14:foregroundMark x1="46154" y1="42067" x2="53846" y2="41106"/>
                        <a14:foregroundMark x1="63462" y1="32452" x2="63462" y2="32452"/>
                        <a14:foregroundMark x1="41587" y1="29087" x2="40144" y2="2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75489" y="1504390"/>
            <a:ext cx="385763" cy="385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3" name="Picture 8" descr="Eggs - Free food icons">
            <a:extLst>
              <a:ext uri="{FF2B5EF4-FFF2-40B4-BE49-F238E27FC236}">
                <a16:creationId xmlns:a16="http://schemas.microsoft.com/office/drawing/2014/main" id="{74B60EC6-1C81-E7BF-986A-F023978157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94177" y="1569555"/>
            <a:ext cx="241884" cy="2418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4" name="사각형: 둥근 모서리 63">
            <a:extLst>
              <a:ext uri="{FF2B5EF4-FFF2-40B4-BE49-F238E27FC236}">
                <a16:creationId xmlns:a16="http://schemas.microsoft.com/office/drawing/2014/main" id="{8F6668E5-DE82-BC78-E540-1ABEB1354471}"/>
              </a:ext>
            </a:extLst>
          </p:cNvPr>
          <p:cNvSpPr/>
          <p:nvPr/>
        </p:nvSpPr>
        <p:spPr>
          <a:xfrm>
            <a:off x="2924416" y="1533194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65" name="Picture 2" descr="설정 - 무료 ui개 아이콘">
            <a:extLst>
              <a:ext uri="{FF2B5EF4-FFF2-40B4-BE49-F238E27FC236}">
                <a16:creationId xmlns:a16="http://schemas.microsoft.com/office/drawing/2014/main" id="{0B9B930B-6A05-EBA0-4790-57F27E41C8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76581" y="1555209"/>
            <a:ext cx="265099" cy="265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6" name="TextBox 65">
            <a:extLst>
              <a:ext uri="{FF2B5EF4-FFF2-40B4-BE49-F238E27FC236}">
                <a16:creationId xmlns:a16="http://schemas.microsoft.com/office/drawing/2014/main" id="{5A03677F-FE81-1067-9B96-7DB736B27B6A}"/>
              </a:ext>
            </a:extLst>
          </p:cNvPr>
          <p:cNvSpPr txBox="1"/>
          <p:nvPr/>
        </p:nvSpPr>
        <p:spPr>
          <a:xfrm>
            <a:off x="280509" y="153899"/>
            <a:ext cx="1670921" cy="27699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음식 카테고리</a:t>
            </a:r>
            <a:endParaRPr lang="en-US" altLang="ko-KR" sz="1200" dirty="0">
              <a:solidFill>
                <a:schemeClr val="bg1"/>
              </a:solidFill>
            </a:endParaRPr>
          </a:p>
        </p:txBody>
      </p:sp>
      <p:sp>
        <p:nvSpPr>
          <p:cNvPr id="67" name="사각형: 둥근 모서리 66">
            <a:extLst>
              <a:ext uri="{FF2B5EF4-FFF2-40B4-BE49-F238E27FC236}">
                <a16:creationId xmlns:a16="http://schemas.microsoft.com/office/drawing/2014/main" id="{0F25EB3A-FB7A-48F5-7A77-31E1D638393F}"/>
              </a:ext>
            </a:extLst>
          </p:cNvPr>
          <p:cNvSpPr/>
          <p:nvPr/>
        </p:nvSpPr>
        <p:spPr>
          <a:xfrm>
            <a:off x="6815730" y="1781222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8" name="사각형: 둥근 모서리 67">
            <a:extLst>
              <a:ext uri="{FF2B5EF4-FFF2-40B4-BE49-F238E27FC236}">
                <a16:creationId xmlns:a16="http://schemas.microsoft.com/office/drawing/2014/main" id="{84529EFC-F706-546A-51A1-50EF2614475D}"/>
              </a:ext>
            </a:extLst>
          </p:cNvPr>
          <p:cNvSpPr/>
          <p:nvPr/>
        </p:nvSpPr>
        <p:spPr>
          <a:xfrm>
            <a:off x="7390005" y="1470072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9" name="사각형: 둥근 모서리 68">
            <a:extLst>
              <a:ext uri="{FF2B5EF4-FFF2-40B4-BE49-F238E27FC236}">
                <a16:creationId xmlns:a16="http://schemas.microsoft.com/office/drawing/2014/main" id="{97A76657-A0CE-9C55-7E18-99102A5E19B4}"/>
              </a:ext>
            </a:extLst>
          </p:cNvPr>
          <p:cNvSpPr/>
          <p:nvPr/>
        </p:nvSpPr>
        <p:spPr>
          <a:xfrm>
            <a:off x="6961423" y="1466637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0" name="사각형: 둥근 모서리 69">
            <a:extLst>
              <a:ext uri="{FF2B5EF4-FFF2-40B4-BE49-F238E27FC236}">
                <a16:creationId xmlns:a16="http://schemas.microsoft.com/office/drawing/2014/main" id="{CC2F6FDD-25AF-D4D1-0F0A-A7A6C2D97530}"/>
              </a:ext>
            </a:extLst>
          </p:cNvPr>
          <p:cNvSpPr/>
          <p:nvPr/>
        </p:nvSpPr>
        <p:spPr>
          <a:xfrm>
            <a:off x="7835609" y="1470072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71" name="Picture 2" descr="잎 - 무료 자연개 아이콘">
            <a:extLst>
              <a:ext uri="{FF2B5EF4-FFF2-40B4-BE49-F238E27FC236}">
                <a16:creationId xmlns:a16="http://schemas.microsoft.com/office/drawing/2014/main" id="{BAC9EAFA-2801-6ECA-A461-4C752CB704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43775" y="1498944"/>
            <a:ext cx="251234" cy="2512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2" name="Picture 2" descr="Material 디자인 스타일의 달팽이 아이콘">
            <a:extLst>
              <a:ext uri="{FF2B5EF4-FFF2-40B4-BE49-F238E27FC236}">
                <a16:creationId xmlns:a16="http://schemas.microsoft.com/office/drawing/2014/main" id="{B21FA93B-B388-C08A-E2EB-761A428E21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8750" r="91250">
                        <a14:foregroundMark x1="90833" y1="41250" x2="90833" y2="41250"/>
                        <a14:foregroundMark x1="91250" y1="16167" x2="91250" y2="16167"/>
                        <a14:foregroundMark x1="8750" y1="46000" x2="8750" y2="460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92232" y="1473507"/>
            <a:ext cx="297156" cy="2971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3" name="Picture 4" descr="상점 아이콘 구매 기호입니다 장바구니 아이콘재고에 대 한 가방에 대한 스톡 벡터 아트 및 기타 이미지 - 가방, 고객, 구매 -  iStock">
            <a:extLst>
              <a:ext uri="{FF2B5EF4-FFF2-40B4-BE49-F238E27FC236}">
                <a16:creationId xmlns:a16="http://schemas.microsoft.com/office/drawing/2014/main" id="{6FBA847A-4885-22E6-0985-CFAC76D945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>
                        <a14:foregroundMark x1="46154" y1="42067" x2="53846" y2="41106"/>
                        <a14:foregroundMark x1="63462" y1="32452" x2="63462" y2="32452"/>
                        <a14:foregroundMark x1="41587" y1="29087" x2="40144" y2="2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24664" y="1436275"/>
            <a:ext cx="385763" cy="385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DC1BE779-4F80-DF31-0979-DFD512435844}"/>
              </a:ext>
            </a:extLst>
          </p:cNvPr>
          <p:cNvSpPr/>
          <p:nvPr/>
        </p:nvSpPr>
        <p:spPr>
          <a:xfrm>
            <a:off x="9016251" y="1774098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5" name="사각형: 둥근 모서리 74">
            <a:extLst>
              <a:ext uri="{FF2B5EF4-FFF2-40B4-BE49-F238E27FC236}">
                <a16:creationId xmlns:a16="http://schemas.microsoft.com/office/drawing/2014/main" id="{FF15BC9A-B4DC-C3FA-2357-9684704F9D7F}"/>
              </a:ext>
            </a:extLst>
          </p:cNvPr>
          <p:cNvSpPr/>
          <p:nvPr/>
        </p:nvSpPr>
        <p:spPr>
          <a:xfrm>
            <a:off x="10963965" y="1678848"/>
            <a:ext cx="323850" cy="323850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6" name="사각형: 둥근 모서리 75">
            <a:extLst>
              <a:ext uri="{FF2B5EF4-FFF2-40B4-BE49-F238E27FC236}">
                <a16:creationId xmlns:a16="http://schemas.microsoft.com/office/drawing/2014/main" id="{1E4C7F4F-8BC4-FF77-2D81-DCD9E339E919}"/>
              </a:ext>
            </a:extLst>
          </p:cNvPr>
          <p:cNvSpPr/>
          <p:nvPr/>
        </p:nvSpPr>
        <p:spPr>
          <a:xfrm>
            <a:off x="9585936" y="3360492"/>
            <a:ext cx="486318" cy="152129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7" name="사각형: 둥근 모서리 76">
            <a:extLst>
              <a:ext uri="{FF2B5EF4-FFF2-40B4-BE49-F238E27FC236}">
                <a16:creationId xmlns:a16="http://schemas.microsoft.com/office/drawing/2014/main" id="{3BBD62B1-D09E-149F-B8AE-2A3CC5BE9240}"/>
              </a:ext>
            </a:extLst>
          </p:cNvPr>
          <p:cNvSpPr/>
          <p:nvPr/>
        </p:nvSpPr>
        <p:spPr>
          <a:xfrm>
            <a:off x="9416506" y="3318083"/>
            <a:ext cx="239965" cy="232964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78" name="Picture 2" descr="잎 - 무료 자연개 아이콘">
            <a:extLst>
              <a:ext uri="{FF2B5EF4-FFF2-40B4-BE49-F238E27FC236}">
                <a16:creationId xmlns:a16="http://schemas.microsoft.com/office/drawing/2014/main" id="{C5402ED7-609A-32CA-8E03-409EF5CF02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32669" y="3332653"/>
            <a:ext cx="197037" cy="1970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9" name="곱하기 기호 78">
            <a:extLst>
              <a:ext uri="{FF2B5EF4-FFF2-40B4-BE49-F238E27FC236}">
                <a16:creationId xmlns:a16="http://schemas.microsoft.com/office/drawing/2014/main" id="{5C5EB22A-E3D0-05FE-5D47-7FF86B37289D}"/>
              </a:ext>
            </a:extLst>
          </p:cNvPr>
          <p:cNvSpPr/>
          <p:nvPr/>
        </p:nvSpPr>
        <p:spPr>
          <a:xfrm>
            <a:off x="10946828" y="1661597"/>
            <a:ext cx="358775" cy="358775"/>
          </a:xfrm>
          <a:prstGeom prst="mathMultiply">
            <a:avLst>
              <a:gd name="adj1" fmla="val 1694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485502C9-869D-D327-DCC4-B074ADFE3BB3}"/>
              </a:ext>
            </a:extLst>
          </p:cNvPr>
          <p:cNvSpPr txBox="1"/>
          <p:nvPr/>
        </p:nvSpPr>
        <p:spPr>
          <a:xfrm>
            <a:off x="7309642" y="1833560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/>
              <a:t>음식 목록</a:t>
            </a:r>
          </a:p>
        </p:txBody>
      </p:sp>
      <p:sp>
        <p:nvSpPr>
          <p:cNvPr id="81" name="사각형: 둥근 모서리 80">
            <a:extLst>
              <a:ext uri="{FF2B5EF4-FFF2-40B4-BE49-F238E27FC236}">
                <a16:creationId xmlns:a16="http://schemas.microsoft.com/office/drawing/2014/main" id="{11CACCBA-837C-5883-DE14-F11E4455D2F5}"/>
              </a:ext>
            </a:extLst>
          </p:cNvPr>
          <p:cNvSpPr/>
          <p:nvPr/>
        </p:nvSpPr>
        <p:spPr>
          <a:xfrm>
            <a:off x="9622663" y="2293817"/>
            <a:ext cx="987695" cy="897313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2" name="사각형: 둥근 모서리 81">
            <a:extLst>
              <a:ext uri="{FF2B5EF4-FFF2-40B4-BE49-F238E27FC236}">
                <a16:creationId xmlns:a16="http://schemas.microsoft.com/office/drawing/2014/main" id="{DEE17D73-A6E1-65BB-836A-775E3CCC368D}"/>
              </a:ext>
            </a:extLst>
          </p:cNvPr>
          <p:cNvSpPr/>
          <p:nvPr/>
        </p:nvSpPr>
        <p:spPr>
          <a:xfrm>
            <a:off x="6967538" y="2214405"/>
            <a:ext cx="400050" cy="400050"/>
          </a:xfrm>
          <a:prstGeom prst="round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3" name="사각형: 둥근 모서리 82">
            <a:extLst>
              <a:ext uri="{FF2B5EF4-FFF2-40B4-BE49-F238E27FC236}">
                <a16:creationId xmlns:a16="http://schemas.microsoft.com/office/drawing/2014/main" id="{F3F817FE-08EA-1F49-3AE2-7B25232F59B4}"/>
              </a:ext>
            </a:extLst>
          </p:cNvPr>
          <p:cNvSpPr/>
          <p:nvPr/>
        </p:nvSpPr>
        <p:spPr>
          <a:xfrm>
            <a:off x="7466277" y="221440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4" name="사각형: 둥근 모서리 83">
            <a:extLst>
              <a:ext uri="{FF2B5EF4-FFF2-40B4-BE49-F238E27FC236}">
                <a16:creationId xmlns:a16="http://schemas.microsoft.com/office/drawing/2014/main" id="{EB3191E8-8ED3-F4E2-5C91-0CF4E28D7D38}"/>
              </a:ext>
            </a:extLst>
          </p:cNvPr>
          <p:cNvSpPr/>
          <p:nvPr/>
        </p:nvSpPr>
        <p:spPr>
          <a:xfrm>
            <a:off x="7963869" y="221440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사각형: 둥근 모서리 84">
            <a:extLst>
              <a:ext uri="{FF2B5EF4-FFF2-40B4-BE49-F238E27FC236}">
                <a16:creationId xmlns:a16="http://schemas.microsoft.com/office/drawing/2014/main" id="{1E73465E-266D-7811-F26E-2F49BD02CAE0}"/>
              </a:ext>
            </a:extLst>
          </p:cNvPr>
          <p:cNvSpPr/>
          <p:nvPr/>
        </p:nvSpPr>
        <p:spPr>
          <a:xfrm>
            <a:off x="8461461" y="221440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6" name="사각형: 둥근 모서리 85">
            <a:extLst>
              <a:ext uri="{FF2B5EF4-FFF2-40B4-BE49-F238E27FC236}">
                <a16:creationId xmlns:a16="http://schemas.microsoft.com/office/drawing/2014/main" id="{C80E37FC-0059-50A1-9047-C7DF9ABDA9ED}"/>
              </a:ext>
            </a:extLst>
          </p:cNvPr>
          <p:cNvSpPr/>
          <p:nvPr/>
        </p:nvSpPr>
        <p:spPr>
          <a:xfrm>
            <a:off x="6967538" y="272240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7" name="사각형: 둥근 모서리 86">
            <a:extLst>
              <a:ext uri="{FF2B5EF4-FFF2-40B4-BE49-F238E27FC236}">
                <a16:creationId xmlns:a16="http://schemas.microsoft.com/office/drawing/2014/main" id="{1A9EAB77-F06C-92FD-CA8F-09117C16260E}"/>
              </a:ext>
            </a:extLst>
          </p:cNvPr>
          <p:cNvSpPr/>
          <p:nvPr/>
        </p:nvSpPr>
        <p:spPr>
          <a:xfrm>
            <a:off x="7466277" y="272240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8" name="사각형: 둥근 모서리 87">
            <a:extLst>
              <a:ext uri="{FF2B5EF4-FFF2-40B4-BE49-F238E27FC236}">
                <a16:creationId xmlns:a16="http://schemas.microsoft.com/office/drawing/2014/main" id="{C4925A3B-D67D-9F08-FAF5-F5B1B4DF1FB3}"/>
              </a:ext>
            </a:extLst>
          </p:cNvPr>
          <p:cNvSpPr/>
          <p:nvPr/>
        </p:nvSpPr>
        <p:spPr>
          <a:xfrm>
            <a:off x="7963869" y="272240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사각형: 둥근 모서리 88">
            <a:extLst>
              <a:ext uri="{FF2B5EF4-FFF2-40B4-BE49-F238E27FC236}">
                <a16:creationId xmlns:a16="http://schemas.microsoft.com/office/drawing/2014/main" id="{848E6224-D8DA-80F2-3BA0-0400176E3634}"/>
              </a:ext>
            </a:extLst>
          </p:cNvPr>
          <p:cNvSpPr/>
          <p:nvPr/>
        </p:nvSpPr>
        <p:spPr>
          <a:xfrm>
            <a:off x="8461461" y="272240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0" name="사각형: 둥근 모서리 89">
            <a:extLst>
              <a:ext uri="{FF2B5EF4-FFF2-40B4-BE49-F238E27FC236}">
                <a16:creationId xmlns:a16="http://schemas.microsoft.com/office/drawing/2014/main" id="{5A9F7B19-1B65-CB75-5638-803738E75C99}"/>
              </a:ext>
            </a:extLst>
          </p:cNvPr>
          <p:cNvSpPr/>
          <p:nvPr/>
        </p:nvSpPr>
        <p:spPr>
          <a:xfrm>
            <a:off x="6967538" y="323040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1" name="사각형: 둥근 모서리 90">
            <a:extLst>
              <a:ext uri="{FF2B5EF4-FFF2-40B4-BE49-F238E27FC236}">
                <a16:creationId xmlns:a16="http://schemas.microsoft.com/office/drawing/2014/main" id="{60193C7D-264B-1411-1365-7EED7C10299C}"/>
              </a:ext>
            </a:extLst>
          </p:cNvPr>
          <p:cNvSpPr/>
          <p:nvPr/>
        </p:nvSpPr>
        <p:spPr>
          <a:xfrm>
            <a:off x="7466277" y="323040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2" name="사각형: 둥근 모서리 91">
            <a:extLst>
              <a:ext uri="{FF2B5EF4-FFF2-40B4-BE49-F238E27FC236}">
                <a16:creationId xmlns:a16="http://schemas.microsoft.com/office/drawing/2014/main" id="{176644AC-E7DF-8662-A840-BC59067D327A}"/>
              </a:ext>
            </a:extLst>
          </p:cNvPr>
          <p:cNvSpPr/>
          <p:nvPr/>
        </p:nvSpPr>
        <p:spPr>
          <a:xfrm>
            <a:off x="7963869" y="323040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3" name="사각형: 둥근 모서리 92">
            <a:extLst>
              <a:ext uri="{FF2B5EF4-FFF2-40B4-BE49-F238E27FC236}">
                <a16:creationId xmlns:a16="http://schemas.microsoft.com/office/drawing/2014/main" id="{14C003D6-D9EA-893E-222B-7DC883383DA3}"/>
              </a:ext>
            </a:extLst>
          </p:cNvPr>
          <p:cNvSpPr/>
          <p:nvPr/>
        </p:nvSpPr>
        <p:spPr>
          <a:xfrm>
            <a:off x="8461461" y="323040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4" name="사각형: 둥근 모서리 93">
            <a:extLst>
              <a:ext uri="{FF2B5EF4-FFF2-40B4-BE49-F238E27FC236}">
                <a16:creationId xmlns:a16="http://schemas.microsoft.com/office/drawing/2014/main" id="{60058004-E197-305B-D3B0-FB5D581A84ED}"/>
              </a:ext>
            </a:extLst>
          </p:cNvPr>
          <p:cNvSpPr/>
          <p:nvPr/>
        </p:nvSpPr>
        <p:spPr>
          <a:xfrm>
            <a:off x="6967538" y="373840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5" name="사각형: 둥근 모서리 94">
            <a:extLst>
              <a:ext uri="{FF2B5EF4-FFF2-40B4-BE49-F238E27FC236}">
                <a16:creationId xmlns:a16="http://schemas.microsoft.com/office/drawing/2014/main" id="{693E9E34-545E-1E48-965E-D5E1DB4A6303}"/>
              </a:ext>
            </a:extLst>
          </p:cNvPr>
          <p:cNvSpPr/>
          <p:nvPr/>
        </p:nvSpPr>
        <p:spPr>
          <a:xfrm>
            <a:off x="7466277" y="373840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6" name="사각형: 둥근 모서리 95">
            <a:extLst>
              <a:ext uri="{FF2B5EF4-FFF2-40B4-BE49-F238E27FC236}">
                <a16:creationId xmlns:a16="http://schemas.microsoft.com/office/drawing/2014/main" id="{5C639673-7B84-9DFC-B3AB-7D418363087A}"/>
              </a:ext>
            </a:extLst>
          </p:cNvPr>
          <p:cNvSpPr/>
          <p:nvPr/>
        </p:nvSpPr>
        <p:spPr>
          <a:xfrm>
            <a:off x="7963869" y="373840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7" name="사각형: 둥근 모서리 96">
            <a:extLst>
              <a:ext uri="{FF2B5EF4-FFF2-40B4-BE49-F238E27FC236}">
                <a16:creationId xmlns:a16="http://schemas.microsoft.com/office/drawing/2014/main" id="{F5F5F1E1-2CD5-FCDE-9684-8061FCBFBD42}"/>
              </a:ext>
            </a:extLst>
          </p:cNvPr>
          <p:cNvSpPr/>
          <p:nvPr/>
        </p:nvSpPr>
        <p:spPr>
          <a:xfrm>
            <a:off x="8461461" y="373840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8" name="사각형: 둥근 모서리 97">
            <a:extLst>
              <a:ext uri="{FF2B5EF4-FFF2-40B4-BE49-F238E27FC236}">
                <a16:creationId xmlns:a16="http://schemas.microsoft.com/office/drawing/2014/main" id="{461463C8-F42C-CC8D-F7BB-47877978E562}"/>
              </a:ext>
            </a:extLst>
          </p:cNvPr>
          <p:cNvSpPr/>
          <p:nvPr/>
        </p:nvSpPr>
        <p:spPr>
          <a:xfrm>
            <a:off x="6966373" y="4262944"/>
            <a:ext cx="400050" cy="17541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9" name="사각형: 둥근 모서리 98">
            <a:extLst>
              <a:ext uri="{FF2B5EF4-FFF2-40B4-BE49-F238E27FC236}">
                <a16:creationId xmlns:a16="http://schemas.microsoft.com/office/drawing/2014/main" id="{34C62ED1-8E57-8A68-5D46-6AFFCE7754FC}"/>
              </a:ext>
            </a:extLst>
          </p:cNvPr>
          <p:cNvSpPr/>
          <p:nvPr/>
        </p:nvSpPr>
        <p:spPr>
          <a:xfrm>
            <a:off x="7465112" y="4262944"/>
            <a:ext cx="400050" cy="17541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0" name="사각형: 둥근 모서리 99">
            <a:extLst>
              <a:ext uri="{FF2B5EF4-FFF2-40B4-BE49-F238E27FC236}">
                <a16:creationId xmlns:a16="http://schemas.microsoft.com/office/drawing/2014/main" id="{57DFC6CC-BA03-659D-3085-19DAC0479F8E}"/>
              </a:ext>
            </a:extLst>
          </p:cNvPr>
          <p:cNvSpPr/>
          <p:nvPr/>
        </p:nvSpPr>
        <p:spPr>
          <a:xfrm>
            <a:off x="7962704" y="4262944"/>
            <a:ext cx="400050" cy="17541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1" name="사각형: 둥근 모서리 100">
            <a:extLst>
              <a:ext uri="{FF2B5EF4-FFF2-40B4-BE49-F238E27FC236}">
                <a16:creationId xmlns:a16="http://schemas.microsoft.com/office/drawing/2014/main" id="{4CCE9CF9-F2A4-93C1-EB91-BC7DEF636327}"/>
              </a:ext>
            </a:extLst>
          </p:cNvPr>
          <p:cNvSpPr/>
          <p:nvPr/>
        </p:nvSpPr>
        <p:spPr>
          <a:xfrm>
            <a:off x="8460296" y="4262944"/>
            <a:ext cx="400050" cy="17541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02" name="그룹 101">
            <a:extLst>
              <a:ext uri="{FF2B5EF4-FFF2-40B4-BE49-F238E27FC236}">
                <a16:creationId xmlns:a16="http://schemas.microsoft.com/office/drawing/2014/main" id="{4D9F50FD-A307-1805-4C3B-E4EBDA9864D5}"/>
              </a:ext>
            </a:extLst>
          </p:cNvPr>
          <p:cNvGrpSpPr/>
          <p:nvPr/>
        </p:nvGrpSpPr>
        <p:grpSpPr>
          <a:xfrm>
            <a:off x="9642117" y="1394430"/>
            <a:ext cx="1141042" cy="442051"/>
            <a:chOff x="6711477" y="1465221"/>
            <a:chExt cx="1416357" cy="548711"/>
          </a:xfrm>
        </p:grpSpPr>
        <p:sp>
          <p:nvSpPr>
            <p:cNvPr id="103" name="사각형: 둥근 모서리 102">
              <a:extLst>
                <a:ext uri="{FF2B5EF4-FFF2-40B4-BE49-F238E27FC236}">
                  <a16:creationId xmlns:a16="http://schemas.microsoft.com/office/drawing/2014/main" id="{377A752B-D3B7-8164-AF7B-BF4578FD0FCF}"/>
                </a:ext>
              </a:extLst>
            </p:cNvPr>
            <p:cNvSpPr/>
            <p:nvPr/>
          </p:nvSpPr>
          <p:spPr>
            <a:xfrm>
              <a:off x="6839352" y="1586038"/>
              <a:ext cx="955998" cy="274512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04" name="그림 103">
              <a:extLst>
                <a:ext uri="{FF2B5EF4-FFF2-40B4-BE49-F238E27FC236}">
                  <a16:creationId xmlns:a16="http://schemas.microsoft.com/office/drawing/2014/main" id="{59E8365C-8B50-B554-A51F-0C7A6C80020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11477" y="1465221"/>
              <a:ext cx="548711" cy="548711"/>
            </a:xfrm>
            <a:prstGeom prst="rect">
              <a:avLst/>
            </a:prstGeom>
          </p:spPr>
        </p:pic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0B756BE2-B622-23D8-4BE2-8202BFE533F1}"/>
                </a:ext>
              </a:extLst>
            </p:cNvPr>
            <p:cNvSpPr txBox="1"/>
            <p:nvPr/>
          </p:nvSpPr>
          <p:spPr>
            <a:xfrm>
              <a:off x="6883235" y="1560569"/>
              <a:ext cx="1244599" cy="3151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50" b="1"/>
                <a:t>5,000</a:t>
              </a:r>
              <a:endParaRPr lang="ko-KR" altLang="en-US" sz="1050" b="1"/>
            </a:p>
          </p:txBody>
        </p:sp>
      </p:grpSp>
      <p:sp>
        <p:nvSpPr>
          <p:cNvPr id="106" name="TextBox 105">
            <a:extLst>
              <a:ext uri="{FF2B5EF4-FFF2-40B4-BE49-F238E27FC236}">
                <a16:creationId xmlns:a16="http://schemas.microsoft.com/office/drawing/2014/main" id="{3A637D31-0986-297B-89B8-3108B58C9242}"/>
              </a:ext>
            </a:extLst>
          </p:cNvPr>
          <p:cNvSpPr txBox="1"/>
          <p:nvPr/>
        </p:nvSpPr>
        <p:spPr>
          <a:xfrm>
            <a:off x="9494211" y="1827050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/>
              <a:t>음식 이름</a:t>
            </a:r>
          </a:p>
        </p:txBody>
      </p:sp>
      <p:grpSp>
        <p:nvGrpSpPr>
          <p:cNvPr id="107" name="그룹 106">
            <a:extLst>
              <a:ext uri="{FF2B5EF4-FFF2-40B4-BE49-F238E27FC236}">
                <a16:creationId xmlns:a16="http://schemas.microsoft.com/office/drawing/2014/main" id="{D8EDCB25-A518-FA2C-455C-40570F9A80AF}"/>
              </a:ext>
            </a:extLst>
          </p:cNvPr>
          <p:cNvGrpSpPr/>
          <p:nvPr/>
        </p:nvGrpSpPr>
        <p:grpSpPr>
          <a:xfrm>
            <a:off x="9893133" y="2131974"/>
            <a:ext cx="1256151" cy="230832"/>
            <a:chOff x="3879753" y="2753249"/>
            <a:chExt cx="1256151" cy="230832"/>
          </a:xfrm>
        </p:grpSpPr>
        <p:sp>
          <p:nvSpPr>
            <p:cNvPr id="108" name="사각형: 둥근 모서리 107">
              <a:extLst>
                <a:ext uri="{FF2B5EF4-FFF2-40B4-BE49-F238E27FC236}">
                  <a16:creationId xmlns:a16="http://schemas.microsoft.com/office/drawing/2014/main" id="{42059420-9788-0FF5-50A2-EC86A7E76103}"/>
                </a:ext>
              </a:extLst>
            </p:cNvPr>
            <p:cNvSpPr/>
            <p:nvPr/>
          </p:nvSpPr>
          <p:spPr>
            <a:xfrm>
              <a:off x="3879753" y="2779858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8F361D32-190D-880F-AD1A-C71106A6D2C8}"/>
                </a:ext>
              </a:extLst>
            </p:cNvPr>
            <p:cNvSpPr txBox="1"/>
            <p:nvPr/>
          </p:nvSpPr>
          <p:spPr>
            <a:xfrm>
              <a:off x="3891304" y="2753249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9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sp>
        <p:nvSpPr>
          <p:cNvPr id="110" name="사각형: 둥근 모서리 109">
            <a:extLst>
              <a:ext uri="{FF2B5EF4-FFF2-40B4-BE49-F238E27FC236}">
                <a16:creationId xmlns:a16="http://schemas.microsoft.com/office/drawing/2014/main" id="{EC9B5B09-46D0-516F-E73E-752A7FE6A9F8}"/>
              </a:ext>
            </a:extLst>
          </p:cNvPr>
          <p:cNvSpPr/>
          <p:nvPr/>
        </p:nvSpPr>
        <p:spPr>
          <a:xfrm>
            <a:off x="10308734" y="3360492"/>
            <a:ext cx="486318" cy="152129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1" name="사각형: 둥근 모서리 110">
            <a:extLst>
              <a:ext uri="{FF2B5EF4-FFF2-40B4-BE49-F238E27FC236}">
                <a16:creationId xmlns:a16="http://schemas.microsoft.com/office/drawing/2014/main" id="{D87F1893-07FA-FB76-30D3-6C873C2CF813}"/>
              </a:ext>
            </a:extLst>
          </p:cNvPr>
          <p:cNvSpPr/>
          <p:nvPr/>
        </p:nvSpPr>
        <p:spPr>
          <a:xfrm>
            <a:off x="10116194" y="3321690"/>
            <a:ext cx="239965" cy="232964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12" name="Picture 8" descr="Black heart icon | Free SVG">
            <a:extLst>
              <a:ext uri="{FF2B5EF4-FFF2-40B4-BE49-F238E27FC236}">
                <a16:creationId xmlns:a16="http://schemas.microsoft.com/office/drawing/2014/main" id="{85839B95-4937-1B7E-D807-4AC88F0ED7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41262" y="3348970"/>
            <a:ext cx="180492" cy="1804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3" name="TextBox 112">
            <a:extLst>
              <a:ext uri="{FF2B5EF4-FFF2-40B4-BE49-F238E27FC236}">
                <a16:creationId xmlns:a16="http://schemas.microsoft.com/office/drawing/2014/main" id="{BF16E629-7CAB-1CF7-0177-B40A38E87EF7}"/>
              </a:ext>
            </a:extLst>
          </p:cNvPr>
          <p:cNvSpPr txBox="1"/>
          <p:nvPr/>
        </p:nvSpPr>
        <p:spPr>
          <a:xfrm>
            <a:off x="9828972" y="3315014"/>
            <a:ext cx="12446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/>
              <a:t>5</a:t>
            </a:r>
            <a:endParaRPr lang="ko-KR" altLang="en-US" sz="900" b="1"/>
          </a:p>
        </p:txBody>
      </p:sp>
      <p:sp>
        <p:nvSpPr>
          <p:cNvPr id="114" name="사각형: 둥근 모서리 113">
            <a:extLst>
              <a:ext uri="{FF2B5EF4-FFF2-40B4-BE49-F238E27FC236}">
                <a16:creationId xmlns:a16="http://schemas.microsoft.com/office/drawing/2014/main" id="{79AA8F7B-73BB-57A0-CABB-C76A5AD156C7}"/>
              </a:ext>
            </a:extLst>
          </p:cNvPr>
          <p:cNvSpPr/>
          <p:nvPr/>
        </p:nvSpPr>
        <p:spPr>
          <a:xfrm>
            <a:off x="9266544" y="3658252"/>
            <a:ext cx="1740332" cy="451716"/>
          </a:xfrm>
          <a:prstGeom prst="roundRect">
            <a:avLst>
              <a:gd name="adj" fmla="val 8403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B8D26CE5-96C5-FB70-D210-4D0DA6522252}"/>
              </a:ext>
            </a:extLst>
          </p:cNvPr>
          <p:cNvSpPr txBox="1"/>
          <p:nvPr/>
        </p:nvSpPr>
        <p:spPr>
          <a:xfrm>
            <a:off x="9266544" y="3720409"/>
            <a:ext cx="18294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b="1"/>
              <a:t>어쩌구 저쩌구 음식에 대한 설명</a:t>
            </a:r>
            <a:endParaRPr lang="en-US" altLang="ko-KR" sz="800" b="1"/>
          </a:p>
          <a:p>
            <a:r>
              <a:rPr lang="ko-KR" altLang="en-US" sz="800" b="1"/>
              <a:t>어쩌구 저쩌구 음식에 대한 설명</a:t>
            </a:r>
          </a:p>
        </p:txBody>
      </p:sp>
      <p:sp>
        <p:nvSpPr>
          <p:cNvPr id="116" name="사각형: 둥근 모서리 115">
            <a:extLst>
              <a:ext uri="{FF2B5EF4-FFF2-40B4-BE49-F238E27FC236}">
                <a16:creationId xmlns:a16="http://schemas.microsoft.com/office/drawing/2014/main" id="{8CFCDBF9-B27B-F014-F912-C6F08505A4BF}"/>
              </a:ext>
            </a:extLst>
          </p:cNvPr>
          <p:cNvSpPr/>
          <p:nvPr/>
        </p:nvSpPr>
        <p:spPr>
          <a:xfrm>
            <a:off x="10685771" y="4188024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17" name="Picture 6" descr="Coin - Free business icons">
            <a:extLst>
              <a:ext uri="{FF2B5EF4-FFF2-40B4-BE49-F238E27FC236}">
                <a16:creationId xmlns:a16="http://schemas.microsoft.com/office/drawing/2014/main" id="{18C2A320-753A-F40D-36FD-9E8029CE07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30433" y="4206410"/>
            <a:ext cx="237879" cy="2378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8" name="사각형: 둥근 모서리 117">
            <a:extLst>
              <a:ext uri="{FF2B5EF4-FFF2-40B4-BE49-F238E27FC236}">
                <a16:creationId xmlns:a16="http://schemas.microsoft.com/office/drawing/2014/main" id="{E78077C7-D6F8-1231-FD5B-5DB789F089E0}"/>
              </a:ext>
            </a:extLst>
          </p:cNvPr>
          <p:cNvSpPr/>
          <p:nvPr/>
        </p:nvSpPr>
        <p:spPr>
          <a:xfrm>
            <a:off x="10311497" y="4193045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19" name="Picture 4" descr="상점 아이콘 구매 기호입니다 장바구니 아이콘재고에 대 한 가방에 대한 스톡 벡터 아트 및 기타 이미지 - 가방, 고객, 구매 -  iStock">
            <a:extLst>
              <a:ext uri="{FF2B5EF4-FFF2-40B4-BE49-F238E27FC236}">
                <a16:creationId xmlns:a16="http://schemas.microsoft.com/office/drawing/2014/main" id="{C26825DA-9AD3-2C10-57D0-C146BDFA2D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>
                        <a14:foregroundMark x1="46154" y1="42067" x2="53846" y2="41106"/>
                        <a14:foregroundMark x1="63462" y1="32452" x2="63462" y2="32452"/>
                        <a14:foregroundMark x1="41587" y1="29087" x2="40144" y2="2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23483" y="4183107"/>
            <a:ext cx="295590" cy="2955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0" name="사각형: 둥근 모서리 119">
            <a:extLst>
              <a:ext uri="{FF2B5EF4-FFF2-40B4-BE49-F238E27FC236}">
                <a16:creationId xmlns:a16="http://schemas.microsoft.com/office/drawing/2014/main" id="{5320EB28-8B93-19DE-7580-AC2FBF849294}"/>
              </a:ext>
            </a:extLst>
          </p:cNvPr>
          <p:cNvSpPr/>
          <p:nvPr/>
        </p:nvSpPr>
        <p:spPr>
          <a:xfrm>
            <a:off x="9274519" y="4193104"/>
            <a:ext cx="797735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49E584AD-739F-F0EA-35A4-F2CE49F24633}"/>
              </a:ext>
            </a:extLst>
          </p:cNvPr>
          <p:cNvSpPr txBox="1"/>
          <p:nvPr/>
        </p:nvSpPr>
        <p:spPr>
          <a:xfrm>
            <a:off x="9428299" y="4221859"/>
            <a:ext cx="7826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b="1"/>
              <a:t>먹이기</a:t>
            </a:r>
          </a:p>
        </p:txBody>
      </p:sp>
      <p:sp>
        <p:nvSpPr>
          <p:cNvPr id="122" name="별: 꼭짓점 5개 121">
            <a:extLst>
              <a:ext uri="{FF2B5EF4-FFF2-40B4-BE49-F238E27FC236}">
                <a16:creationId xmlns:a16="http://schemas.microsoft.com/office/drawing/2014/main" id="{13B1F400-D946-49E8-1015-2E081294F6E3}"/>
              </a:ext>
            </a:extLst>
          </p:cNvPr>
          <p:cNvSpPr/>
          <p:nvPr/>
        </p:nvSpPr>
        <p:spPr>
          <a:xfrm>
            <a:off x="9135469" y="1883164"/>
            <a:ext cx="193297" cy="193297"/>
          </a:xfrm>
          <a:prstGeom prst="star5">
            <a:avLst>
              <a:gd name="adj" fmla="val 22733"/>
              <a:gd name="hf" fmla="val 105146"/>
              <a:gd name="vf" fmla="val 110557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3" name="사각형: 둥근 모서리 122">
            <a:extLst>
              <a:ext uri="{FF2B5EF4-FFF2-40B4-BE49-F238E27FC236}">
                <a16:creationId xmlns:a16="http://schemas.microsoft.com/office/drawing/2014/main" id="{74EF6BFA-C362-4E4E-7D19-A8599A795D42}"/>
              </a:ext>
            </a:extLst>
          </p:cNvPr>
          <p:cNvSpPr/>
          <p:nvPr/>
        </p:nvSpPr>
        <p:spPr>
          <a:xfrm>
            <a:off x="7835609" y="1470072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4" name="사각형: 둥근 모서리 123">
            <a:extLst>
              <a:ext uri="{FF2B5EF4-FFF2-40B4-BE49-F238E27FC236}">
                <a16:creationId xmlns:a16="http://schemas.microsoft.com/office/drawing/2014/main" id="{5E12A513-63F0-4974-B5D8-BCC067F14B85}"/>
              </a:ext>
            </a:extLst>
          </p:cNvPr>
          <p:cNvSpPr/>
          <p:nvPr/>
        </p:nvSpPr>
        <p:spPr>
          <a:xfrm>
            <a:off x="8286311" y="1469512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25" name="Picture 4" descr="상점 아이콘 구매 기호입니다 장바구니 아이콘재고에 대 한 가방에 대한 스톡 벡터 아트 및 기타 이미지 - 가방, 고객, 구매 -  iStock">
            <a:extLst>
              <a:ext uri="{FF2B5EF4-FFF2-40B4-BE49-F238E27FC236}">
                <a16:creationId xmlns:a16="http://schemas.microsoft.com/office/drawing/2014/main" id="{FB30B508-39B4-27AC-9B54-1FF5910CBA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>
                        <a14:foregroundMark x1="46154" y1="42067" x2="53846" y2="41106"/>
                        <a14:foregroundMark x1="63462" y1="32452" x2="63462" y2="32452"/>
                        <a14:foregroundMark x1="41587" y1="29087" x2="40144" y2="2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75366" y="1435715"/>
            <a:ext cx="385763" cy="385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6" name="Picture 8" descr="Eggs - Free food icons">
            <a:extLst>
              <a:ext uri="{FF2B5EF4-FFF2-40B4-BE49-F238E27FC236}">
                <a16:creationId xmlns:a16="http://schemas.microsoft.com/office/drawing/2014/main" id="{7C873E2C-3AD1-1CA1-AF8F-2D6ED48A51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94054" y="1500880"/>
            <a:ext cx="241884" cy="2418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7" name="사각형: 둥근 모서리 126">
            <a:extLst>
              <a:ext uri="{FF2B5EF4-FFF2-40B4-BE49-F238E27FC236}">
                <a16:creationId xmlns:a16="http://schemas.microsoft.com/office/drawing/2014/main" id="{BC4DE6A8-284C-31CC-136A-63EFC17D638C}"/>
              </a:ext>
            </a:extLst>
          </p:cNvPr>
          <p:cNvSpPr/>
          <p:nvPr/>
        </p:nvSpPr>
        <p:spPr>
          <a:xfrm>
            <a:off x="9124293" y="1464519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28" name="Picture 2" descr="설정 - 무료 ui개 아이콘">
            <a:extLst>
              <a:ext uri="{FF2B5EF4-FFF2-40B4-BE49-F238E27FC236}">
                <a16:creationId xmlns:a16="http://schemas.microsoft.com/office/drawing/2014/main" id="{0293E923-A01C-72CB-6FB9-8184913049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76458" y="1486534"/>
            <a:ext cx="265099" cy="265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9" name="자유형: 도형 128">
            <a:extLst>
              <a:ext uri="{FF2B5EF4-FFF2-40B4-BE49-F238E27FC236}">
                <a16:creationId xmlns:a16="http://schemas.microsoft.com/office/drawing/2014/main" id="{EB2F2A4C-0EF7-02E2-1C4F-FDE9AFFA1D1F}"/>
              </a:ext>
            </a:extLst>
          </p:cNvPr>
          <p:cNvSpPr/>
          <p:nvPr/>
        </p:nvSpPr>
        <p:spPr>
          <a:xfrm>
            <a:off x="6838950" y="809625"/>
            <a:ext cx="1162050" cy="1333500"/>
          </a:xfrm>
          <a:custGeom>
            <a:avLst/>
            <a:gdLst>
              <a:gd name="connsiteX0" fmla="*/ 1162050 w 1162050"/>
              <a:gd name="connsiteY0" fmla="*/ 1333500 h 1333500"/>
              <a:gd name="connsiteX1" fmla="*/ 914400 w 1162050"/>
              <a:gd name="connsiteY1" fmla="*/ 0 h 1333500"/>
              <a:gd name="connsiteX2" fmla="*/ 0 w 1162050"/>
              <a:gd name="connsiteY2" fmla="*/ 0 h 1333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162050" h="1333500">
                <a:moveTo>
                  <a:pt x="1162050" y="1333500"/>
                </a:moveTo>
                <a:lnTo>
                  <a:pt x="914400" y="0"/>
                </a:lnTo>
                <a:lnTo>
                  <a:pt x="0" y="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44AF000A-8272-DDA9-1D2B-A47FBFA06009}"/>
              </a:ext>
            </a:extLst>
          </p:cNvPr>
          <p:cNvSpPr txBox="1"/>
          <p:nvPr/>
        </p:nvSpPr>
        <p:spPr>
          <a:xfrm>
            <a:off x="5823892" y="697508"/>
            <a:ext cx="121596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 dirty="0"/>
              <a:t>보유중인 음식</a:t>
            </a:r>
          </a:p>
        </p:txBody>
      </p:sp>
      <p:sp>
        <p:nvSpPr>
          <p:cNvPr id="131" name="자유형: 도형 130">
            <a:extLst>
              <a:ext uri="{FF2B5EF4-FFF2-40B4-BE49-F238E27FC236}">
                <a16:creationId xmlns:a16="http://schemas.microsoft.com/office/drawing/2014/main" id="{F6B5AC86-45CD-846A-B9B0-D164DA9D08DF}"/>
              </a:ext>
            </a:extLst>
          </p:cNvPr>
          <p:cNvSpPr/>
          <p:nvPr/>
        </p:nvSpPr>
        <p:spPr>
          <a:xfrm>
            <a:off x="9734550" y="781050"/>
            <a:ext cx="600075" cy="1371600"/>
          </a:xfrm>
          <a:custGeom>
            <a:avLst/>
            <a:gdLst>
              <a:gd name="connsiteX0" fmla="*/ 0 w 600075"/>
              <a:gd name="connsiteY0" fmla="*/ 1371600 h 1371600"/>
              <a:gd name="connsiteX1" fmla="*/ 0 w 600075"/>
              <a:gd name="connsiteY1" fmla="*/ 0 h 1371600"/>
              <a:gd name="connsiteX2" fmla="*/ 600075 w 600075"/>
              <a:gd name="connsiteY2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00075" h="1371600">
                <a:moveTo>
                  <a:pt x="0" y="1371600"/>
                </a:moveTo>
                <a:lnTo>
                  <a:pt x="0" y="0"/>
                </a:lnTo>
                <a:lnTo>
                  <a:pt x="600075" y="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chemeClr val="tx1"/>
                </a:solidFill>
                <a:prstDash val="dash"/>
              </a:ln>
            </a:endParaRP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BF8A0965-444B-3790-48B6-7EFD135EA5E1}"/>
              </a:ext>
            </a:extLst>
          </p:cNvPr>
          <p:cNvSpPr txBox="1"/>
          <p:nvPr/>
        </p:nvSpPr>
        <p:spPr>
          <a:xfrm>
            <a:off x="10338845" y="614594"/>
            <a:ext cx="121596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 dirty="0"/>
              <a:t>선택중인 음식에 대한 정보</a:t>
            </a:r>
          </a:p>
        </p:txBody>
      </p:sp>
    </p:spTree>
    <p:extLst>
      <p:ext uri="{BB962C8B-B14F-4D97-AF65-F5344CB8AC3E}">
        <p14:creationId xmlns:p14="http://schemas.microsoft.com/office/powerpoint/2010/main" val="6492457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TextBox 55">
            <a:extLst>
              <a:ext uri="{FF2B5EF4-FFF2-40B4-BE49-F238E27FC236}">
                <a16:creationId xmlns:a16="http://schemas.microsoft.com/office/drawing/2014/main" id="{8AAC15C9-BB50-E0B8-9CCB-2397069CC6C9}"/>
              </a:ext>
            </a:extLst>
          </p:cNvPr>
          <p:cNvSpPr txBox="1"/>
          <p:nvPr/>
        </p:nvSpPr>
        <p:spPr>
          <a:xfrm>
            <a:off x="280509" y="153899"/>
            <a:ext cx="1670921" cy="27699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알 카테고리</a:t>
            </a:r>
            <a:endParaRPr lang="en-US" altLang="ko-KR" sz="1200" dirty="0">
              <a:solidFill>
                <a:schemeClr val="bg1"/>
              </a:solidFill>
            </a:endParaRPr>
          </a:p>
        </p:txBody>
      </p:sp>
      <p:grpSp>
        <p:nvGrpSpPr>
          <p:cNvPr id="110" name="그룹 109">
            <a:extLst>
              <a:ext uri="{FF2B5EF4-FFF2-40B4-BE49-F238E27FC236}">
                <a16:creationId xmlns:a16="http://schemas.microsoft.com/office/drawing/2014/main" id="{564073E9-E37F-46BB-D5C8-E147C34F266B}"/>
              </a:ext>
            </a:extLst>
          </p:cNvPr>
          <p:cNvGrpSpPr/>
          <p:nvPr/>
        </p:nvGrpSpPr>
        <p:grpSpPr>
          <a:xfrm>
            <a:off x="1006474" y="1632174"/>
            <a:ext cx="4489873" cy="3180792"/>
            <a:chOff x="6962303" y="1954970"/>
            <a:chExt cx="4489873" cy="3180792"/>
          </a:xfrm>
        </p:grpSpPr>
        <p:sp>
          <p:nvSpPr>
            <p:cNvPr id="57" name="사각형: 둥근 모서리 56">
              <a:extLst>
                <a:ext uri="{FF2B5EF4-FFF2-40B4-BE49-F238E27FC236}">
                  <a16:creationId xmlns:a16="http://schemas.microsoft.com/office/drawing/2014/main" id="{4D2FC849-ACB7-E4D5-6E83-3486B6F90B13}"/>
                </a:ext>
              </a:extLst>
            </p:cNvPr>
            <p:cNvSpPr/>
            <p:nvPr/>
          </p:nvSpPr>
          <p:spPr>
            <a:xfrm>
              <a:off x="6962303" y="2341762"/>
              <a:ext cx="2200521" cy="2794000"/>
            </a:xfrm>
            <a:prstGeom prst="roundRect">
              <a:avLst>
                <a:gd name="adj" fmla="val 2239"/>
              </a:avLst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8" name="사각형: 둥근 모서리 57">
              <a:extLst>
                <a:ext uri="{FF2B5EF4-FFF2-40B4-BE49-F238E27FC236}">
                  <a16:creationId xmlns:a16="http://schemas.microsoft.com/office/drawing/2014/main" id="{A298E2F6-801E-40FE-8A37-B86CA03C2660}"/>
                </a:ext>
              </a:extLst>
            </p:cNvPr>
            <p:cNvSpPr/>
            <p:nvPr/>
          </p:nvSpPr>
          <p:spPr>
            <a:xfrm>
              <a:off x="7536578" y="2030612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9" name="사각형: 둥근 모서리 58">
              <a:extLst>
                <a:ext uri="{FF2B5EF4-FFF2-40B4-BE49-F238E27FC236}">
                  <a16:creationId xmlns:a16="http://schemas.microsoft.com/office/drawing/2014/main" id="{86F6FAD8-2694-C5AD-257B-7B45745A219D}"/>
                </a:ext>
              </a:extLst>
            </p:cNvPr>
            <p:cNvSpPr/>
            <p:nvPr/>
          </p:nvSpPr>
          <p:spPr>
            <a:xfrm>
              <a:off x="7107996" y="2027177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0" name="사각형: 둥근 모서리 59">
              <a:extLst>
                <a:ext uri="{FF2B5EF4-FFF2-40B4-BE49-F238E27FC236}">
                  <a16:creationId xmlns:a16="http://schemas.microsoft.com/office/drawing/2014/main" id="{FF00FFC7-2004-EF3B-1283-CA4D9EC419F7}"/>
                </a:ext>
              </a:extLst>
            </p:cNvPr>
            <p:cNvSpPr/>
            <p:nvPr/>
          </p:nvSpPr>
          <p:spPr>
            <a:xfrm>
              <a:off x="7982182" y="2030612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61" name="Picture 2" descr="잎 - 무료 자연개 아이콘">
              <a:extLst>
                <a:ext uri="{FF2B5EF4-FFF2-40B4-BE49-F238E27FC236}">
                  <a16:creationId xmlns:a16="http://schemas.microsoft.com/office/drawing/2014/main" id="{676D9960-27FD-FF54-228D-3A718DDD768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590348" y="2059484"/>
              <a:ext cx="251234" cy="25123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2" name="Picture 2" descr="Material 디자인 스타일의 달팽이 아이콘">
              <a:extLst>
                <a:ext uri="{FF2B5EF4-FFF2-40B4-BE49-F238E27FC236}">
                  <a16:creationId xmlns:a16="http://schemas.microsoft.com/office/drawing/2014/main" id="{E0B64878-9997-3A2E-E987-5D52851997C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ackgroundRemoval t="10000" b="90000" l="8750" r="91250">
                          <a14:foregroundMark x1="90833" y1="41250" x2="90833" y2="41250"/>
                          <a14:foregroundMark x1="91250" y1="16167" x2="91250" y2="16167"/>
                          <a14:foregroundMark x1="8750" y1="46000" x2="8750" y2="46000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138805" y="2034047"/>
              <a:ext cx="297156" cy="29715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3" name="Picture 4" descr="상점 아이콘 구매 기호입니다 장바구니 아이콘재고에 대 한 가방에 대한 스톡 벡터 아트 및 기타 이미지 - 가방, 고객, 구매 -  iStock">
              <a:extLst>
                <a:ext uri="{FF2B5EF4-FFF2-40B4-BE49-F238E27FC236}">
                  <a16:creationId xmlns:a16="http://schemas.microsoft.com/office/drawing/2014/main" id="{D9E08D37-7342-DA02-F1B9-8C08DC53D1D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>
                          <a14:foregroundMark x1="46154" y1="42067" x2="53846" y2="41106"/>
                          <a14:foregroundMark x1="63462" y1="32452" x2="63462" y2="32452"/>
                          <a14:foregroundMark x1="41587" y1="29087" x2="40144" y2="29567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971237" y="1996815"/>
              <a:ext cx="385763" cy="3857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4" name="사각형: 둥근 모서리 63">
              <a:extLst>
                <a:ext uri="{FF2B5EF4-FFF2-40B4-BE49-F238E27FC236}">
                  <a16:creationId xmlns:a16="http://schemas.microsoft.com/office/drawing/2014/main" id="{CF11F975-2CB9-3789-1FDC-A0D5C1061752}"/>
                </a:ext>
              </a:extLst>
            </p:cNvPr>
            <p:cNvSpPr/>
            <p:nvPr/>
          </p:nvSpPr>
          <p:spPr>
            <a:xfrm>
              <a:off x="9162824" y="2334638"/>
              <a:ext cx="2200521" cy="2794000"/>
            </a:xfrm>
            <a:prstGeom prst="roundRect">
              <a:avLst>
                <a:gd name="adj" fmla="val 2239"/>
              </a:avLst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5" name="사각형: 둥근 모서리 64">
              <a:extLst>
                <a:ext uri="{FF2B5EF4-FFF2-40B4-BE49-F238E27FC236}">
                  <a16:creationId xmlns:a16="http://schemas.microsoft.com/office/drawing/2014/main" id="{A47C611F-5AEF-BB7A-B605-75FE814C0B5A}"/>
                </a:ext>
              </a:extLst>
            </p:cNvPr>
            <p:cNvSpPr/>
            <p:nvPr/>
          </p:nvSpPr>
          <p:spPr>
            <a:xfrm>
              <a:off x="11110538" y="2239388"/>
              <a:ext cx="323850" cy="32385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6" name="곱하기 기호 65">
              <a:extLst>
                <a:ext uri="{FF2B5EF4-FFF2-40B4-BE49-F238E27FC236}">
                  <a16:creationId xmlns:a16="http://schemas.microsoft.com/office/drawing/2014/main" id="{6D8C23B6-65FC-937E-C31F-B62402E7886B}"/>
                </a:ext>
              </a:extLst>
            </p:cNvPr>
            <p:cNvSpPr/>
            <p:nvPr/>
          </p:nvSpPr>
          <p:spPr>
            <a:xfrm>
              <a:off x="11093401" y="2222137"/>
              <a:ext cx="358775" cy="358775"/>
            </a:xfrm>
            <a:prstGeom prst="mathMultiply">
              <a:avLst>
                <a:gd name="adj1" fmla="val 16941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9937A7CA-4071-42A1-C200-1C4A14DE9EE0}"/>
                </a:ext>
              </a:extLst>
            </p:cNvPr>
            <p:cNvSpPr txBox="1"/>
            <p:nvPr/>
          </p:nvSpPr>
          <p:spPr>
            <a:xfrm>
              <a:off x="7456215" y="2394100"/>
              <a:ext cx="124460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100" b="1"/>
                <a:t>알 목록</a:t>
              </a:r>
            </a:p>
          </p:txBody>
        </p:sp>
        <p:sp>
          <p:nvSpPr>
            <p:cNvPr id="68" name="사각형: 둥근 모서리 67">
              <a:extLst>
                <a:ext uri="{FF2B5EF4-FFF2-40B4-BE49-F238E27FC236}">
                  <a16:creationId xmlns:a16="http://schemas.microsoft.com/office/drawing/2014/main" id="{6D2E2D5C-CE42-D93F-2D94-79DBA7BA7038}"/>
                </a:ext>
              </a:extLst>
            </p:cNvPr>
            <p:cNvSpPr/>
            <p:nvPr/>
          </p:nvSpPr>
          <p:spPr>
            <a:xfrm>
              <a:off x="9320012" y="2771292"/>
              <a:ext cx="601164" cy="582120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9" name="사각형: 둥근 모서리 68">
              <a:extLst>
                <a:ext uri="{FF2B5EF4-FFF2-40B4-BE49-F238E27FC236}">
                  <a16:creationId xmlns:a16="http://schemas.microsoft.com/office/drawing/2014/main" id="{73709B3B-64E7-B109-90B7-971FEC8D83AE}"/>
                </a:ext>
              </a:extLst>
            </p:cNvPr>
            <p:cNvSpPr/>
            <p:nvPr/>
          </p:nvSpPr>
          <p:spPr>
            <a:xfrm>
              <a:off x="7114111" y="2774945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0" name="사각형: 둥근 모서리 69">
              <a:extLst>
                <a:ext uri="{FF2B5EF4-FFF2-40B4-BE49-F238E27FC236}">
                  <a16:creationId xmlns:a16="http://schemas.microsoft.com/office/drawing/2014/main" id="{02EE2378-C7AE-A3A3-C1BC-CF3C593CAE31}"/>
                </a:ext>
              </a:extLst>
            </p:cNvPr>
            <p:cNvSpPr/>
            <p:nvPr/>
          </p:nvSpPr>
          <p:spPr>
            <a:xfrm>
              <a:off x="7612850" y="2774945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1" name="사각형: 둥근 모서리 70">
              <a:extLst>
                <a:ext uri="{FF2B5EF4-FFF2-40B4-BE49-F238E27FC236}">
                  <a16:creationId xmlns:a16="http://schemas.microsoft.com/office/drawing/2014/main" id="{54DB15EB-A79D-CE09-84E0-A4DDE1E178A0}"/>
                </a:ext>
              </a:extLst>
            </p:cNvPr>
            <p:cNvSpPr/>
            <p:nvPr/>
          </p:nvSpPr>
          <p:spPr>
            <a:xfrm>
              <a:off x="8110442" y="2774945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2" name="사각형: 둥근 모서리 71">
              <a:extLst>
                <a:ext uri="{FF2B5EF4-FFF2-40B4-BE49-F238E27FC236}">
                  <a16:creationId xmlns:a16="http://schemas.microsoft.com/office/drawing/2014/main" id="{38582039-2DB6-3E6D-B27D-897D9A06342F}"/>
                </a:ext>
              </a:extLst>
            </p:cNvPr>
            <p:cNvSpPr/>
            <p:nvPr/>
          </p:nvSpPr>
          <p:spPr>
            <a:xfrm>
              <a:off x="8608034" y="2774945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3" name="사각형: 둥근 모서리 72">
              <a:extLst>
                <a:ext uri="{FF2B5EF4-FFF2-40B4-BE49-F238E27FC236}">
                  <a16:creationId xmlns:a16="http://schemas.microsoft.com/office/drawing/2014/main" id="{D0EBEFB8-A5BB-F956-94B2-B3F67AFDA861}"/>
                </a:ext>
              </a:extLst>
            </p:cNvPr>
            <p:cNvSpPr/>
            <p:nvPr/>
          </p:nvSpPr>
          <p:spPr>
            <a:xfrm>
              <a:off x="7114111" y="3282945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4" name="사각형: 둥근 모서리 73">
              <a:extLst>
                <a:ext uri="{FF2B5EF4-FFF2-40B4-BE49-F238E27FC236}">
                  <a16:creationId xmlns:a16="http://schemas.microsoft.com/office/drawing/2014/main" id="{55BC3219-9D8D-CF48-6709-B6890B31A474}"/>
                </a:ext>
              </a:extLst>
            </p:cNvPr>
            <p:cNvSpPr/>
            <p:nvPr/>
          </p:nvSpPr>
          <p:spPr>
            <a:xfrm>
              <a:off x="7612850" y="3282945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5" name="사각형: 둥근 모서리 74">
              <a:extLst>
                <a:ext uri="{FF2B5EF4-FFF2-40B4-BE49-F238E27FC236}">
                  <a16:creationId xmlns:a16="http://schemas.microsoft.com/office/drawing/2014/main" id="{B57694F0-A736-9CA1-FC90-BE58D74EF92F}"/>
                </a:ext>
              </a:extLst>
            </p:cNvPr>
            <p:cNvSpPr/>
            <p:nvPr/>
          </p:nvSpPr>
          <p:spPr>
            <a:xfrm>
              <a:off x="8110442" y="3282945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6" name="사각형: 둥근 모서리 75">
              <a:extLst>
                <a:ext uri="{FF2B5EF4-FFF2-40B4-BE49-F238E27FC236}">
                  <a16:creationId xmlns:a16="http://schemas.microsoft.com/office/drawing/2014/main" id="{439E140A-9532-A429-22BA-9A8F77EFFCC8}"/>
                </a:ext>
              </a:extLst>
            </p:cNvPr>
            <p:cNvSpPr/>
            <p:nvPr/>
          </p:nvSpPr>
          <p:spPr>
            <a:xfrm>
              <a:off x="8608034" y="3282945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7" name="사각형: 둥근 모서리 76">
              <a:extLst>
                <a:ext uri="{FF2B5EF4-FFF2-40B4-BE49-F238E27FC236}">
                  <a16:creationId xmlns:a16="http://schemas.microsoft.com/office/drawing/2014/main" id="{651E5BBC-4D91-B6B9-D65C-A8F531EE5D54}"/>
                </a:ext>
              </a:extLst>
            </p:cNvPr>
            <p:cNvSpPr/>
            <p:nvPr/>
          </p:nvSpPr>
          <p:spPr>
            <a:xfrm>
              <a:off x="7114111" y="3790945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8" name="사각형: 둥근 모서리 77">
              <a:extLst>
                <a:ext uri="{FF2B5EF4-FFF2-40B4-BE49-F238E27FC236}">
                  <a16:creationId xmlns:a16="http://schemas.microsoft.com/office/drawing/2014/main" id="{C01EB51C-D15C-31C1-AB4D-024B5E0F6CD6}"/>
                </a:ext>
              </a:extLst>
            </p:cNvPr>
            <p:cNvSpPr/>
            <p:nvPr/>
          </p:nvSpPr>
          <p:spPr>
            <a:xfrm>
              <a:off x="7612850" y="3790945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9" name="사각형: 둥근 모서리 78">
              <a:extLst>
                <a:ext uri="{FF2B5EF4-FFF2-40B4-BE49-F238E27FC236}">
                  <a16:creationId xmlns:a16="http://schemas.microsoft.com/office/drawing/2014/main" id="{FB142F99-0C68-90B0-E009-2F3BBF1BF3BF}"/>
                </a:ext>
              </a:extLst>
            </p:cNvPr>
            <p:cNvSpPr/>
            <p:nvPr/>
          </p:nvSpPr>
          <p:spPr>
            <a:xfrm>
              <a:off x="8110442" y="3790945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0" name="사각형: 둥근 모서리 79">
              <a:extLst>
                <a:ext uri="{FF2B5EF4-FFF2-40B4-BE49-F238E27FC236}">
                  <a16:creationId xmlns:a16="http://schemas.microsoft.com/office/drawing/2014/main" id="{3B6E9D0F-C41B-6770-0230-30D2106A67D3}"/>
                </a:ext>
              </a:extLst>
            </p:cNvPr>
            <p:cNvSpPr/>
            <p:nvPr/>
          </p:nvSpPr>
          <p:spPr>
            <a:xfrm>
              <a:off x="8608034" y="3790945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1" name="사각형: 둥근 모서리 80">
              <a:extLst>
                <a:ext uri="{FF2B5EF4-FFF2-40B4-BE49-F238E27FC236}">
                  <a16:creationId xmlns:a16="http://schemas.microsoft.com/office/drawing/2014/main" id="{55B5C92D-6E13-9BD7-A30C-D3F34423C025}"/>
                </a:ext>
              </a:extLst>
            </p:cNvPr>
            <p:cNvSpPr/>
            <p:nvPr/>
          </p:nvSpPr>
          <p:spPr>
            <a:xfrm>
              <a:off x="7114111" y="4298945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2" name="사각형: 둥근 모서리 81">
              <a:extLst>
                <a:ext uri="{FF2B5EF4-FFF2-40B4-BE49-F238E27FC236}">
                  <a16:creationId xmlns:a16="http://schemas.microsoft.com/office/drawing/2014/main" id="{3747D7B6-1317-4AC7-4E27-A07B471F8E3D}"/>
                </a:ext>
              </a:extLst>
            </p:cNvPr>
            <p:cNvSpPr/>
            <p:nvPr/>
          </p:nvSpPr>
          <p:spPr>
            <a:xfrm>
              <a:off x="7612850" y="4298945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3" name="사각형: 둥근 모서리 82">
              <a:extLst>
                <a:ext uri="{FF2B5EF4-FFF2-40B4-BE49-F238E27FC236}">
                  <a16:creationId xmlns:a16="http://schemas.microsoft.com/office/drawing/2014/main" id="{F3FFF262-DEF9-4CC8-27D5-A07DE7B28591}"/>
                </a:ext>
              </a:extLst>
            </p:cNvPr>
            <p:cNvSpPr/>
            <p:nvPr/>
          </p:nvSpPr>
          <p:spPr>
            <a:xfrm>
              <a:off x="8110442" y="4298945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4" name="사각형: 둥근 모서리 83">
              <a:extLst>
                <a:ext uri="{FF2B5EF4-FFF2-40B4-BE49-F238E27FC236}">
                  <a16:creationId xmlns:a16="http://schemas.microsoft.com/office/drawing/2014/main" id="{EBB0DC86-6846-5567-4F29-C62EC2C0DE1F}"/>
                </a:ext>
              </a:extLst>
            </p:cNvPr>
            <p:cNvSpPr/>
            <p:nvPr/>
          </p:nvSpPr>
          <p:spPr>
            <a:xfrm>
              <a:off x="8608034" y="4298945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5" name="사각형: 둥근 모서리 84">
              <a:extLst>
                <a:ext uri="{FF2B5EF4-FFF2-40B4-BE49-F238E27FC236}">
                  <a16:creationId xmlns:a16="http://schemas.microsoft.com/office/drawing/2014/main" id="{70EECB07-9261-1084-0AE7-8034CDE6094F}"/>
                </a:ext>
              </a:extLst>
            </p:cNvPr>
            <p:cNvSpPr/>
            <p:nvPr/>
          </p:nvSpPr>
          <p:spPr>
            <a:xfrm>
              <a:off x="7112946" y="4823484"/>
              <a:ext cx="400050" cy="175419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6" name="사각형: 둥근 모서리 85">
              <a:extLst>
                <a:ext uri="{FF2B5EF4-FFF2-40B4-BE49-F238E27FC236}">
                  <a16:creationId xmlns:a16="http://schemas.microsoft.com/office/drawing/2014/main" id="{EE865E6B-6F86-AD86-E94D-187B8F74B43A}"/>
                </a:ext>
              </a:extLst>
            </p:cNvPr>
            <p:cNvSpPr/>
            <p:nvPr/>
          </p:nvSpPr>
          <p:spPr>
            <a:xfrm>
              <a:off x="7611685" y="4823484"/>
              <a:ext cx="400050" cy="175419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7" name="사각형: 둥근 모서리 86">
              <a:extLst>
                <a:ext uri="{FF2B5EF4-FFF2-40B4-BE49-F238E27FC236}">
                  <a16:creationId xmlns:a16="http://schemas.microsoft.com/office/drawing/2014/main" id="{D9C37494-B6E1-4FF9-FA96-BDC4585512B6}"/>
                </a:ext>
              </a:extLst>
            </p:cNvPr>
            <p:cNvSpPr/>
            <p:nvPr/>
          </p:nvSpPr>
          <p:spPr>
            <a:xfrm>
              <a:off x="8109277" y="4823484"/>
              <a:ext cx="400050" cy="175419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8" name="사각형: 둥근 모서리 87">
              <a:extLst>
                <a:ext uri="{FF2B5EF4-FFF2-40B4-BE49-F238E27FC236}">
                  <a16:creationId xmlns:a16="http://schemas.microsoft.com/office/drawing/2014/main" id="{B1122B16-DCE5-B1B9-ACEF-2F33E1B365F4}"/>
                </a:ext>
              </a:extLst>
            </p:cNvPr>
            <p:cNvSpPr/>
            <p:nvPr/>
          </p:nvSpPr>
          <p:spPr>
            <a:xfrm>
              <a:off x="8606869" y="4823484"/>
              <a:ext cx="400050" cy="175419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89" name="그룹 88">
              <a:extLst>
                <a:ext uri="{FF2B5EF4-FFF2-40B4-BE49-F238E27FC236}">
                  <a16:creationId xmlns:a16="http://schemas.microsoft.com/office/drawing/2014/main" id="{4F059F81-4BCC-5440-9226-AFDE69ACFF13}"/>
                </a:ext>
              </a:extLst>
            </p:cNvPr>
            <p:cNvGrpSpPr/>
            <p:nvPr/>
          </p:nvGrpSpPr>
          <p:grpSpPr>
            <a:xfrm>
              <a:off x="9788690" y="1954970"/>
              <a:ext cx="1141042" cy="442051"/>
              <a:chOff x="6711477" y="1465221"/>
              <a:chExt cx="1416357" cy="548711"/>
            </a:xfrm>
          </p:grpSpPr>
          <p:sp>
            <p:nvSpPr>
              <p:cNvPr id="90" name="사각형: 둥근 모서리 89">
                <a:extLst>
                  <a:ext uri="{FF2B5EF4-FFF2-40B4-BE49-F238E27FC236}">
                    <a16:creationId xmlns:a16="http://schemas.microsoft.com/office/drawing/2014/main" id="{A9E379F4-709D-1FBA-95B6-A1A0F64908C6}"/>
                  </a:ext>
                </a:extLst>
              </p:cNvPr>
              <p:cNvSpPr/>
              <p:nvPr/>
            </p:nvSpPr>
            <p:spPr>
              <a:xfrm>
                <a:off x="6839352" y="1586038"/>
                <a:ext cx="955998" cy="274512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9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pic>
            <p:nvPicPr>
              <p:cNvPr id="91" name="그림 90">
                <a:extLst>
                  <a:ext uri="{FF2B5EF4-FFF2-40B4-BE49-F238E27FC236}">
                    <a16:creationId xmlns:a16="http://schemas.microsoft.com/office/drawing/2014/main" id="{33D814AA-6EEF-4818-DF5B-4B439B4EB9E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711477" y="1465221"/>
                <a:ext cx="548711" cy="548711"/>
              </a:xfrm>
              <a:prstGeom prst="rect">
                <a:avLst/>
              </a:prstGeom>
            </p:spPr>
          </p:pic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B4C755CA-2AC1-8A76-A4B8-6BAD0DF4D55C}"/>
                  </a:ext>
                </a:extLst>
              </p:cNvPr>
              <p:cNvSpPr txBox="1"/>
              <p:nvPr/>
            </p:nvSpPr>
            <p:spPr>
              <a:xfrm>
                <a:off x="6883235" y="1560569"/>
                <a:ext cx="1244599" cy="3151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050" b="1"/>
                  <a:t>5,000</a:t>
                </a:r>
                <a:endParaRPr lang="ko-KR" altLang="en-US" sz="1050" b="1"/>
              </a:p>
            </p:txBody>
          </p:sp>
        </p:grpSp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D826BE12-7213-3861-FBB5-DCD7D46F02AF}"/>
                </a:ext>
              </a:extLst>
            </p:cNvPr>
            <p:cNvSpPr txBox="1"/>
            <p:nvPr/>
          </p:nvSpPr>
          <p:spPr>
            <a:xfrm>
              <a:off x="9640784" y="2387590"/>
              <a:ext cx="124460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100" b="1"/>
                <a:t>부화기</a:t>
              </a:r>
            </a:p>
          </p:txBody>
        </p:sp>
        <p:sp>
          <p:nvSpPr>
            <p:cNvPr id="94" name="사각형: 둥근 모서리 93">
              <a:extLst>
                <a:ext uri="{FF2B5EF4-FFF2-40B4-BE49-F238E27FC236}">
                  <a16:creationId xmlns:a16="http://schemas.microsoft.com/office/drawing/2014/main" id="{86830250-06A6-5998-2332-35C37D9EE5C2}"/>
                </a:ext>
              </a:extLst>
            </p:cNvPr>
            <p:cNvSpPr/>
            <p:nvPr/>
          </p:nvSpPr>
          <p:spPr>
            <a:xfrm>
              <a:off x="7982182" y="2030612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5" name="사각형: 둥근 모서리 94">
              <a:extLst>
                <a:ext uri="{FF2B5EF4-FFF2-40B4-BE49-F238E27FC236}">
                  <a16:creationId xmlns:a16="http://schemas.microsoft.com/office/drawing/2014/main" id="{78CC4D31-3985-392A-784C-C4B501359281}"/>
                </a:ext>
              </a:extLst>
            </p:cNvPr>
            <p:cNvSpPr/>
            <p:nvPr/>
          </p:nvSpPr>
          <p:spPr>
            <a:xfrm>
              <a:off x="8432884" y="2030052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96" name="Picture 4" descr="상점 아이콘 구매 기호입니다 장바구니 아이콘재고에 대 한 가방에 대한 스톡 벡터 아트 및 기타 이미지 - 가방, 고객, 구매 -  iStock">
              <a:extLst>
                <a:ext uri="{FF2B5EF4-FFF2-40B4-BE49-F238E27FC236}">
                  <a16:creationId xmlns:a16="http://schemas.microsoft.com/office/drawing/2014/main" id="{A3C73261-2A49-713F-133F-671DF440D6F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>
                          <a14:foregroundMark x1="46154" y1="42067" x2="53846" y2="41106"/>
                          <a14:foregroundMark x1="63462" y1="32452" x2="63462" y2="32452"/>
                          <a14:foregroundMark x1="41587" y1="29087" x2="40144" y2="29567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421939" y="1996255"/>
              <a:ext cx="385763" cy="3857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7" name="Picture 8" descr="Eggs - Free food icons">
              <a:extLst>
                <a:ext uri="{FF2B5EF4-FFF2-40B4-BE49-F238E27FC236}">
                  <a16:creationId xmlns:a16="http://schemas.microsoft.com/office/drawing/2014/main" id="{D2BCA0B6-36CC-208E-6D37-D63C0A43781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40627" y="2061420"/>
              <a:ext cx="241884" cy="24188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98" name="사각형: 둥근 모서리 97">
              <a:extLst>
                <a:ext uri="{FF2B5EF4-FFF2-40B4-BE49-F238E27FC236}">
                  <a16:creationId xmlns:a16="http://schemas.microsoft.com/office/drawing/2014/main" id="{1428AB5E-AFA0-56CC-4A73-7779BF75AEB6}"/>
                </a:ext>
              </a:extLst>
            </p:cNvPr>
            <p:cNvSpPr/>
            <p:nvPr/>
          </p:nvSpPr>
          <p:spPr>
            <a:xfrm>
              <a:off x="9975861" y="2771292"/>
              <a:ext cx="601164" cy="582120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9" name="사각형: 둥근 모서리 98">
              <a:extLst>
                <a:ext uri="{FF2B5EF4-FFF2-40B4-BE49-F238E27FC236}">
                  <a16:creationId xmlns:a16="http://schemas.microsoft.com/office/drawing/2014/main" id="{55C03904-8D15-AFAA-4BBB-A9F9431D8580}"/>
                </a:ext>
              </a:extLst>
            </p:cNvPr>
            <p:cNvSpPr/>
            <p:nvPr/>
          </p:nvSpPr>
          <p:spPr>
            <a:xfrm>
              <a:off x="10631709" y="2771292"/>
              <a:ext cx="601164" cy="582120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0" name="사각형: 둥근 모서리 99">
              <a:extLst>
                <a:ext uri="{FF2B5EF4-FFF2-40B4-BE49-F238E27FC236}">
                  <a16:creationId xmlns:a16="http://schemas.microsoft.com/office/drawing/2014/main" id="{FC7A5156-4C09-EB8B-9285-DB83E6FD76F1}"/>
                </a:ext>
              </a:extLst>
            </p:cNvPr>
            <p:cNvSpPr/>
            <p:nvPr/>
          </p:nvSpPr>
          <p:spPr>
            <a:xfrm>
              <a:off x="10905398" y="4738893"/>
              <a:ext cx="310992" cy="276559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1" name="곱하기 기호 100">
              <a:extLst>
                <a:ext uri="{FF2B5EF4-FFF2-40B4-BE49-F238E27FC236}">
                  <a16:creationId xmlns:a16="http://schemas.microsoft.com/office/drawing/2014/main" id="{0B5AB648-804E-3DAC-2D55-C8AF4D829147}"/>
                </a:ext>
              </a:extLst>
            </p:cNvPr>
            <p:cNvSpPr/>
            <p:nvPr/>
          </p:nvSpPr>
          <p:spPr>
            <a:xfrm rot="18900000">
              <a:off x="10092853" y="2882964"/>
              <a:ext cx="358775" cy="358775"/>
            </a:xfrm>
            <a:prstGeom prst="mathMultiply">
              <a:avLst>
                <a:gd name="adj1" fmla="val 16941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2" name="곱하기 기호 101">
              <a:extLst>
                <a:ext uri="{FF2B5EF4-FFF2-40B4-BE49-F238E27FC236}">
                  <a16:creationId xmlns:a16="http://schemas.microsoft.com/office/drawing/2014/main" id="{F1D1A9D8-37FA-5A35-CCC9-CA65E1A764B8}"/>
                </a:ext>
              </a:extLst>
            </p:cNvPr>
            <p:cNvSpPr/>
            <p:nvPr/>
          </p:nvSpPr>
          <p:spPr>
            <a:xfrm rot="18900000">
              <a:off x="10752306" y="2882964"/>
              <a:ext cx="358775" cy="358775"/>
            </a:xfrm>
            <a:prstGeom prst="mathMultiply">
              <a:avLst>
                <a:gd name="adj1" fmla="val 16941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03" name="Picture 8" descr="Eggs - Free food icons">
              <a:extLst>
                <a:ext uri="{FF2B5EF4-FFF2-40B4-BE49-F238E27FC236}">
                  <a16:creationId xmlns:a16="http://schemas.microsoft.com/office/drawing/2014/main" id="{83432C77-661A-8386-786A-4237D3BF213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949852" y="4760949"/>
              <a:ext cx="241884" cy="24188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4" name="곱하기 기호 103">
              <a:extLst>
                <a:ext uri="{FF2B5EF4-FFF2-40B4-BE49-F238E27FC236}">
                  <a16:creationId xmlns:a16="http://schemas.microsoft.com/office/drawing/2014/main" id="{98F907C2-927E-28F2-8F25-51C328446F46}"/>
                </a:ext>
              </a:extLst>
            </p:cNvPr>
            <p:cNvSpPr/>
            <p:nvPr/>
          </p:nvSpPr>
          <p:spPr>
            <a:xfrm rot="18900000">
              <a:off x="10933045" y="4749993"/>
              <a:ext cx="246235" cy="246235"/>
            </a:xfrm>
            <a:prstGeom prst="mathMultiply">
              <a:avLst>
                <a:gd name="adj1" fmla="val 16941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5" name="타원 104">
              <a:extLst>
                <a:ext uri="{FF2B5EF4-FFF2-40B4-BE49-F238E27FC236}">
                  <a16:creationId xmlns:a16="http://schemas.microsoft.com/office/drawing/2014/main" id="{DA1BCE5B-A61B-86A3-5C35-17EFA01FB71D}"/>
                </a:ext>
              </a:extLst>
            </p:cNvPr>
            <p:cNvSpPr/>
            <p:nvPr/>
          </p:nvSpPr>
          <p:spPr>
            <a:xfrm>
              <a:off x="9463819" y="2906714"/>
              <a:ext cx="311274" cy="311274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D0E3DB74-D1DD-121D-E592-EA756E173D9F}"/>
                </a:ext>
              </a:extLst>
            </p:cNvPr>
            <p:cNvSpPr txBox="1"/>
            <p:nvPr/>
          </p:nvSpPr>
          <p:spPr>
            <a:xfrm>
              <a:off x="9125540" y="3114165"/>
              <a:ext cx="1002671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50" b="1"/>
                <a:t>00:09</a:t>
              </a:r>
              <a:endParaRPr lang="ko-KR" altLang="en-US" sz="1050" b="1"/>
            </a:p>
          </p:txBody>
        </p:sp>
        <p:sp>
          <p:nvSpPr>
            <p:cNvPr id="107" name="사각형: 둥근 모서리 106">
              <a:extLst>
                <a:ext uri="{FF2B5EF4-FFF2-40B4-BE49-F238E27FC236}">
                  <a16:creationId xmlns:a16="http://schemas.microsoft.com/office/drawing/2014/main" id="{4F48082D-7FC1-C145-2728-1E21BF6297CE}"/>
                </a:ext>
              </a:extLst>
            </p:cNvPr>
            <p:cNvSpPr/>
            <p:nvPr/>
          </p:nvSpPr>
          <p:spPr>
            <a:xfrm>
              <a:off x="9270866" y="2025059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08" name="Picture 2" descr="설정 - 무료 ui개 아이콘">
              <a:extLst>
                <a:ext uri="{FF2B5EF4-FFF2-40B4-BE49-F238E27FC236}">
                  <a16:creationId xmlns:a16="http://schemas.microsoft.com/office/drawing/2014/main" id="{B704507A-C634-1EC5-6A30-2C285F2A055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323031" y="2047074"/>
              <a:ext cx="265099" cy="26509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11" name="그룹 110">
            <a:extLst>
              <a:ext uri="{FF2B5EF4-FFF2-40B4-BE49-F238E27FC236}">
                <a16:creationId xmlns:a16="http://schemas.microsoft.com/office/drawing/2014/main" id="{C1C65110-1CAC-A168-C3CE-161E6B2B0870}"/>
              </a:ext>
            </a:extLst>
          </p:cNvPr>
          <p:cNvGrpSpPr/>
          <p:nvPr/>
        </p:nvGrpSpPr>
        <p:grpSpPr>
          <a:xfrm>
            <a:off x="6740918" y="1632174"/>
            <a:ext cx="4489873" cy="3180792"/>
            <a:chOff x="1435003" y="1958405"/>
            <a:chExt cx="4489873" cy="3180792"/>
          </a:xfrm>
        </p:grpSpPr>
        <p:sp>
          <p:nvSpPr>
            <p:cNvPr id="4" name="사각형: 둥근 모서리 3">
              <a:extLst>
                <a:ext uri="{FF2B5EF4-FFF2-40B4-BE49-F238E27FC236}">
                  <a16:creationId xmlns:a16="http://schemas.microsoft.com/office/drawing/2014/main" id="{9E357BB7-5392-913B-A6A1-E084F97D75F5}"/>
                </a:ext>
              </a:extLst>
            </p:cNvPr>
            <p:cNvSpPr/>
            <p:nvPr/>
          </p:nvSpPr>
          <p:spPr>
            <a:xfrm>
              <a:off x="1435003" y="2345197"/>
              <a:ext cx="2200521" cy="2794000"/>
            </a:xfrm>
            <a:prstGeom prst="roundRect">
              <a:avLst>
                <a:gd name="adj" fmla="val 2239"/>
              </a:avLst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" name="사각형: 둥근 모서리 4">
              <a:extLst>
                <a:ext uri="{FF2B5EF4-FFF2-40B4-BE49-F238E27FC236}">
                  <a16:creationId xmlns:a16="http://schemas.microsoft.com/office/drawing/2014/main" id="{80F6B294-639F-C543-46C4-E5099C1FBBCC}"/>
                </a:ext>
              </a:extLst>
            </p:cNvPr>
            <p:cNvSpPr/>
            <p:nvPr/>
          </p:nvSpPr>
          <p:spPr>
            <a:xfrm>
              <a:off x="2009278" y="2034047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사각형: 둥근 모서리 5">
              <a:extLst>
                <a:ext uri="{FF2B5EF4-FFF2-40B4-BE49-F238E27FC236}">
                  <a16:creationId xmlns:a16="http://schemas.microsoft.com/office/drawing/2014/main" id="{46DE3336-476B-264A-BA55-A109B20C6A37}"/>
                </a:ext>
              </a:extLst>
            </p:cNvPr>
            <p:cNvSpPr/>
            <p:nvPr/>
          </p:nvSpPr>
          <p:spPr>
            <a:xfrm>
              <a:off x="1580696" y="2030612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사각형: 둥근 모서리 6">
              <a:extLst>
                <a:ext uri="{FF2B5EF4-FFF2-40B4-BE49-F238E27FC236}">
                  <a16:creationId xmlns:a16="http://schemas.microsoft.com/office/drawing/2014/main" id="{FC027527-D844-619C-D3C4-4617C9BC5DA0}"/>
                </a:ext>
              </a:extLst>
            </p:cNvPr>
            <p:cNvSpPr/>
            <p:nvPr/>
          </p:nvSpPr>
          <p:spPr>
            <a:xfrm>
              <a:off x="2454882" y="2034047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8" name="Picture 2" descr="잎 - 무료 자연개 아이콘">
              <a:extLst>
                <a:ext uri="{FF2B5EF4-FFF2-40B4-BE49-F238E27FC236}">
                  <a16:creationId xmlns:a16="http://schemas.microsoft.com/office/drawing/2014/main" id="{E22789E0-D585-B04E-C85B-1A3030E8819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063048" y="2062919"/>
              <a:ext cx="251234" cy="25123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" name="Picture 2" descr="Material 디자인 스타일의 달팽이 아이콘">
              <a:extLst>
                <a:ext uri="{FF2B5EF4-FFF2-40B4-BE49-F238E27FC236}">
                  <a16:creationId xmlns:a16="http://schemas.microsoft.com/office/drawing/2014/main" id="{6C74E154-B4E5-A016-206F-37B38AF5A31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ackgroundRemoval t="10000" b="90000" l="8750" r="91250">
                          <a14:foregroundMark x1="90833" y1="41250" x2="90833" y2="41250"/>
                          <a14:foregroundMark x1="91250" y1="16167" x2="91250" y2="16167"/>
                          <a14:foregroundMark x1="8750" y1="46000" x2="8750" y2="46000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611505" y="2037482"/>
              <a:ext cx="297156" cy="29715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" name="Picture 4" descr="상점 아이콘 구매 기호입니다 장바구니 아이콘재고에 대 한 가방에 대한 스톡 벡터 아트 및 기타 이미지 - 가방, 고객, 구매 -  iStock">
              <a:extLst>
                <a:ext uri="{FF2B5EF4-FFF2-40B4-BE49-F238E27FC236}">
                  <a16:creationId xmlns:a16="http://schemas.microsoft.com/office/drawing/2014/main" id="{F00442C2-8ED5-6A8A-C13B-06F60BEC265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>
                          <a14:foregroundMark x1="46154" y1="42067" x2="53846" y2="41106"/>
                          <a14:foregroundMark x1="63462" y1="32452" x2="63462" y2="32452"/>
                          <a14:foregroundMark x1="41587" y1="29087" x2="40144" y2="29567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443937" y="2000250"/>
              <a:ext cx="385763" cy="3857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1" name="사각형: 둥근 모서리 10">
              <a:extLst>
                <a:ext uri="{FF2B5EF4-FFF2-40B4-BE49-F238E27FC236}">
                  <a16:creationId xmlns:a16="http://schemas.microsoft.com/office/drawing/2014/main" id="{B46EF760-03F9-F071-596C-480DA6311D2D}"/>
                </a:ext>
              </a:extLst>
            </p:cNvPr>
            <p:cNvSpPr/>
            <p:nvPr/>
          </p:nvSpPr>
          <p:spPr>
            <a:xfrm>
              <a:off x="3635524" y="2338073"/>
              <a:ext cx="2200521" cy="2794000"/>
            </a:xfrm>
            <a:prstGeom prst="roundRect">
              <a:avLst>
                <a:gd name="adj" fmla="val 2239"/>
              </a:avLst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사각형: 둥근 모서리 11">
              <a:extLst>
                <a:ext uri="{FF2B5EF4-FFF2-40B4-BE49-F238E27FC236}">
                  <a16:creationId xmlns:a16="http://schemas.microsoft.com/office/drawing/2014/main" id="{6F323FB7-3A44-40F4-1C59-5F04D93D21B0}"/>
                </a:ext>
              </a:extLst>
            </p:cNvPr>
            <p:cNvSpPr/>
            <p:nvPr/>
          </p:nvSpPr>
          <p:spPr>
            <a:xfrm>
              <a:off x="5583238" y="2242823"/>
              <a:ext cx="323850" cy="32385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" name="곱하기 기호 12">
              <a:extLst>
                <a:ext uri="{FF2B5EF4-FFF2-40B4-BE49-F238E27FC236}">
                  <a16:creationId xmlns:a16="http://schemas.microsoft.com/office/drawing/2014/main" id="{51D15100-8671-E10E-D586-8B4971732B8A}"/>
                </a:ext>
              </a:extLst>
            </p:cNvPr>
            <p:cNvSpPr/>
            <p:nvPr/>
          </p:nvSpPr>
          <p:spPr>
            <a:xfrm>
              <a:off x="5566101" y="2225572"/>
              <a:ext cx="358775" cy="358775"/>
            </a:xfrm>
            <a:prstGeom prst="mathMultiply">
              <a:avLst>
                <a:gd name="adj1" fmla="val 16941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458EC9C7-D2BC-9EEC-37DA-87434123D2FD}"/>
                </a:ext>
              </a:extLst>
            </p:cNvPr>
            <p:cNvSpPr txBox="1"/>
            <p:nvPr/>
          </p:nvSpPr>
          <p:spPr>
            <a:xfrm>
              <a:off x="1928915" y="2397535"/>
              <a:ext cx="124460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100" b="1"/>
                <a:t>알 목록</a:t>
              </a:r>
            </a:p>
          </p:txBody>
        </p:sp>
        <p:grpSp>
          <p:nvGrpSpPr>
            <p:cNvPr id="36" name="그룹 35">
              <a:extLst>
                <a:ext uri="{FF2B5EF4-FFF2-40B4-BE49-F238E27FC236}">
                  <a16:creationId xmlns:a16="http://schemas.microsoft.com/office/drawing/2014/main" id="{783EBB65-EBC2-7004-16F6-874789CC6AB0}"/>
                </a:ext>
              </a:extLst>
            </p:cNvPr>
            <p:cNvGrpSpPr/>
            <p:nvPr/>
          </p:nvGrpSpPr>
          <p:grpSpPr>
            <a:xfrm>
              <a:off x="4261390" y="1958405"/>
              <a:ext cx="1141042" cy="442051"/>
              <a:chOff x="6711477" y="1465221"/>
              <a:chExt cx="1416357" cy="548711"/>
            </a:xfrm>
          </p:grpSpPr>
          <p:sp>
            <p:nvSpPr>
              <p:cNvPr id="37" name="사각형: 둥근 모서리 36">
                <a:extLst>
                  <a:ext uri="{FF2B5EF4-FFF2-40B4-BE49-F238E27FC236}">
                    <a16:creationId xmlns:a16="http://schemas.microsoft.com/office/drawing/2014/main" id="{9849A210-D933-6351-FBA3-ADC150BD0579}"/>
                  </a:ext>
                </a:extLst>
              </p:cNvPr>
              <p:cNvSpPr/>
              <p:nvPr/>
            </p:nvSpPr>
            <p:spPr>
              <a:xfrm>
                <a:off x="6839352" y="1586038"/>
                <a:ext cx="955998" cy="274512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9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pic>
            <p:nvPicPr>
              <p:cNvPr id="38" name="그림 37">
                <a:extLst>
                  <a:ext uri="{FF2B5EF4-FFF2-40B4-BE49-F238E27FC236}">
                    <a16:creationId xmlns:a16="http://schemas.microsoft.com/office/drawing/2014/main" id="{6B67B363-C9BC-CCA4-DB01-8CB6F0DB9F5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711477" y="1465221"/>
                <a:ext cx="548711" cy="548711"/>
              </a:xfrm>
              <a:prstGeom prst="rect">
                <a:avLst/>
              </a:prstGeom>
            </p:spPr>
          </p:pic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2AC03882-4724-C136-7E92-08FA66D9C079}"/>
                  </a:ext>
                </a:extLst>
              </p:cNvPr>
              <p:cNvSpPr txBox="1"/>
              <p:nvPr/>
            </p:nvSpPr>
            <p:spPr>
              <a:xfrm>
                <a:off x="6883235" y="1560569"/>
                <a:ext cx="1244599" cy="3151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050" b="1"/>
                  <a:t>5,000</a:t>
                </a:r>
                <a:endParaRPr lang="ko-KR" altLang="en-US" sz="1050" b="1"/>
              </a:p>
            </p:txBody>
          </p:sp>
        </p:grp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9CF8E812-2B07-69CB-8E04-18DA5D07DA2F}"/>
                </a:ext>
              </a:extLst>
            </p:cNvPr>
            <p:cNvSpPr txBox="1"/>
            <p:nvPr/>
          </p:nvSpPr>
          <p:spPr>
            <a:xfrm>
              <a:off x="4113484" y="2391025"/>
              <a:ext cx="124460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100" b="1" dirty="0"/>
                <a:t>부화기</a:t>
              </a:r>
            </a:p>
          </p:txBody>
        </p:sp>
        <p:sp>
          <p:nvSpPr>
            <p:cNvPr id="41" name="사각형: 둥근 모서리 40">
              <a:extLst>
                <a:ext uri="{FF2B5EF4-FFF2-40B4-BE49-F238E27FC236}">
                  <a16:creationId xmlns:a16="http://schemas.microsoft.com/office/drawing/2014/main" id="{8E473986-BA16-DE8D-C0C1-882CFBBCEB62}"/>
                </a:ext>
              </a:extLst>
            </p:cNvPr>
            <p:cNvSpPr/>
            <p:nvPr/>
          </p:nvSpPr>
          <p:spPr>
            <a:xfrm>
              <a:off x="2454882" y="2034047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2" name="사각형: 둥근 모서리 41">
              <a:extLst>
                <a:ext uri="{FF2B5EF4-FFF2-40B4-BE49-F238E27FC236}">
                  <a16:creationId xmlns:a16="http://schemas.microsoft.com/office/drawing/2014/main" id="{E39BD2E1-11CE-D3B3-111C-22003F06C64A}"/>
                </a:ext>
              </a:extLst>
            </p:cNvPr>
            <p:cNvSpPr/>
            <p:nvPr/>
          </p:nvSpPr>
          <p:spPr>
            <a:xfrm>
              <a:off x="2905584" y="2033487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43" name="Picture 4" descr="상점 아이콘 구매 기호입니다 장바구니 아이콘재고에 대 한 가방에 대한 스톡 벡터 아트 및 기타 이미지 - 가방, 고객, 구매 -  iStock">
              <a:extLst>
                <a:ext uri="{FF2B5EF4-FFF2-40B4-BE49-F238E27FC236}">
                  <a16:creationId xmlns:a16="http://schemas.microsoft.com/office/drawing/2014/main" id="{5996ADFC-AD52-A404-EC6C-B366DE34D4D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>
                          <a14:foregroundMark x1="46154" y1="42067" x2="53846" y2="41106"/>
                          <a14:foregroundMark x1="63462" y1="32452" x2="63462" y2="32452"/>
                          <a14:foregroundMark x1="41587" y1="29087" x2="40144" y2="29567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94639" y="1999690"/>
              <a:ext cx="385763" cy="3857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4" name="Picture 8" descr="Eggs - Free food icons">
              <a:extLst>
                <a:ext uri="{FF2B5EF4-FFF2-40B4-BE49-F238E27FC236}">
                  <a16:creationId xmlns:a16="http://schemas.microsoft.com/office/drawing/2014/main" id="{8C75D0F4-0752-00B8-5E05-E26A23D26E1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513327" y="2064855"/>
              <a:ext cx="241884" cy="24188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7" name="사각형: 둥근 모서리 46">
              <a:extLst>
                <a:ext uri="{FF2B5EF4-FFF2-40B4-BE49-F238E27FC236}">
                  <a16:creationId xmlns:a16="http://schemas.microsoft.com/office/drawing/2014/main" id="{F30A7616-69F5-AB6F-4D37-2CF72CBD5252}"/>
                </a:ext>
              </a:extLst>
            </p:cNvPr>
            <p:cNvSpPr/>
            <p:nvPr/>
          </p:nvSpPr>
          <p:spPr>
            <a:xfrm>
              <a:off x="5378098" y="4742328"/>
              <a:ext cx="310992" cy="276559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50" name="Picture 8" descr="Eggs - Free food icons">
              <a:extLst>
                <a:ext uri="{FF2B5EF4-FFF2-40B4-BE49-F238E27FC236}">
                  <a16:creationId xmlns:a16="http://schemas.microsoft.com/office/drawing/2014/main" id="{C724B3C4-7073-A149-BBB8-17BFA217484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422552" y="4764384"/>
              <a:ext cx="241884" cy="24188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1" name="곱하기 기호 50">
              <a:extLst>
                <a:ext uri="{FF2B5EF4-FFF2-40B4-BE49-F238E27FC236}">
                  <a16:creationId xmlns:a16="http://schemas.microsoft.com/office/drawing/2014/main" id="{7AAEF284-6F89-2F5C-ED1C-670CB79B2F82}"/>
                </a:ext>
              </a:extLst>
            </p:cNvPr>
            <p:cNvSpPr/>
            <p:nvPr/>
          </p:nvSpPr>
          <p:spPr>
            <a:xfrm rot="18900000">
              <a:off x="5405745" y="4753428"/>
              <a:ext cx="246235" cy="246235"/>
            </a:xfrm>
            <a:prstGeom prst="mathMultiply">
              <a:avLst>
                <a:gd name="adj1" fmla="val 16941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4" name="사각형: 둥근 모서리 53">
              <a:extLst>
                <a:ext uri="{FF2B5EF4-FFF2-40B4-BE49-F238E27FC236}">
                  <a16:creationId xmlns:a16="http://schemas.microsoft.com/office/drawing/2014/main" id="{476B547D-5028-EBC7-C3ED-0BD99FFEA51F}"/>
                </a:ext>
              </a:extLst>
            </p:cNvPr>
            <p:cNvSpPr/>
            <p:nvPr/>
          </p:nvSpPr>
          <p:spPr>
            <a:xfrm>
              <a:off x="3743566" y="2028494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55" name="Picture 2" descr="설정 - 무료 ui개 아이콘">
              <a:extLst>
                <a:ext uri="{FF2B5EF4-FFF2-40B4-BE49-F238E27FC236}">
                  <a16:creationId xmlns:a16="http://schemas.microsoft.com/office/drawing/2014/main" id="{E24E40B7-F4EF-EE80-7EF4-D0F02511E0E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95731" y="2050509"/>
              <a:ext cx="265099" cy="26509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DD320B39-569A-D947-DE9A-C3C5A15C92F4}"/>
                </a:ext>
              </a:extLst>
            </p:cNvPr>
            <p:cNvSpPr txBox="1"/>
            <p:nvPr/>
          </p:nvSpPr>
          <p:spPr>
            <a:xfrm>
              <a:off x="3820471" y="3596600"/>
              <a:ext cx="1825947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100" b="1" dirty="0">
                  <a:solidFill>
                    <a:schemeClr val="bg2">
                      <a:lumMod val="75000"/>
                    </a:schemeClr>
                  </a:solidFill>
                </a:rPr>
                <a:t>부화시킬 알이 없습니다</a:t>
              </a:r>
              <a:r>
                <a:rPr lang="en-US" altLang="ko-KR" sz="1100" b="1" dirty="0">
                  <a:solidFill>
                    <a:schemeClr val="bg2">
                      <a:lumMod val="75000"/>
                    </a:schemeClr>
                  </a:solidFill>
                </a:rPr>
                <a:t>.</a:t>
              </a:r>
              <a:endParaRPr lang="ko-KR" altLang="en-US" sz="1100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7673782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AE818E2-E728-560A-6E13-B83C0AAD297F}"/>
              </a:ext>
            </a:extLst>
          </p:cNvPr>
          <p:cNvSpPr/>
          <p:nvPr/>
        </p:nvSpPr>
        <p:spPr>
          <a:xfrm>
            <a:off x="1435003" y="2345197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591E7472-EA50-2437-1AFE-DDF7554B467B}"/>
              </a:ext>
            </a:extLst>
          </p:cNvPr>
          <p:cNvSpPr/>
          <p:nvPr/>
        </p:nvSpPr>
        <p:spPr>
          <a:xfrm>
            <a:off x="2009278" y="2034047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E1130A85-94B9-7CA8-76C3-54F29D842C6E}"/>
              </a:ext>
            </a:extLst>
          </p:cNvPr>
          <p:cNvSpPr/>
          <p:nvPr/>
        </p:nvSpPr>
        <p:spPr>
          <a:xfrm>
            <a:off x="1580696" y="2030612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0E4BE47F-1FCC-DEC3-E166-37E2116887AB}"/>
              </a:ext>
            </a:extLst>
          </p:cNvPr>
          <p:cNvSpPr/>
          <p:nvPr/>
        </p:nvSpPr>
        <p:spPr>
          <a:xfrm>
            <a:off x="2454882" y="2034047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8" name="Picture 2" descr="잎 - 무료 자연개 아이콘">
            <a:extLst>
              <a:ext uri="{FF2B5EF4-FFF2-40B4-BE49-F238E27FC236}">
                <a16:creationId xmlns:a16="http://schemas.microsoft.com/office/drawing/2014/main" id="{8AA4FEDE-326D-13B3-0EFD-F11C9D27E9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63048" y="2062919"/>
            <a:ext cx="251234" cy="2512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2" descr="Material 디자인 스타일의 달팽이 아이콘">
            <a:extLst>
              <a:ext uri="{FF2B5EF4-FFF2-40B4-BE49-F238E27FC236}">
                <a16:creationId xmlns:a16="http://schemas.microsoft.com/office/drawing/2014/main" id="{75B69D92-8FBE-BB04-022C-B85A123D5A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8750" r="91250">
                        <a14:foregroundMark x1="90833" y1="41250" x2="90833" y2="41250"/>
                        <a14:foregroundMark x1="91250" y1="16167" x2="91250" y2="16167"/>
                        <a14:foregroundMark x1="8750" y1="46000" x2="8750" y2="460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11505" y="2037482"/>
            <a:ext cx="297156" cy="2971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4" descr="상점 아이콘 구매 기호입니다 장바구니 아이콘재고에 대 한 가방에 대한 스톡 벡터 아트 및 기타 이미지 - 가방, 고객, 구매 -  iStock">
            <a:extLst>
              <a:ext uri="{FF2B5EF4-FFF2-40B4-BE49-F238E27FC236}">
                <a16:creationId xmlns:a16="http://schemas.microsoft.com/office/drawing/2014/main" id="{0FD399F2-1F5A-47B6-2F76-1ACF29AFEE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>
                        <a14:foregroundMark x1="46154" y1="42067" x2="53846" y2="41106"/>
                        <a14:foregroundMark x1="63462" y1="32452" x2="63462" y2="32452"/>
                        <a14:foregroundMark x1="41587" y1="29087" x2="40144" y2="2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43937" y="1998303"/>
            <a:ext cx="385763" cy="385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35D9E223-7C2D-CD36-2C13-D4454C947823}"/>
              </a:ext>
            </a:extLst>
          </p:cNvPr>
          <p:cNvSpPr/>
          <p:nvPr/>
        </p:nvSpPr>
        <p:spPr>
          <a:xfrm>
            <a:off x="3635524" y="2338073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B1A745BD-49BD-1E61-E5AE-E4CF0EF32D3A}"/>
              </a:ext>
            </a:extLst>
          </p:cNvPr>
          <p:cNvSpPr/>
          <p:nvPr/>
        </p:nvSpPr>
        <p:spPr>
          <a:xfrm>
            <a:off x="5583238" y="2242823"/>
            <a:ext cx="323850" cy="323850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1D84F38E-E0AA-A7C9-E951-6415337A7F6E}"/>
              </a:ext>
            </a:extLst>
          </p:cNvPr>
          <p:cNvSpPr/>
          <p:nvPr/>
        </p:nvSpPr>
        <p:spPr>
          <a:xfrm>
            <a:off x="4330003" y="4351957"/>
            <a:ext cx="863348" cy="158667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곱하기 기호 13">
            <a:extLst>
              <a:ext uri="{FF2B5EF4-FFF2-40B4-BE49-F238E27FC236}">
                <a16:creationId xmlns:a16="http://schemas.microsoft.com/office/drawing/2014/main" id="{90792D48-18CE-9F29-61DE-865308494A16}"/>
              </a:ext>
            </a:extLst>
          </p:cNvPr>
          <p:cNvSpPr/>
          <p:nvPr/>
        </p:nvSpPr>
        <p:spPr>
          <a:xfrm>
            <a:off x="5566101" y="2225572"/>
            <a:ext cx="358775" cy="358775"/>
          </a:xfrm>
          <a:prstGeom prst="mathMultiply">
            <a:avLst>
              <a:gd name="adj1" fmla="val 1694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0607C51-EEFF-5977-CFA6-E91B235870C8}"/>
              </a:ext>
            </a:extLst>
          </p:cNvPr>
          <p:cNvSpPr txBox="1"/>
          <p:nvPr/>
        </p:nvSpPr>
        <p:spPr>
          <a:xfrm>
            <a:off x="1928915" y="2397535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/>
              <a:t>상점</a:t>
            </a: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21F4938D-7EB7-B145-657D-FA3B9CEA1F64}"/>
              </a:ext>
            </a:extLst>
          </p:cNvPr>
          <p:cNvSpPr/>
          <p:nvPr/>
        </p:nvSpPr>
        <p:spPr>
          <a:xfrm>
            <a:off x="1565689" y="2689816"/>
            <a:ext cx="1971237" cy="5080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4CB069C2-0D1C-B6B4-288D-AF91958A8669}"/>
              </a:ext>
            </a:extLst>
          </p:cNvPr>
          <p:cNvGrpSpPr/>
          <p:nvPr/>
        </p:nvGrpSpPr>
        <p:grpSpPr>
          <a:xfrm>
            <a:off x="4261390" y="1958405"/>
            <a:ext cx="1141042" cy="442051"/>
            <a:chOff x="6711477" y="1465221"/>
            <a:chExt cx="1416357" cy="548711"/>
          </a:xfrm>
        </p:grpSpPr>
        <p:sp>
          <p:nvSpPr>
            <p:cNvPr id="18" name="사각형: 둥근 모서리 17">
              <a:extLst>
                <a:ext uri="{FF2B5EF4-FFF2-40B4-BE49-F238E27FC236}">
                  <a16:creationId xmlns:a16="http://schemas.microsoft.com/office/drawing/2014/main" id="{12E37BC0-2D1D-B131-533A-77419D2CE840}"/>
                </a:ext>
              </a:extLst>
            </p:cNvPr>
            <p:cNvSpPr/>
            <p:nvPr/>
          </p:nvSpPr>
          <p:spPr>
            <a:xfrm>
              <a:off x="6839352" y="1586038"/>
              <a:ext cx="955998" cy="274512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9" name="그림 18">
              <a:extLst>
                <a:ext uri="{FF2B5EF4-FFF2-40B4-BE49-F238E27FC236}">
                  <a16:creationId xmlns:a16="http://schemas.microsoft.com/office/drawing/2014/main" id="{B00921EF-677B-B0EB-05EF-D38E2BFBF96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11477" y="1465221"/>
              <a:ext cx="548711" cy="548711"/>
            </a:xfrm>
            <a:prstGeom prst="rect">
              <a:avLst/>
            </a:prstGeom>
          </p:spPr>
        </p:pic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C467CB5F-28AB-8EE9-2326-CFB1DB1ED004}"/>
                </a:ext>
              </a:extLst>
            </p:cNvPr>
            <p:cNvSpPr txBox="1"/>
            <p:nvPr/>
          </p:nvSpPr>
          <p:spPr>
            <a:xfrm>
              <a:off x="6883235" y="1560569"/>
              <a:ext cx="1244599" cy="3151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50" b="1"/>
                <a:t>5,000</a:t>
              </a:r>
              <a:endParaRPr lang="ko-KR" altLang="en-US" sz="1050" b="1"/>
            </a:p>
          </p:txBody>
        </p:sp>
      </p:grp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4A3D39D9-085B-7980-FF82-AE254D201397}"/>
              </a:ext>
            </a:extLst>
          </p:cNvPr>
          <p:cNvSpPr/>
          <p:nvPr/>
        </p:nvSpPr>
        <p:spPr>
          <a:xfrm>
            <a:off x="1565595" y="3274176"/>
            <a:ext cx="1971237" cy="5080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4B12D1F2-C002-D22C-FFAB-93F9107D90DC}"/>
              </a:ext>
            </a:extLst>
          </p:cNvPr>
          <p:cNvSpPr/>
          <p:nvPr/>
        </p:nvSpPr>
        <p:spPr>
          <a:xfrm>
            <a:off x="1565358" y="3864981"/>
            <a:ext cx="1971237" cy="5080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84AFC0A1-7DAB-69DA-2156-0E8A29AF9596}"/>
              </a:ext>
            </a:extLst>
          </p:cNvPr>
          <p:cNvSpPr/>
          <p:nvPr/>
        </p:nvSpPr>
        <p:spPr>
          <a:xfrm>
            <a:off x="1565264" y="4449341"/>
            <a:ext cx="1971237" cy="5080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9B96F29-E1B1-2A05-8DD7-A32F4DC740CF}"/>
              </a:ext>
            </a:extLst>
          </p:cNvPr>
          <p:cNvSpPr txBox="1"/>
          <p:nvPr/>
        </p:nvSpPr>
        <p:spPr>
          <a:xfrm>
            <a:off x="1638857" y="2815789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/>
              <a:t>음식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6B16105-7F5E-5684-4FC2-3B23A1F4F107}"/>
              </a:ext>
            </a:extLst>
          </p:cNvPr>
          <p:cNvSpPr txBox="1"/>
          <p:nvPr/>
        </p:nvSpPr>
        <p:spPr>
          <a:xfrm>
            <a:off x="1631552" y="3406798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/>
              <a:t>달팽이 알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1F6A8EB-DFC9-3D73-D789-3E570A69BFF7}"/>
              </a:ext>
            </a:extLst>
          </p:cNvPr>
          <p:cNvSpPr txBox="1"/>
          <p:nvPr/>
        </p:nvSpPr>
        <p:spPr>
          <a:xfrm>
            <a:off x="1625871" y="3979016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/>
              <a:t>악세서리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CFCCD5E-A155-00B8-C13B-AFFBADFD2BAA}"/>
              </a:ext>
            </a:extLst>
          </p:cNvPr>
          <p:cNvSpPr txBox="1"/>
          <p:nvPr/>
        </p:nvSpPr>
        <p:spPr>
          <a:xfrm>
            <a:off x="1618566" y="4570025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/>
              <a:t>자유시장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FC2B4F1-8AEA-0451-97DE-AD07F590C82A}"/>
              </a:ext>
            </a:extLst>
          </p:cNvPr>
          <p:cNvSpPr txBox="1"/>
          <p:nvPr/>
        </p:nvSpPr>
        <p:spPr>
          <a:xfrm>
            <a:off x="4144998" y="2397605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/>
              <a:t>오늘의 할인</a:t>
            </a:r>
            <a:r>
              <a:rPr lang="en-US" altLang="ko-KR" sz="1100" b="1"/>
              <a:t>!</a:t>
            </a:r>
            <a:endParaRPr lang="ko-KR" altLang="en-US" sz="1100" b="1"/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3E1461F4-67D8-4C83-DD97-1C673E7C0DB0}"/>
              </a:ext>
            </a:extLst>
          </p:cNvPr>
          <p:cNvSpPr/>
          <p:nvPr/>
        </p:nvSpPr>
        <p:spPr>
          <a:xfrm>
            <a:off x="4241936" y="3042558"/>
            <a:ext cx="987695" cy="897313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1CDF9EB-A4E4-910F-9B6B-B7E9889339BF}"/>
              </a:ext>
            </a:extLst>
          </p:cNvPr>
          <p:cNvSpPr txBox="1"/>
          <p:nvPr/>
        </p:nvSpPr>
        <p:spPr>
          <a:xfrm>
            <a:off x="4090297" y="3957962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/>
              <a:t>물건 이름</a:t>
            </a:r>
          </a:p>
        </p:txBody>
      </p:sp>
      <p:grpSp>
        <p:nvGrpSpPr>
          <p:cNvPr id="31" name="그룹 30">
            <a:extLst>
              <a:ext uri="{FF2B5EF4-FFF2-40B4-BE49-F238E27FC236}">
                <a16:creationId xmlns:a16="http://schemas.microsoft.com/office/drawing/2014/main" id="{C36FF836-BF2A-1D04-35ED-ED63F2532A4B}"/>
              </a:ext>
            </a:extLst>
          </p:cNvPr>
          <p:cNvGrpSpPr/>
          <p:nvPr/>
        </p:nvGrpSpPr>
        <p:grpSpPr>
          <a:xfrm>
            <a:off x="4512406" y="2880715"/>
            <a:ext cx="1256151" cy="230832"/>
            <a:chOff x="3879753" y="2753249"/>
            <a:chExt cx="1256151" cy="230832"/>
          </a:xfrm>
        </p:grpSpPr>
        <p:sp>
          <p:nvSpPr>
            <p:cNvPr id="32" name="사각형: 둥근 모서리 31">
              <a:extLst>
                <a:ext uri="{FF2B5EF4-FFF2-40B4-BE49-F238E27FC236}">
                  <a16:creationId xmlns:a16="http://schemas.microsoft.com/office/drawing/2014/main" id="{0F5B2904-7506-C1FE-9DED-F9AD2BDD8B56}"/>
                </a:ext>
              </a:extLst>
            </p:cNvPr>
            <p:cNvSpPr/>
            <p:nvPr/>
          </p:nvSpPr>
          <p:spPr>
            <a:xfrm>
              <a:off x="3879753" y="2779858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F242CBD0-53CF-6500-33DA-58C931258FF8}"/>
                </a:ext>
              </a:extLst>
            </p:cNvPr>
            <p:cNvSpPr txBox="1"/>
            <p:nvPr/>
          </p:nvSpPr>
          <p:spPr>
            <a:xfrm>
              <a:off x="3891304" y="2753249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9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FC14C5F0-D713-7486-0A57-9CD0974FA8A9}"/>
              </a:ext>
            </a:extLst>
          </p:cNvPr>
          <p:cNvSpPr/>
          <p:nvPr/>
        </p:nvSpPr>
        <p:spPr>
          <a:xfrm>
            <a:off x="4313129" y="4718317"/>
            <a:ext cx="797735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11533BD-A43F-5A72-3146-879077DBB429}"/>
              </a:ext>
            </a:extLst>
          </p:cNvPr>
          <p:cNvSpPr txBox="1"/>
          <p:nvPr/>
        </p:nvSpPr>
        <p:spPr>
          <a:xfrm>
            <a:off x="4410696" y="4747072"/>
            <a:ext cx="7826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b="1"/>
              <a:t>구매하기</a:t>
            </a:r>
          </a:p>
        </p:txBody>
      </p:sp>
      <p:pic>
        <p:nvPicPr>
          <p:cNvPr id="36" name="그림 35">
            <a:extLst>
              <a:ext uri="{FF2B5EF4-FFF2-40B4-BE49-F238E27FC236}">
                <a16:creationId xmlns:a16="http://schemas.microsoft.com/office/drawing/2014/main" id="{CA4F09BB-606A-C1BE-22C7-5E17870A373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2512" y="4210381"/>
            <a:ext cx="442051" cy="442051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5AD1ED7C-7E5A-47C5-D71A-699BF2FCE8E9}"/>
              </a:ext>
            </a:extLst>
          </p:cNvPr>
          <p:cNvSpPr txBox="1"/>
          <p:nvPr/>
        </p:nvSpPr>
        <p:spPr>
          <a:xfrm>
            <a:off x="4294482" y="4293060"/>
            <a:ext cx="100267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b="1"/>
              <a:t>5,000  </a:t>
            </a:r>
            <a:r>
              <a:rPr lang="en-US" altLang="ko-KR" sz="1050" b="1">
                <a:solidFill>
                  <a:srgbClr val="FF0000"/>
                </a:solidFill>
              </a:rPr>
              <a:t>3,500</a:t>
            </a:r>
            <a:endParaRPr lang="ko-KR" altLang="en-US" sz="1050" b="1">
              <a:solidFill>
                <a:srgbClr val="FF0000"/>
              </a:solidFill>
            </a:endParaRPr>
          </a:p>
        </p:txBody>
      </p:sp>
      <p:cxnSp>
        <p:nvCxnSpPr>
          <p:cNvPr id="38" name="직선 연결선 37">
            <a:extLst>
              <a:ext uri="{FF2B5EF4-FFF2-40B4-BE49-F238E27FC236}">
                <a16:creationId xmlns:a16="http://schemas.microsoft.com/office/drawing/2014/main" id="{602E4512-2DCF-2016-F7AC-C93FF371E08D}"/>
              </a:ext>
            </a:extLst>
          </p:cNvPr>
          <p:cNvCxnSpPr/>
          <p:nvPr/>
        </p:nvCxnSpPr>
        <p:spPr>
          <a:xfrm>
            <a:off x="4449605" y="4416807"/>
            <a:ext cx="333512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86F664F9-87B3-4482-1E68-997376EB5EB0}"/>
              </a:ext>
            </a:extLst>
          </p:cNvPr>
          <p:cNvSpPr/>
          <p:nvPr/>
        </p:nvSpPr>
        <p:spPr>
          <a:xfrm>
            <a:off x="2454882" y="2034047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1C18FFFA-3EC0-001E-D734-0698F8825A4B}"/>
              </a:ext>
            </a:extLst>
          </p:cNvPr>
          <p:cNvSpPr/>
          <p:nvPr/>
        </p:nvSpPr>
        <p:spPr>
          <a:xfrm>
            <a:off x="2905584" y="2033487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1" name="Picture 4" descr="상점 아이콘 구매 기호입니다 장바구니 아이콘재고에 대 한 가방에 대한 스톡 벡터 아트 및 기타 이미지 - 가방, 고객, 구매 -  iStock">
            <a:extLst>
              <a:ext uri="{FF2B5EF4-FFF2-40B4-BE49-F238E27FC236}">
                <a16:creationId xmlns:a16="http://schemas.microsoft.com/office/drawing/2014/main" id="{C2B9911D-0C75-C8A9-1E86-476C6AB4A2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>
                        <a14:foregroundMark x1="46154" y1="42067" x2="53846" y2="41106"/>
                        <a14:foregroundMark x1="63462" y1="32452" x2="63462" y2="32452"/>
                        <a14:foregroundMark x1="41587" y1="29087" x2="40144" y2="2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94639" y="1999690"/>
            <a:ext cx="385763" cy="385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2" name="Picture 8" descr="Eggs - Free food icons">
            <a:extLst>
              <a:ext uri="{FF2B5EF4-FFF2-40B4-BE49-F238E27FC236}">
                <a16:creationId xmlns:a16="http://schemas.microsoft.com/office/drawing/2014/main" id="{E3E6E92B-BEBF-8C95-C365-C096129B17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13327" y="2064855"/>
            <a:ext cx="241884" cy="2418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9D81E8BE-C861-D4F2-2919-3BE5E57C972F}"/>
              </a:ext>
            </a:extLst>
          </p:cNvPr>
          <p:cNvSpPr/>
          <p:nvPr/>
        </p:nvSpPr>
        <p:spPr>
          <a:xfrm>
            <a:off x="3743566" y="2028494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4" name="Picture 2" descr="설정 - 무료 ui개 아이콘">
            <a:extLst>
              <a:ext uri="{FF2B5EF4-FFF2-40B4-BE49-F238E27FC236}">
                <a16:creationId xmlns:a16="http://schemas.microsoft.com/office/drawing/2014/main" id="{6C80D1AB-077B-624D-7ED6-ECCE1C30E3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95731" y="2050509"/>
            <a:ext cx="265099" cy="265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5" name="TextBox 44">
            <a:extLst>
              <a:ext uri="{FF2B5EF4-FFF2-40B4-BE49-F238E27FC236}">
                <a16:creationId xmlns:a16="http://schemas.microsoft.com/office/drawing/2014/main" id="{676A91EC-3712-7FAC-3FA6-4CC92AC3B14A}"/>
              </a:ext>
            </a:extLst>
          </p:cNvPr>
          <p:cNvSpPr txBox="1"/>
          <p:nvPr/>
        </p:nvSpPr>
        <p:spPr>
          <a:xfrm>
            <a:off x="280509" y="153899"/>
            <a:ext cx="1670921" cy="27699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상점 카테고리</a:t>
            </a:r>
            <a:endParaRPr lang="en-US" altLang="ko-KR" sz="1200" dirty="0">
              <a:solidFill>
                <a:schemeClr val="bg1"/>
              </a:solidFill>
            </a:endParaRPr>
          </a:p>
        </p:txBody>
      </p:sp>
      <p:sp>
        <p:nvSpPr>
          <p:cNvPr id="46" name="사각형: 둥근 모서리 45">
            <a:extLst>
              <a:ext uri="{FF2B5EF4-FFF2-40B4-BE49-F238E27FC236}">
                <a16:creationId xmlns:a16="http://schemas.microsoft.com/office/drawing/2014/main" id="{DCB834CF-FF18-6A5D-188B-8E6708B80E28}"/>
              </a:ext>
            </a:extLst>
          </p:cNvPr>
          <p:cNvSpPr/>
          <p:nvPr/>
        </p:nvSpPr>
        <p:spPr>
          <a:xfrm>
            <a:off x="6491007" y="2341762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E7E6CEED-EE50-46EE-D581-22B5BA75299A}"/>
              </a:ext>
            </a:extLst>
          </p:cNvPr>
          <p:cNvSpPr/>
          <p:nvPr/>
        </p:nvSpPr>
        <p:spPr>
          <a:xfrm>
            <a:off x="7065282" y="2030612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사각형: 둥근 모서리 47">
            <a:extLst>
              <a:ext uri="{FF2B5EF4-FFF2-40B4-BE49-F238E27FC236}">
                <a16:creationId xmlns:a16="http://schemas.microsoft.com/office/drawing/2014/main" id="{6D55476F-BB35-1095-5F3E-57AAD3CC8617}"/>
              </a:ext>
            </a:extLst>
          </p:cNvPr>
          <p:cNvSpPr/>
          <p:nvPr/>
        </p:nvSpPr>
        <p:spPr>
          <a:xfrm>
            <a:off x="6636700" y="2027177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사각형: 둥근 모서리 48">
            <a:extLst>
              <a:ext uri="{FF2B5EF4-FFF2-40B4-BE49-F238E27FC236}">
                <a16:creationId xmlns:a16="http://schemas.microsoft.com/office/drawing/2014/main" id="{11FBC368-8280-F290-423B-959AE9F9344F}"/>
              </a:ext>
            </a:extLst>
          </p:cNvPr>
          <p:cNvSpPr/>
          <p:nvPr/>
        </p:nvSpPr>
        <p:spPr>
          <a:xfrm>
            <a:off x="7510886" y="2030612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50" name="Picture 2" descr="잎 - 무료 자연개 아이콘">
            <a:extLst>
              <a:ext uri="{FF2B5EF4-FFF2-40B4-BE49-F238E27FC236}">
                <a16:creationId xmlns:a16="http://schemas.microsoft.com/office/drawing/2014/main" id="{6807B38C-EF8E-1C7B-E474-ABE823B21A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19052" y="2059484"/>
            <a:ext cx="251234" cy="2512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" name="Picture 2" descr="Material 디자인 스타일의 달팽이 아이콘">
            <a:extLst>
              <a:ext uri="{FF2B5EF4-FFF2-40B4-BE49-F238E27FC236}">
                <a16:creationId xmlns:a16="http://schemas.microsoft.com/office/drawing/2014/main" id="{1EACE802-7656-D6DA-C041-3F69BF078F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8750" r="91250">
                        <a14:foregroundMark x1="90833" y1="41250" x2="90833" y2="41250"/>
                        <a14:foregroundMark x1="91250" y1="16167" x2="91250" y2="16167"/>
                        <a14:foregroundMark x1="8750" y1="46000" x2="8750" y2="460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67509" y="2034047"/>
            <a:ext cx="297156" cy="2971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2" name="Picture 4" descr="상점 아이콘 구매 기호입니다 장바구니 아이콘재고에 대 한 가방에 대한 스톡 벡터 아트 및 기타 이미지 - 가방, 고객, 구매 -  iStock">
            <a:extLst>
              <a:ext uri="{FF2B5EF4-FFF2-40B4-BE49-F238E27FC236}">
                <a16:creationId xmlns:a16="http://schemas.microsoft.com/office/drawing/2014/main" id="{0D3EF455-70F0-2CD5-B0A2-4F06216EC2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>
                        <a14:foregroundMark x1="46154" y1="42067" x2="53846" y2="41106"/>
                        <a14:foregroundMark x1="63462" y1="32452" x2="63462" y2="32452"/>
                        <a14:foregroundMark x1="41587" y1="29087" x2="40144" y2="2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9941" y="1994868"/>
            <a:ext cx="385763" cy="385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3" name="사각형: 둥근 모서리 52">
            <a:extLst>
              <a:ext uri="{FF2B5EF4-FFF2-40B4-BE49-F238E27FC236}">
                <a16:creationId xmlns:a16="http://schemas.microsoft.com/office/drawing/2014/main" id="{C00D34FD-30CB-06AC-8240-B2D492DBEE44}"/>
              </a:ext>
            </a:extLst>
          </p:cNvPr>
          <p:cNvSpPr/>
          <p:nvPr/>
        </p:nvSpPr>
        <p:spPr>
          <a:xfrm>
            <a:off x="8691528" y="2334638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사각형: 둥근 모서리 53">
            <a:extLst>
              <a:ext uri="{FF2B5EF4-FFF2-40B4-BE49-F238E27FC236}">
                <a16:creationId xmlns:a16="http://schemas.microsoft.com/office/drawing/2014/main" id="{C8059E62-6151-B849-DC8A-590DB4319E00}"/>
              </a:ext>
            </a:extLst>
          </p:cNvPr>
          <p:cNvSpPr/>
          <p:nvPr/>
        </p:nvSpPr>
        <p:spPr>
          <a:xfrm>
            <a:off x="10639242" y="2239388"/>
            <a:ext cx="323850" cy="323850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55" name="그룹 54">
            <a:extLst>
              <a:ext uri="{FF2B5EF4-FFF2-40B4-BE49-F238E27FC236}">
                <a16:creationId xmlns:a16="http://schemas.microsoft.com/office/drawing/2014/main" id="{97A33885-EBEE-944F-F836-016A168AE307}"/>
              </a:ext>
            </a:extLst>
          </p:cNvPr>
          <p:cNvGrpSpPr/>
          <p:nvPr/>
        </p:nvGrpSpPr>
        <p:grpSpPr>
          <a:xfrm>
            <a:off x="9317394" y="1954970"/>
            <a:ext cx="1141042" cy="442051"/>
            <a:chOff x="6711477" y="1465221"/>
            <a:chExt cx="1416357" cy="548711"/>
          </a:xfrm>
        </p:grpSpPr>
        <p:sp>
          <p:nvSpPr>
            <p:cNvPr id="56" name="사각형: 둥근 모서리 55">
              <a:extLst>
                <a:ext uri="{FF2B5EF4-FFF2-40B4-BE49-F238E27FC236}">
                  <a16:creationId xmlns:a16="http://schemas.microsoft.com/office/drawing/2014/main" id="{27083CD4-AFFB-448A-C400-5F0B217AD579}"/>
                </a:ext>
              </a:extLst>
            </p:cNvPr>
            <p:cNvSpPr/>
            <p:nvPr/>
          </p:nvSpPr>
          <p:spPr>
            <a:xfrm>
              <a:off x="6839352" y="1586038"/>
              <a:ext cx="955998" cy="274512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57" name="그림 56">
              <a:extLst>
                <a:ext uri="{FF2B5EF4-FFF2-40B4-BE49-F238E27FC236}">
                  <a16:creationId xmlns:a16="http://schemas.microsoft.com/office/drawing/2014/main" id="{3F2251A6-0A1D-FE1A-E91D-7111B8C1173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11477" y="1465221"/>
              <a:ext cx="548711" cy="548711"/>
            </a:xfrm>
            <a:prstGeom prst="rect">
              <a:avLst/>
            </a:prstGeom>
          </p:spPr>
        </p:pic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8C6D2113-CC77-A56C-0F75-FF2EAF377E93}"/>
                </a:ext>
              </a:extLst>
            </p:cNvPr>
            <p:cNvSpPr txBox="1"/>
            <p:nvPr/>
          </p:nvSpPr>
          <p:spPr>
            <a:xfrm>
              <a:off x="6883235" y="1560569"/>
              <a:ext cx="1244599" cy="3151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50" b="1"/>
                <a:t>5,000</a:t>
              </a:r>
              <a:endParaRPr lang="ko-KR" altLang="en-US" sz="1050" b="1"/>
            </a:p>
          </p:txBody>
        </p:sp>
      </p:grpSp>
      <p:sp>
        <p:nvSpPr>
          <p:cNvPr id="59" name="화살표: 오른쪽 58">
            <a:extLst>
              <a:ext uri="{FF2B5EF4-FFF2-40B4-BE49-F238E27FC236}">
                <a16:creationId xmlns:a16="http://schemas.microsoft.com/office/drawing/2014/main" id="{AC607639-4BEB-4172-BEB3-C4CB4A514256}"/>
              </a:ext>
            </a:extLst>
          </p:cNvPr>
          <p:cNvSpPr/>
          <p:nvPr/>
        </p:nvSpPr>
        <p:spPr>
          <a:xfrm rot="10800000">
            <a:off x="10693046" y="2306108"/>
            <a:ext cx="208263" cy="17825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21A7418-1A7E-70E1-75E1-DBEE2B7DE721}"/>
              </a:ext>
            </a:extLst>
          </p:cNvPr>
          <p:cNvSpPr txBox="1"/>
          <p:nvPr/>
        </p:nvSpPr>
        <p:spPr>
          <a:xfrm>
            <a:off x="6984919" y="2394100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/>
              <a:t>음식</a:t>
            </a:r>
            <a:endParaRPr lang="en-US" altLang="ko-KR" sz="1100" b="1"/>
          </a:p>
        </p:txBody>
      </p:sp>
      <p:sp>
        <p:nvSpPr>
          <p:cNvPr id="61" name="사각형: 둥근 모서리 60">
            <a:extLst>
              <a:ext uri="{FF2B5EF4-FFF2-40B4-BE49-F238E27FC236}">
                <a16:creationId xmlns:a16="http://schemas.microsoft.com/office/drawing/2014/main" id="{09F63AF8-FB2A-2CAB-9029-B9AEF18C1313}"/>
              </a:ext>
            </a:extLst>
          </p:cNvPr>
          <p:cNvSpPr/>
          <p:nvPr/>
        </p:nvSpPr>
        <p:spPr>
          <a:xfrm>
            <a:off x="6642815" y="2774945"/>
            <a:ext cx="400050" cy="400050"/>
          </a:xfrm>
          <a:prstGeom prst="round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사각형: 둥근 모서리 61">
            <a:extLst>
              <a:ext uri="{FF2B5EF4-FFF2-40B4-BE49-F238E27FC236}">
                <a16:creationId xmlns:a16="http://schemas.microsoft.com/office/drawing/2014/main" id="{66D8A109-4084-EACD-DB32-5181EA60F9A1}"/>
              </a:ext>
            </a:extLst>
          </p:cNvPr>
          <p:cNvSpPr/>
          <p:nvPr/>
        </p:nvSpPr>
        <p:spPr>
          <a:xfrm>
            <a:off x="7141554" y="277494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3" name="사각형: 둥근 모서리 62">
            <a:extLst>
              <a:ext uri="{FF2B5EF4-FFF2-40B4-BE49-F238E27FC236}">
                <a16:creationId xmlns:a16="http://schemas.microsoft.com/office/drawing/2014/main" id="{F1F368B6-10AF-BDF5-6536-FD7365AAE68F}"/>
              </a:ext>
            </a:extLst>
          </p:cNvPr>
          <p:cNvSpPr/>
          <p:nvPr/>
        </p:nvSpPr>
        <p:spPr>
          <a:xfrm>
            <a:off x="7639146" y="277494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4" name="사각형: 둥근 모서리 63">
            <a:extLst>
              <a:ext uri="{FF2B5EF4-FFF2-40B4-BE49-F238E27FC236}">
                <a16:creationId xmlns:a16="http://schemas.microsoft.com/office/drawing/2014/main" id="{D2E209D3-B7EC-F1E9-BA8C-FAA585FF3B21}"/>
              </a:ext>
            </a:extLst>
          </p:cNvPr>
          <p:cNvSpPr/>
          <p:nvPr/>
        </p:nvSpPr>
        <p:spPr>
          <a:xfrm>
            <a:off x="8136738" y="277494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사각형: 둥근 모서리 64">
            <a:extLst>
              <a:ext uri="{FF2B5EF4-FFF2-40B4-BE49-F238E27FC236}">
                <a16:creationId xmlns:a16="http://schemas.microsoft.com/office/drawing/2014/main" id="{40965CDB-0B77-9531-2F3B-C2986770CDAA}"/>
              </a:ext>
            </a:extLst>
          </p:cNvPr>
          <p:cNvSpPr/>
          <p:nvPr/>
        </p:nvSpPr>
        <p:spPr>
          <a:xfrm>
            <a:off x="6642815" y="328294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사각형: 둥근 모서리 65">
            <a:extLst>
              <a:ext uri="{FF2B5EF4-FFF2-40B4-BE49-F238E27FC236}">
                <a16:creationId xmlns:a16="http://schemas.microsoft.com/office/drawing/2014/main" id="{CFD3F0CB-FF8D-B0F9-C3DB-415E6B7E972A}"/>
              </a:ext>
            </a:extLst>
          </p:cNvPr>
          <p:cNvSpPr/>
          <p:nvPr/>
        </p:nvSpPr>
        <p:spPr>
          <a:xfrm>
            <a:off x="7141554" y="328294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7" name="사각형: 둥근 모서리 66">
            <a:extLst>
              <a:ext uri="{FF2B5EF4-FFF2-40B4-BE49-F238E27FC236}">
                <a16:creationId xmlns:a16="http://schemas.microsoft.com/office/drawing/2014/main" id="{BDDE6E10-15DB-BBBA-5855-A8779F965296}"/>
              </a:ext>
            </a:extLst>
          </p:cNvPr>
          <p:cNvSpPr/>
          <p:nvPr/>
        </p:nvSpPr>
        <p:spPr>
          <a:xfrm>
            <a:off x="7639146" y="328294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8" name="사각형: 둥근 모서리 67">
            <a:extLst>
              <a:ext uri="{FF2B5EF4-FFF2-40B4-BE49-F238E27FC236}">
                <a16:creationId xmlns:a16="http://schemas.microsoft.com/office/drawing/2014/main" id="{1F19AC14-9441-A96C-DBEF-5BA11E3B7415}"/>
              </a:ext>
            </a:extLst>
          </p:cNvPr>
          <p:cNvSpPr/>
          <p:nvPr/>
        </p:nvSpPr>
        <p:spPr>
          <a:xfrm>
            <a:off x="8136738" y="328294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9" name="사각형: 둥근 모서리 68">
            <a:extLst>
              <a:ext uri="{FF2B5EF4-FFF2-40B4-BE49-F238E27FC236}">
                <a16:creationId xmlns:a16="http://schemas.microsoft.com/office/drawing/2014/main" id="{F425E824-2D36-C32E-66B4-239302815941}"/>
              </a:ext>
            </a:extLst>
          </p:cNvPr>
          <p:cNvSpPr/>
          <p:nvPr/>
        </p:nvSpPr>
        <p:spPr>
          <a:xfrm>
            <a:off x="6642815" y="379094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0" name="사각형: 둥근 모서리 69">
            <a:extLst>
              <a:ext uri="{FF2B5EF4-FFF2-40B4-BE49-F238E27FC236}">
                <a16:creationId xmlns:a16="http://schemas.microsoft.com/office/drawing/2014/main" id="{9D26473C-0656-4520-53E3-7C15B48B16B0}"/>
              </a:ext>
            </a:extLst>
          </p:cNvPr>
          <p:cNvSpPr/>
          <p:nvPr/>
        </p:nvSpPr>
        <p:spPr>
          <a:xfrm>
            <a:off x="7141554" y="379094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1" name="사각형: 둥근 모서리 70">
            <a:extLst>
              <a:ext uri="{FF2B5EF4-FFF2-40B4-BE49-F238E27FC236}">
                <a16:creationId xmlns:a16="http://schemas.microsoft.com/office/drawing/2014/main" id="{1BBB3D28-7C8A-F6A4-B2A3-386EA9E16C63}"/>
              </a:ext>
            </a:extLst>
          </p:cNvPr>
          <p:cNvSpPr/>
          <p:nvPr/>
        </p:nvSpPr>
        <p:spPr>
          <a:xfrm>
            <a:off x="7639146" y="379094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2" name="사각형: 둥근 모서리 71">
            <a:extLst>
              <a:ext uri="{FF2B5EF4-FFF2-40B4-BE49-F238E27FC236}">
                <a16:creationId xmlns:a16="http://schemas.microsoft.com/office/drawing/2014/main" id="{AF0C6798-6CE2-BBC8-9E1A-D2FE514380D2}"/>
              </a:ext>
            </a:extLst>
          </p:cNvPr>
          <p:cNvSpPr/>
          <p:nvPr/>
        </p:nvSpPr>
        <p:spPr>
          <a:xfrm>
            <a:off x="8136738" y="379094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3" name="사각형: 둥근 모서리 72">
            <a:extLst>
              <a:ext uri="{FF2B5EF4-FFF2-40B4-BE49-F238E27FC236}">
                <a16:creationId xmlns:a16="http://schemas.microsoft.com/office/drawing/2014/main" id="{16178D0E-1676-C33A-7628-724BB712A29D}"/>
              </a:ext>
            </a:extLst>
          </p:cNvPr>
          <p:cNvSpPr/>
          <p:nvPr/>
        </p:nvSpPr>
        <p:spPr>
          <a:xfrm>
            <a:off x="6642815" y="429894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86F332B8-292A-C39C-A304-D181C71B67D3}"/>
              </a:ext>
            </a:extLst>
          </p:cNvPr>
          <p:cNvSpPr/>
          <p:nvPr/>
        </p:nvSpPr>
        <p:spPr>
          <a:xfrm>
            <a:off x="7141554" y="429894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5" name="사각형: 둥근 모서리 74">
            <a:extLst>
              <a:ext uri="{FF2B5EF4-FFF2-40B4-BE49-F238E27FC236}">
                <a16:creationId xmlns:a16="http://schemas.microsoft.com/office/drawing/2014/main" id="{9F97C1C3-D32B-E2AC-7B2C-718DCC0C97BA}"/>
              </a:ext>
            </a:extLst>
          </p:cNvPr>
          <p:cNvSpPr/>
          <p:nvPr/>
        </p:nvSpPr>
        <p:spPr>
          <a:xfrm>
            <a:off x="7639146" y="429894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6" name="사각형: 둥근 모서리 75">
            <a:extLst>
              <a:ext uri="{FF2B5EF4-FFF2-40B4-BE49-F238E27FC236}">
                <a16:creationId xmlns:a16="http://schemas.microsoft.com/office/drawing/2014/main" id="{C01319B0-9D1F-043A-0EDC-A1A7F6049077}"/>
              </a:ext>
            </a:extLst>
          </p:cNvPr>
          <p:cNvSpPr/>
          <p:nvPr/>
        </p:nvSpPr>
        <p:spPr>
          <a:xfrm>
            <a:off x="8136738" y="429894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7" name="사각형: 둥근 모서리 76">
            <a:extLst>
              <a:ext uri="{FF2B5EF4-FFF2-40B4-BE49-F238E27FC236}">
                <a16:creationId xmlns:a16="http://schemas.microsoft.com/office/drawing/2014/main" id="{032F82EF-9558-2122-3EB7-CDC5CAF10D8C}"/>
              </a:ext>
            </a:extLst>
          </p:cNvPr>
          <p:cNvSpPr/>
          <p:nvPr/>
        </p:nvSpPr>
        <p:spPr>
          <a:xfrm>
            <a:off x="6641650" y="4823484"/>
            <a:ext cx="400050" cy="17541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8" name="사각형: 둥근 모서리 77">
            <a:extLst>
              <a:ext uri="{FF2B5EF4-FFF2-40B4-BE49-F238E27FC236}">
                <a16:creationId xmlns:a16="http://schemas.microsoft.com/office/drawing/2014/main" id="{F3729E57-B7B3-AE7C-C794-C5619ACDE77A}"/>
              </a:ext>
            </a:extLst>
          </p:cNvPr>
          <p:cNvSpPr/>
          <p:nvPr/>
        </p:nvSpPr>
        <p:spPr>
          <a:xfrm>
            <a:off x="7140389" y="4823484"/>
            <a:ext cx="400050" cy="17541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사각형: 둥근 모서리 78">
            <a:extLst>
              <a:ext uri="{FF2B5EF4-FFF2-40B4-BE49-F238E27FC236}">
                <a16:creationId xmlns:a16="http://schemas.microsoft.com/office/drawing/2014/main" id="{C46B4D6F-AFF4-1E58-3F4F-2B84312F8DBE}"/>
              </a:ext>
            </a:extLst>
          </p:cNvPr>
          <p:cNvSpPr/>
          <p:nvPr/>
        </p:nvSpPr>
        <p:spPr>
          <a:xfrm>
            <a:off x="7637981" y="4823484"/>
            <a:ext cx="400050" cy="17541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0" name="사각형: 둥근 모서리 79">
            <a:extLst>
              <a:ext uri="{FF2B5EF4-FFF2-40B4-BE49-F238E27FC236}">
                <a16:creationId xmlns:a16="http://schemas.microsoft.com/office/drawing/2014/main" id="{3DFD5AFF-533F-DBE3-895C-242903B22729}"/>
              </a:ext>
            </a:extLst>
          </p:cNvPr>
          <p:cNvSpPr/>
          <p:nvPr/>
        </p:nvSpPr>
        <p:spPr>
          <a:xfrm>
            <a:off x="8135573" y="4823484"/>
            <a:ext cx="400050" cy="17541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1" name="사각형: 둥근 모서리 80">
            <a:extLst>
              <a:ext uri="{FF2B5EF4-FFF2-40B4-BE49-F238E27FC236}">
                <a16:creationId xmlns:a16="http://schemas.microsoft.com/office/drawing/2014/main" id="{0A2BB304-DC16-B638-4191-97F7AB5A10A7}"/>
              </a:ext>
            </a:extLst>
          </p:cNvPr>
          <p:cNvSpPr/>
          <p:nvPr/>
        </p:nvSpPr>
        <p:spPr>
          <a:xfrm>
            <a:off x="9261213" y="3921032"/>
            <a:ext cx="486318" cy="152129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2" name="사각형: 둥근 모서리 81">
            <a:extLst>
              <a:ext uri="{FF2B5EF4-FFF2-40B4-BE49-F238E27FC236}">
                <a16:creationId xmlns:a16="http://schemas.microsoft.com/office/drawing/2014/main" id="{860238AF-1E8F-8985-1E69-331CFDAE7797}"/>
              </a:ext>
            </a:extLst>
          </p:cNvPr>
          <p:cNvSpPr/>
          <p:nvPr/>
        </p:nvSpPr>
        <p:spPr>
          <a:xfrm>
            <a:off x="9091783" y="3878623"/>
            <a:ext cx="239965" cy="232964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83" name="Picture 2" descr="잎 - 무료 자연개 아이콘">
            <a:extLst>
              <a:ext uri="{FF2B5EF4-FFF2-40B4-BE49-F238E27FC236}">
                <a16:creationId xmlns:a16="http://schemas.microsoft.com/office/drawing/2014/main" id="{3CC9653C-80F4-C8E0-7F4C-E7AADAAF02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07946" y="3893193"/>
            <a:ext cx="197037" cy="1970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4" name="사각형: 둥근 모서리 83">
            <a:extLst>
              <a:ext uri="{FF2B5EF4-FFF2-40B4-BE49-F238E27FC236}">
                <a16:creationId xmlns:a16="http://schemas.microsoft.com/office/drawing/2014/main" id="{48096C5E-33C4-EA47-EFAE-E2A3324A88A7}"/>
              </a:ext>
            </a:extLst>
          </p:cNvPr>
          <p:cNvSpPr/>
          <p:nvPr/>
        </p:nvSpPr>
        <p:spPr>
          <a:xfrm>
            <a:off x="9297940" y="2854357"/>
            <a:ext cx="987695" cy="897313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F6FAE567-4036-6286-E74E-C36D03B93185}"/>
              </a:ext>
            </a:extLst>
          </p:cNvPr>
          <p:cNvSpPr txBox="1"/>
          <p:nvPr/>
        </p:nvSpPr>
        <p:spPr>
          <a:xfrm>
            <a:off x="9169488" y="2388907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/>
              <a:t>음식 이름</a:t>
            </a:r>
          </a:p>
        </p:txBody>
      </p:sp>
      <p:grpSp>
        <p:nvGrpSpPr>
          <p:cNvPr id="86" name="그룹 85">
            <a:extLst>
              <a:ext uri="{FF2B5EF4-FFF2-40B4-BE49-F238E27FC236}">
                <a16:creationId xmlns:a16="http://schemas.microsoft.com/office/drawing/2014/main" id="{0DCA2E82-F5F8-4127-C6CE-DBF89B93A016}"/>
              </a:ext>
            </a:extLst>
          </p:cNvPr>
          <p:cNvGrpSpPr/>
          <p:nvPr/>
        </p:nvGrpSpPr>
        <p:grpSpPr>
          <a:xfrm>
            <a:off x="9568410" y="2692514"/>
            <a:ext cx="1256151" cy="230832"/>
            <a:chOff x="3879753" y="2753249"/>
            <a:chExt cx="1256151" cy="230832"/>
          </a:xfrm>
        </p:grpSpPr>
        <p:sp>
          <p:nvSpPr>
            <p:cNvPr id="87" name="사각형: 둥근 모서리 86">
              <a:extLst>
                <a:ext uri="{FF2B5EF4-FFF2-40B4-BE49-F238E27FC236}">
                  <a16:creationId xmlns:a16="http://schemas.microsoft.com/office/drawing/2014/main" id="{280F77FC-4327-585E-7E6A-F99CCF895D6F}"/>
                </a:ext>
              </a:extLst>
            </p:cNvPr>
            <p:cNvSpPr/>
            <p:nvPr/>
          </p:nvSpPr>
          <p:spPr>
            <a:xfrm>
              <a:off x="3879753" y="2779858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3AE129D4-29D2-5D5E-4EBF-759D93881B8F}"/>
                </a:ext>
              </a:extLst>
            </p:cNvPr>
            <p:cNvSpPr txBox="1"/>
            <p:nvPr/>
          </p:nvSpPr>
          <p:spPr>
            <a:xfrm>
              <a:off x="3891304" y="2753249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9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sp>
        <p:nvSpPr>
          <p:cNvPr id="89" name="사각형: 둥근 모서리 88">
            <a:extLst>
              <a:ext uri="{FF2B5EF4-FFF2-40B4-BE49-F238E27FC236}">
                <a16:creationId xmlns:a16="http://schemas.microsoft.com/office/drawing/2014/main" id="{CBF0C5CE-7B62-985F-81D7-05CCD9B2A0DA}"/>
              </a:ext>
            </a:extLst>
          </p:cNvPr>
          <p:cNvSpPr/>
          <p:nvPr/>
        </p:nvSpPr>
        <p:spPr>
          <a:xfrm>
            <a:off x="9984011" y="3921032"/>
            <a:ext cx="486318" cy="152129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0" name="사각형: 둥근 모서리 89">
            <a:extLst>
              <a:ext uri="{FF2B5EF4-FFF2-40B4-BE49-F238E27FC236}">
                <a16:creationId xmlns:a16="http://schemas.microsoft.com/office/drawing/2014/main" id="{3E6AEFFC-73D3-23F2-022E-968DD39CB9AF}"/>
              </a:ext>
            </a:extLst>
          </p:cNvPr>
          <p:cNvSpPr/>
          <p:nvPr/>
        </p:nvSpPr>
        <p:spPr>
          <a:xfrm>
            <a:off x="9791471" y="3882230"/>
            <a:ext cx="239965" cy="232964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91" name="Picture 8" descr="Black heart icon | Free SVG">
            <a:extLst>
              <a:ext uri="{FF2B5EF4-FFF2-40B4-BE49-F238E27FC236}">
                <a16:creationId xmlns:a16="http://schemas.microsoft.com/office/drawing/2014/main" id="{11F96CBB-435B-466C-BDC4-3F7071072B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16539" y="3909510"/>
            <a:ext cx="180492" cy="1804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2" name="TextBox 91">
            <a:extLst>
              <a:ext uri="{FF2B5EF4-FFF2-40B4-BE49-F238E27FC236}">
                <a16:creationId xmlns:a16="http://schemas.microsoft.com/office/drawing/2014/main" id="{9B0D510D-E95F-979F-35D2-5D5956C6F7A2}"/>
              </a:ext>
            </a:extLst>
          </p:cNvPr>
          <p:cNvSpPr txBox="1"/>
          <p:nvPr/>
        </p:nvSpPr>
        <p:spPr>
          <a:xfrm>
            <a:off x="9504249" y="3875554"/>
            <a:ext cx="12446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/>
              <a:t>5</a:t>
            </a:r>
            <a:endParaRPr lang="ko-KR" altLang="en-US" sz="900" b="1"/>
          </a:p>
        </p:txBody>
      </p:sp>
      <p:sp>
        <p:nvSpPr>
          <p:cNvPr id="93" name="사각형: 둥근 모서리 92">
            <a:extLst>
              <a:ext uri="{FF2B5EF4-FFF2-40B4-BE49-F238E27FC236}">
                <a16:creationId xmlns:a16="http://schemas.microsoft.com/office/drawing/2014/main" id="{E8D5F117-B88F-E7DE-329F-61012111F37E}"/>
              </a:ext>
            </a:extLst>
          </p:cNvPr>
          <p:cNvSpPr/>
          <p:nvPr/>
        </p:nvSpPr>
        <p:spPr>
          <a:xfrm>
            <a:off x="8941821" y="4218792"/>
            <a:ext cx="1740332" cy="451716"/>
          </a:xfrm>
          <a:prstGeom prst="roundRect">
            <a:avLst>
              <a:gd name="adj" fmla="val 8403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407C44B8-EA8A-BB9F-98BF-9B2968669D87}"/>
              </a:ext>
            </a:extLst>
          </p:cNvPr>
          <p:cNvSpPr txBox="1"/>
          <p:nvPr/>
        </p:nvSpPr>
        <p:spPr>
          <a:xfrm>
            <a:off x="8941821" y="4280949"/>
            <a:ext cx="18294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b="1"/>
              <a:t>어쩌구 저쩌구 음식에 대한 설명</a:t>
            </a:r>
            <a:endParaRPr lang="en-US" altLang="ko-KR" sz="800" b="1"/>
          </a:p>
          <a:p>
            <a:r>
              <a:rPr lang="ko-KR" altLang="en-US" sz="800" b="1"/>
              <a:t>어쩌구 저쩌구 음식에 대한 설명</a:t>
            </a:r>
          </a:p>
        </p:txBody>
      </p:sp>
      <p:sp>
        <p:nvSpPr>
          <p:cNvPr id="95" name="사각형: 둥근 모서리 94">
            <a:extLst>
              <a:ext uri="{FF2B5EF4-FFF2-40B4-BE49-F238E27FC236}">
                <a16:creationId xmlns:a16="http://schemas.microsoft.com/office/drawing/2014/main" id="{55FA68CA-F314-EAA8-75B6-A6C2C02B0A48}"/>
              </a:ext>
            </a:extLst>
          </p:cNvPr>
          <p:cNvSpPr/>
          <p:nvPr/>
        </p:nvSpPr>
        <p:spPr>
          <a:xfrm>
            <a:off x="9081249" y="4749087"/>
            <a:ext cx="1392359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8E16EDB0-7083-6319-C929-F3A54CAE5147}"/>
              </a:ext>
            </a:extLst>
          </p:cNvPr>
          <p:cNvSpPr txBox="1"/>
          <p:nvPr/>
        </p:nvSpPr>
        <p:spPr>
          <a:xfrm>
            <a:off x="9102375" y="4777842"/>
            <a:ext cx="7826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b="1"/>
              <a:t>구매하기</a:t>
            </a:r>
          </a:p>
        </p:txBody>
      </p:sp>
      <p:pic>
        <p:nvPicPr>
          <p:cNvPr id="97" name="그림 96">
            <a:extLst>
              <a:ext uri="{FF2B5EF4-FFF2-40B4-BE49-F238E27FC236}">
                <a16:creationId xmlns:a16="http://schemas.microsoft.com/office/drawing/2014/main" id="{E0B03120-96F6-8269-5EF6-089EF5CB13D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50788" y="4687523"/>
            <a:ext cx="442051" cy="442051"/>
          </a:xfrm>
          <a:prstGeom prst="rect">
            <a:avLst/>
          </a:prstGeom>
        </p:spPr>
      </p:pic>
      <p:sp>
        <p:nvSpPr>
          <p:cNvPr id="98" name="TextBox 97">
            <a:extLst>
              <a:ext uri="{FF2B5EF4-FFF2-40B4-BE49-F238E27FC236}">
                <a16:creationId xmlns:a16="http://schemas.microsoft.com/office/drawing/2014/main" id="{BB37107F-9D92-0307-C963-5F69B48917BA}"/>
              </a:ext>
            </a:extLst>
          </p:cNvPr>
          <p:cNvSpPr txBox="1"/>
          <p:nvPr/>
        </p:nvSpPr>
        <p:spPr>
          <a:xfrm>
            <a:off x="9741006" y="4764198"/>
            <a:ext cx="100267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b="1"/>
              <a:t>5,000</a:t>
            </a:r>
            <a:endParaRPr lang="ko-KR" altLang="en-US" sz="1050" b="1">
              <a:solidFill>
                <a:srgbClr val="FF0000"/>
              </a:solidFill>
            </a:endParaRPr>
          </a:p>
        </p:txBody>
      </p:sp>
      <p:sp>
        <p:nvSpPr>
          <p:cNvPr id="99" name="사각형: 둥근 모서리 98">
            <a:extLst>
              <a:ext uri="{FF2B5EF4-FFF2-40B4-BE49-F238E27FC236}">
                <a16:creationId xmlns:a16="http://schemas.microsoft.com/office/drawing/2014/main" id="{063F471D-2F78-6401-4319-8B4C8184FDDC}"/>
              </a:ext>
            </a:extLst>
          </p:cNvPr>
          <p:cNvSpPr/>
          <p:nvPr/>
        </p:nvSpPr>
        <p:spPr>
          <a:xfrm>
            <a:off x="7065282" y="2030612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0" name="사각형: 둥근 모서리 99">
            <a:extLst>
              <a:ext uri="{FF2B5EF4-FFF2-40B4-BE49-F238E27FC236}">
                <a16:creationId xmlns:a16="http://schemas.microsoft.com/office/drawing/2014/main" id="{02F15D55-96B4-CFDB-A3E5-D898DB14D1B1}"/>
              </a:ext>
            </a:extLst>
          </p:cNvPr>
          <p:cNvSpPr/>
          <p:nvPr/>
        </p:nvSpPr>
        <p:spPr>
          <a:xfrm>
            <a:off x="6636700" y="2027177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1" name="사각형: 둥근 모서리 100">
            <a:extLst>
              <a:ext uri="{FF2B5EF4-FFF2-40B4-BE49-F238E27FC236}">
                <a16:creationId xmlns:a16="http://schemas.microsoft.com/office/drawing/2014/main" id="{2645FF2A-154F-B93C-3AF7-5DBC86B2A002}"/>
              </a:ext>
            </a:extLst>
          </p:cNvPr>
          <p:cNvSpPr/>
          <p:nvPr/>
        </p:nvSpPr>
        <p:spPr>
          <a:xfrm>
            <a:off x="7510886" y="2030612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02" name="Picture 2" descr="잎 - 무료 자연개 아이콘">
            <a:extLst>
              <a:ext uri="{FF2B5EF4-FFF2-40B4-BE49-F238E27FC236}">
                <a16:creationId xmlns:a16="http://schemas.microsoft.com/office/drawing/2014/main" id="{501EA00F-EA95-5393-4A19-575D4CB633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19052" y="2059484"/>
            <a:ext cx="251234" cy="2512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" name="Picture 2" descr="Material 디자인 스타일의 달팽이 아이콘">
            <a:extLst>
              <a:ext uri="{FF2B5EF4-FFF2-40B4-BE49-F238E27FC236}">
                <a16:creationId xmlns:a16="http://schemas.microsoft.com/office/drawing/2014/main" id="{572CBE55-1036-70BF-B77C-C570C2BC0B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8750" r="91250">
                        <a14:foregroundMark x1="90833" y1="41250" x2="90833" y2="41250"/>
                        <a14:foregroundMark x1="91250" y1="16167" x2="91250" y2="16167"/>
                        <a14:foregroundMark x1="8750" y1="46000" x2="8750" y2="460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67509" y="2034047"/>
            <a:ext cx="297156" cy="2971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" name="Picture 4" descr="상점 아이콘 구매 기호입니다 장바구니 아이콘재고에 대 한 가방에 대한 스톡 벡터 아트 및 기타 이미지 - 가방, 고객, 구매 -  iStock">
            <a:extLst>
              <a:ext uri="{FF2B5EF4-FFF2-40B4-BE49-F238E27FC236}">
                <a16:creationId xmlns:a16="http://schemas.microsoft.com/office/drawing/2014/main" id="{AE6CC8EE-FCF2-4AE1-2023-1D55A833A6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>
                        <a14:foregroundMark x1="46154" y1="42067" x2="53846" y2="41106"/>
                        <a14:foregroundMark x1="63462" y1="32452" x2="63462" y2="32452"/>
                        <a14:foregroundMark x1="41587" y1="29087" x2="40144" y2="2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9941" y="1994868"/>
            <a:ext cx="385763" cy="385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5" name="사각형: 둥근 모서리 104">
            <a:extLst>
              <a:ext uri="{FF2B5EF4-FFF2-40B4-BE49-F238E27FC236}">
                <a16:creationId xmlns:a16="http://schemas.microsoft.com/office/drawing/2014/main" id="{9A865C52-BEAB-F19C-84E3-313EFBE186A9}"/>
              </a:ext>
            </a:extLst>
          </p:cNvPr>
          <p:cNvSpPr/>
          <p:nvPr/>
        </p:nvSpPr>
        <p:spPr>
          <a:xfrm>
            <a:off x="7510886" y="2030612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6" name="사각형: 둥근 모서리 105">
            <a:extLst>
              <a:ext uri="{FF2B5EF4-FFF2-40B4-BE49-F238E27FC236}">
                <a16:creationId xmlns:a16="http://schemas.microsoft.com/office/drawing/2014/main" id="{3BD2DE4D-D46F-CD13-7E27-1265E2B6F8E1}"/>
              </a:ext>
            </a:extLst>
          </p:cNvPr>
          <p:cNvSpPr/>
          <p:nvPr/>
        </p:nvSpPr>
        <p:spPr>
          <a:xfrm>
            <a:off x="7961588" y="2030052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07" name="Picture 4" descr="상점 아이콘 구매 기호입니다 장바구니 아이콘재고에 대 한 가방에 대한 스톡 벡터 아트 및 기타 이미지 - 가방, 고객, 구매 -  iStock">
            <a:extLst>
              <a:ext uri="{FF2B5EF4-FFF2-40B4-BE49-F238E27FC236}">
                <a16:creationId xmlns:a16="http://schemas.microsoft.com/office/drawing/2014/main" id="{8E8EC0EB-7C03-34A6-2ABA-9AA72F15D9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>
                        <a14:foregroundMark x1="46154" y1="42067" x2="53846" y2="41106"/>
                        <a14:foregroundMark x1="63462" y1="32452" x2="63462" y2="32452"/>
                        <a14:foregroundMark x1="41587" y1="29087" x2="40144" y2="2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0643" y="1996255"/>
            <a:ext cx="385763" cy="385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8" name="Picture 8" descr="Eggs - Free food icons">
            <a:extLst>
              <a:ext uri="{FF2B5EF4-FFF2-40B4-BE49-F238E27FC236}">
                <a16:creationId xmlns:a16="http://schemas.microsoft.com/office/drawing/2014/main" id="{A0E2303F-F61C-7CE0-0D1F-E0141F8117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69331" y="2061420"/>
            <a:ext cx="241884" cy="2418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9" name="사각형: 둥근 모서리 108">
            <a:extLst>
              <a:ext uri="{FF2B5EF4-FFF2-40B4-BE49-F238E27FC236}">
                <a16:creationId xmlns:a16="http://schemas.microsoft.com/office/drawing/2014/main" id="{43114CF7-BCA1-A983-10CF-2E3B278286B7}"/>
              </a:ext>
            </a:extLst>
          </p:cNvPr>
          <p:cNvSpPr/>
          <p:nvPr/>
        </p:nvSpPr>
        <p:spPr>
          <a:xfrm>
            <a:off x="8799570" y="2025059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10" name="Picture 2" descr="설정 - 무료 ui개 아이콘">
            <a:extLst>
              <a:ext uri="{FF2B5EF4-FFF2-40B4-BE49-F238E27FC236}">
                <a16:creationId xmlns:a16="http://schemas.microsoft.com/office/drawing/2014/main" id="{389B7980-38F1-13D8-E3E6-E355948D91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51735" y="2047074"/>
            <a:ext cx="265099" cy="265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1" name="TextBox 110">
            <a:extLst>
              <a:ext uri="{FF2B5EF4-FFF2-40B4-BE49-F238E27FC236}">
                <a16:creationId xmlns:a16="http://schemas.microsoft.com/office/drawing/2014/main" id="{19297301-A3EE-6D06-0DA5-E2F8452EE3F9}"/>
              </a:ext>
            </a:extLst>
          </p:cNvPr>
          <p:cNvSpPr txBox="1"/>
          <p:nvPr/>
        </p:nvSpPr>
        <p:spPr>
          <a:xfrm>
            <a:off x="6464652" y="1356019"/>
            <a:ext cx="1670921" cy="27699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음식 </a:t>
            </a:r>
            <a:r>
              <a:rPr lang="ko-KR" altLang="en-US" sz="1200" dirty="0" err="1">
                <a:solidFill>
                  <a:schemeClr val="bg1"/>
                </a:solidFill>
              </a:rPr>
              <a:t>선택시</a:t>
            </a:r>
            <a:endParaRPr lang="en-US" altLang="ko-KR" sz="1200" dirty="0">
              <a:solidFill>
                <a:schemeClr val="bg1"/>
              </a:solidFill>
            </a:endParaRP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495A2E7D-C9E2-8D9A-33C9-01379708F0FF}"/>
              </a:ext>
            </a:extLst>
          </p:cNvPr>
          <p:cNvSpPr txBox="1"/>
          <p:nvPr/>
        </p:nvSpPr>
        <p:spPr>
          <a:xfrm>
            <a:off x="1462890" y="1320268"/>
            <a:ext cx="1670921" cy="27699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상점 디폴트</a:t>
            </a:r>
            <a:endParaRPr lang="en-US" altLang="ko-KR" sz="1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870020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3">
            <a:extLst>
              <a:ext uri="{FF2B5EF4-FFF2-40B4-BE49-F238E27FC236}">
                <a16:creationId xmlns:a16="http://schemas.microsoft.com/office/drawing/2014/main" id="{096618B1-A029-4A1F-8A0D-579A691D4E7A}"/>
              </a:ext>
            </a:extLst>
          </p:cNvPr>
          <p:cNvSpPr txBox="1"/>
          <p:nvPr/>
        </p:nvSpPr>
        <p:spPr>
          <a:xfrm>
            <a:off x="145731" y="186676"/>
            <a:ext cx="1670921" cy="27699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옷장</a:t>
            </a: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EB5F9436-12E6-4285-B55B-C99C2B953749}"/>
              </a:ext>
            </a:extLst>
          </p:cNvPr>
          <p:cNvSpPr/>
          <p:nvPr/>
        </p:nvSpPr>
        <p:spPr>
          <a:xfrm>
            <a:off x="2681596" y="1780300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24FAA4B5-0CE8-439C-8B28-DCA86DFCF9B9}"/>
              </a:ext>
            </a:extLst>
          </p:cNvPr>
          <p:cNvSpPr/>
          <p:nvPr/>
        </p:nvSpPr>
        <p:spPr>
          <a:xfrm>
            <a:off x="4629310" y="1685050"/>
            <a:ext cx="323850" cy="323850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59D5776D-147F-419B-BD85-7D99BC0160E2}"/>
              </a:ext>
            </a:extLst>
          </p:cNvPr>
          <p:cNvSpPr/>
          <p:nvPr/>
        </p:nvSpPr>
        <p:spPr>
          <a:xfrm>
            <a:off x="2925825" y="1913564"/>
            <a:ext cx="1668560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33B68BE3-96D5-4B21-91B1-A94ABC2A7065}"/>
              </a:ext>
            </a:extLst>
          </p:cNvPr>
          <p:cNvGrpSpPr/>
          <p:nvPr/>
        </p:nvGrpSpPr>
        <p:grpSpPr>
          <a:xfrm>
            <a:off x="2973582" y="1952334"/>
            <a:ext cx="200148" cy="200148"/>
            <a:chOff x="3690370" y="5044952"/>
            <a:chExt cx="323850" cy="323850"/>
          </a:xfrm>
        </p:grpSpPr>
        <p:sp>
          <p:nvSpPr>
            <p:cNvPr id="125" name="사각형: 둥근 모서리 124">
              <a:extLst>
                <a:ext uri="{FF2B5EF4-FFF2-40B4-BE49-F238E27FC236}">
                  <a16:creationId xmlns:a16="http://schemas.microsoft.com/office/drawing/2014/main" id="{CB4EC971-1F15-4867-87A9-3A39C01F91D7}"/>
                </a:ext>
              </a:extLst>
            </p:cNvPr>
            <p:cNvSpPr/>
            <p:nvPr/>
          </p:nvSpPr>
          <p:spPr>
            <a:xfrm>
              <a:off x="3690370" y="5044952"/>
              <a:ext cx="323850" cy="32385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pic>
          <p:nvPicPr>
            <p:cNvPr id="126" name="Picture 2" descr="연필 - 무료 편집 도구개 아이콘">
              <a:extLst>
                <a:ext uri="{FF2B5EF4-FFF2-40B4-BE49-F238E27FC236}">
                  <a16:creationId xmlns:a16="http://schemas.microsoft.com/office/drawing/2014/main" id="{D4D992F2-4FBF-4BEC-8271-1626107E468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42086" y="5096668"/>
              <a:ext cx="220417" cy="22041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1" name="TextBox 32">
            <a:extLst>
              <a:ext uri="{FF2B5EF4-FFF2-40B4-BE49-F238E27FC236}">
                <a16:creationId xmlns:a16="http://schemas.microsoft.com/office/drawing/2014/main" id="{0B5B9482-D1A9-4F4A-8FDC-0C71E68124BB}"/>
              </a:ext>
            </a:extLst>
          </p:cNvPr>
          <p:cNvSpPr txBox="1"/>
          <p:nvPr/>
        </p:nvSpPr>
        <p:spPr>
          <a:xfrm>
            <a:off x="3159556" y="1930190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100" b="1"/>
              <a:t>달팽이 이름</a:t>
            </a: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71331C83-ABFE-4BD1-8BE2-D64389B6DD7E}"/>
              </a:ext>
            </a:extLst>
          </p:cNvPr>
          <p:cNvSpPr/>
          <p:nvPr/>
        </p:nvSpPr>
        <p:spPr>
          <a:xfrm>
            <a:off x="3529391" y="2151638"/>
            <a:ext cx="448264" cy="158667"/>
          </a:xfrm>
          <a:prstGeom prst="roundRect">
            <a:avLst>
              <a:gd name="adj" fmla="val 50000"/>
            </a:avLst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3" name="TextBox 34">
            <a:extLst>
              <a:ext uri="{FF2B5EF4-FFF2-40B4-BE49-F238E27FC236}">
                <a16:creationId xmlns:a16="http://schemas.microsoft.com/office/drawing/2014/main" id="{9CCF6307-982F-48D8-8D0D-C2C62D223E04}"/>
              </a:ext>
            </a:extLst>
          </p:cNvPr>
          <p:cNvSpPr txBox="1"/>
          <p:nvPr/>
        </p:nvSpPr>
        <p:spPr>
          <a:xfrm>
            <a:off x="3540942" y="2125029"/>
            <a:ext cx="12446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900" b="1">
                <a:solidFill>
                  <a:schemeClr val="bg1"/>
                </a:solidFill>
              </a:rPr>
              <a:t>에픽</a:t>
            </a:r>
          </a:p>
        </p:txBody>
      </p:sp>
      <p:sp>
        <p:nvSpPr>
          <p:cNvPr id="14" name="곱하기 기호 13">
            <a:extLst>
              <a:ext uri="{FF2B5EF4-FFF2-40B4-BE49-F238E27FC236}">
                <a16:creationId xmlns:a16="http://schemas.microsoft.com/office/drawing/2014/main" id="{838AF6EE-4543-4B42-9A9A-76831091811D}"/>
              </a:ext>
            </a:extLst>
          </p:cNvPr>
          <p:cNvSpPr/>
          <p:nvPr/>
        </p:nvSpPr>
        <p:spPr>
          <a:xfrm>
            <a:off x="4612173" y="1667799"/>
            <a:ext cx="358775" cy="358775"/>
          </a:xfrm>
          <a:prstGeom prst="mathMultiply">
            <a:avLst>
              <a:gd name="adj1" fmla="val 1694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BF13AFF4-3AA8-41C0-862E-F3D47A7AB4FE}"/>
              </a:ext>
            </a:extLst>
          </p:cNvPr>
          <p:cNvGrpSpPr/>
          <p:nvPr/>
        </p:nvGrpSpPr>
        <p:grpSpPr>
          <a:xfrm>
            <a:off x="3276982" y="1394672"/>
            <a:ext cx="1141042" cy="442052"/>
            <a:chOff x="6711477" y="1465221"/>
            <a:chExt cx="1416357" cy="548711"/>
          </a:xfrm>
        </p:grpSpPr>
        <p:sp>
          <p:nvSpPr>
            <p:cNvPr id="122" name="사각형: 둥근 모서리 121">
              <a:extLst>
                <a:ext uri="{FF2B5EF4-FFF2-40B4-BE49-F238E27FC236}">
                  <a16:creationId xmlns:a16="http://schemas.microsoft.com/office/drawing/2014/main" id="{C7C29B38-85F3-48B0-A558-90B5692C41C3}"/>
                </a:ext>
              </a:extLst>
            </p:cNvPr>
            <p:cNvSpPr/>
            <p:nvPr/>
          </p:nvSpPr>
          <p:spPr>
            <a:xfrm>
              <a:off x="6839352" y="1586038"/>
              <a:ext cx="955998" cy="274512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pic>
          <p:nvPicPr>
            <p:cNvPr id="123" name="그림 122">
              <a:extLst>
                <a:ext uri="{FF2B5EF4-FFF2-40B4-BE49-F238E27FC236}">
                  <a16:creationId xmlns:a16="http://schemas.microsoft.com/office/drawing/2014/main" id="{F2C0CA1C-8E5A-4216-BF90-A1E7E93DB08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11477" y="1465221"/>
              <a:ext cx="548711" cy="548711"/>
            </a:xfrm>
            <a:prstGeom prst="rect">
              <a:avLst/>
            </a:prstGeom>
          </p:spPr>
        </p:pic>
        <p:sp>
          <p:nvSpPr>
            <p:cNvPr id="124" name="TextBox 90">
              <a:extLst>
                <a:ext uri="{FF2B5EF4-FFF2-40B4-BE49-F238E27FC236}">
                  <a16:creationId xmlns:a16="http://schemas.microsoft.com/office/drawing/2014/main" id="{EF95D89D-4958-4B6E-9ECE-0C8F7BC697FF}"/>
                </a:ext>
              </a:extLst>
            </p:cNvPr>
            <p:cNvSpPr txBox="1"/>
            <p:nvPr/>
          </p:nvSpPr>
          <p:spPr>
            <a:xfrm>
              <a:off x="6883235" y="1560569"/>
              <a:ext cx="1244599" cy="3151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1050" b="1"/>
                <a:t>5,000</a:t>
              </a:r>
              <a:endParaRPr lang="ko-KR" altLang="en-US" sz="1050" b="1"/>
            </a:p>
          </p:txBody>
        </p:sp>
      </p:grp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98C6E5D3-BF8E-44DA-947F-AEDEA39D9D74}"/>
              </a:ext>
            </a:extLst>
          </p:cNvPr>
          <p:cNvSpPr/>
          <p:nvPr/>
        </p:nvSpPr>
        <p:spPr>
          <a:xfrm>
            <a:off x="2789638" y="1470721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pic>
        <p:nvPicPr>
          <p:cNvPr id="17" name="Picture 2" descr="설정 - 무료 ui개 아이콘">
            <a:extLst>
              <a:ext uri="{FF2B5EF4-FFF2-40B4-BE49-F238E27FC236}">
                <a16:creationId xmlns:a16="http://schemas.microsoft.com/office/drawing/2014/main" id="{763E2E7E-DBC3-43BB-963E-CBE48F6B83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41803" y="1492736"/>
            <a:ext cx="265099" cy="265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E598B895-E477-4003-B704-6FA6822AE819}"/>
              </a:ext>
            </a:extLst>
          </p:cNvPr>
          <p:cNvSpPr/>
          <p:nvPr/>
        </p:nvSpPr>
        <p:spPr>
          <a:xfrm>
            <a:off x="473621" y="1780300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9" name="TextBox 195">
            <a:extLst>
              <a:ext uri="{FF2B5EF4-FFF2-40B4-BE49-F238E27FC236}">
                <a16:creationId xmlns:a16="http://schemas.microsoft.com/office/drawing/2014/main" id="{3FD8660B-95A3-4B1E-ACDA-BB8411E1FE6F}"/>
              </a:ext>
            </a:extLst>
          </p:cNvPr>
          <p:cNvSpPr txBox="1"/>
          <p:nvPr/>
        </p:nvSpPr>
        <p:spPr>
          <a:xfrm>
            <a:off x="967533" y="1832638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100" b="1"/>
              <a:t>옷장</a:t>
            </a:r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4FB0BB94-1B35-4633-93A3-D8A3E5DC6358}"/>
              </a:ext>
            </a:extLst>
          </p:cNvPr>
          <p:cNvSpPr/>
          <p:nvPr/>
        </p:nvSpPr>
        <p:spPr>
          <a:xfrm>
            <a:off x="625429" y="2436794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DA34C34C-56E8-42DF-99FF-20BDC7BFE23F}"/>
              </a:ext>
            </a:extLst>
          </p:cNvPr>
          <p:cNvSpPr/>
          <p:nvPr/>
        </p:nvSpPr>
        <p:spPr>
          <a:xfrm>
            <a:off x="1124168" y="2436794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A73591DD-330E-4D9C-B869-7C7EC93B3145}"/>
              </a:ext>
            </a:extLst>
          </p:cNvPr>
          <p:cNvSpPr/>
          <p:nvPr/>
        </p:nvSpPr>
        <p:spPr>
          <a:xfrm>
            <a:off x="1621760" y="2436794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2191B62E-2427-4A1F-A620-0FBC6B0D43B0}"/>
              </a:ext>
            </a:extLst>
          </p:cNvPr>
          <p:cNvSpPr/>
          <p:nvPr/>
        </p:nvSpPr>
        <p:spPr>
          <a:xfrm>
            <a:off x="2119352" y="2436794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5734AAA5-E94A-4DD5-B9D1-2B8C1BF7252E}"/>
              </a:ext>
            </a:extLst>
          </p:cNvPr>
          <p:cNvSpPr/>
          <p:nvPr/>
        </p:nvSpPr>
        <p:spPr>
          <a:xfrm>
            <a:off x="625429" y="2944794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E61F3BAE-FBEF-4AA0-9BBF-241854E9553C}"/>
              </a:ext>
            </a:extLst>
          </p:cNvPr>
          <p:cNvSpPr/>
          <p:nvPr/>
        </p:nvSpPr>
        <p:spPr>
          <a:xfrm>
            <a:off x="1124168" y="2944794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4627FA36-3924-485E-B975-7C85360834A5}"/>
              </a:ext>
            </a:extLst>
          </p:cNvPr>
          <p:cNvSpPr/>
          <p:nvPr/>
        </p:nvSpPr>
        <p:spPr>
          <a:xfrm>
            <a:off x="1621760" y="2944794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41C574C3-2449-4E92-A55A-BE9FA9A555F3}"/>
              </a:ext>
            </a:extLst>
          </p:cNvPr>
          <p:cNvSpPr/>
          <p:nvPr/>
        </p:nvSpPr>
        <p:spPr>
          <a:xfrm>
            <a:off x="2119352" y="2944794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1BFB9F2D-4467-4272-A33A-B7A5E7B7C17D}"/>
              </a:ext>
            </a:extLst>
          </p:cNvPr>
          <p:cNvSpPr/>
          <p:nvPr/>
        </p:nvSpPr>
        <p:spPr>
          <a:xfrm>
            <a:off x="625429" y="3452794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E3BFD30C-ABB5-4B20-A490-4A5613ECA0D8}"/>
              </a:ext>
            </a:extLst>
          </p:cNvPr>
          <p:cNvSpPr/>
          <p:nvPr/>
        </p:nvSpPr>
        <p:spPr>
          <a:xfrm>
            <a:off x="1124168" y="3452794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30" name="사각형: 둥근 모서리 29">
            <a:extLst>
              <a:ext uri="{FF2B5EF4-FFF2-40B4-BE49-F238E27FC236}">
                <a16:creationId xmlns:a16="http://schemas.microsoft.com/office/drawing/2014/main" id="{B9D7C9DC-B6E6-4EB5-BD36-3CC9E32E95C0}"/>
              </a:ext>
            </a:extLst>
          </p:cNvPr>
          <p:cNvSpPr/>
          <p:nvPr/>
        </p:nvSpPr>
        <p:spPr>
          <a:xfrm>
            <a:off x="1621760" y="3452794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31" name="사각형: 둥근 모서리 30">
            <a:extLst>
              <a:ext uri="{FF2B5EF4-FFF2-40B4-BE49-F238E27FC236}">
                <a16:creationId xmlns:a16="http://schemas.microsoft.com/office/drawing/2014/main" id="{32B9EBE9-3006-4120-B9A2-80A0C22EC31F}"/>
              </a:ext>
            </a:extLst>
          </p:cNvPr>
          <p:cNvSpPr/>
          <p:nvPr/>
        </p:nvSpPr>
        <p:spPr>
          <a:xfrm>
            <a:off x="2119352" y="3452794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32" name="사각형: 둥근 모서리 31">
            <a:extLst>
              <a:ext uri="{FF2B5EF4-FFF2-40B4-BE49-F238E27FC236}">
                <a16:creationId xmlns:a16="http://schemas.microsoft.com/office/drawing/2014/main" id="{43CC1CF9-5322-4C91-B8E5-2D8A31DAF981}"/>
              </a:ext>
            </a:extLst>
          </p:cNvPr>
          <p:cNvSpPr/>
          <p:nvPr/>
        </p:nvSpPr>
        <p:spPr>
          <a:xfrm>
            <a:off x="625429" y="3960794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9BAA4124-703D-4BC6-81B7-B2E8C1394859}"/>
              </a:ext>
            </a:extLst>
          </p:cNvPr>
          <p:cNvSpPr/>
          <p:nvPr/>
        </p:nvSpPr>
        <p:spPr>
          <a:xfrm>
            <a:off x="1124168" y="3960794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9AC97999-9225-4CA3-801B-53FD96C07BDC}"/>
              </a:ext>
            </a:extLst>
          </p:cNvPr>
          <p:cNvSpPr/>
          <p:nvPr/>
        </p:nvSpPr>
        <p:spPr>
          <a:xfrm>
            <a:off x="1621760" y="3960794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6C466881-09FB-4796-A4F1-22966BFDF499}"/>
              </a:ext>
            </a:extLst>
          </p:cNvPr>
          <p:cNvSpPr/>
          <p:nvPr/>
        </p:nvSpPr>
        <p:spPr>
          <a:xfrm>
            <a:off x="2119352" y="3960794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C4BE30B2-AF43-4F3B-B8EC-F498986AA558}"/>
              </a:ext>
            </a:extLst>
          </p:cNvPr>
          <p:cNvSpPr/>
          <p:nvPr/>
        </p:nvSpPr>
        <p:spPr>
          <a:xfrm>
            <a:off x="1055350" y="1476274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04981337-F30A-4BE2-9A92-4587ECF58ACC}"/>
              </a:ext>
            </a:extLst>
          </p:cNvPr>
          <p:cNvSpPr/>
          <p:nvPr/>
        </p:nvSpPr>
        <p:spPr>
          <a:xfrm>
            <a:off x="626768" y="1472839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6CBA99D9-0C8C-4805-8721-05EDA9B8436D}"/>
              </a:ext>
            </a:extLst>
          </p:cNvPr>
          <p:cNvSpPr/>
          <p:nvPr/>
        </p:nvSpPr>
        <p:spPr>
          <a:xfrm>
            <a:off x="1500954" y="1476274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pic>
        <p:nvPicPr>
          <p:cNvPr id="39" name="Picture 2" descr="잎 - 무료 자연개 아이콘">
            <a:extLst>
              <a:ext uri="{FF2B5EF4-FFF2-40B4-BE49-F238E27FC236}">
                <a16:creationId xmlns:a16="http://schemas.microsoft.com/office/drawing/2014/main" id="{DC7204E3-72CC-4B92-9998-B07A4E39FC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9120" y="1505146"/>
            <a:ext cx="251234" cy="2512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0" name="Picture 2" descr="Material 디자인 스타일의 달팽이 아이콘">
            <a:extLst>
              <a:ext uri="{FF2B5EF4-FFF2-40B4-BE49-F238E27FC236}">
                <a16:creationId xmlns:a16="http://schemas.microsoft.com/office/drawing/2014/main" id="{BCCF85B2-A79C-4DB6-A026-ED5F63B798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10000" b="90000" l="8750" r="91250">
                        <a14:foregroundMark x1="90833" y1="41250" x2="90833" y2="41250"/>
                        <a14:foregroundMark x1="91250" y1="16167" x2="91250" y2="16167"/>
                        <a14:foregroundMark x1="8750" y1="46000" x2="8750" y2="460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7577" y="1479709"/>
            <a:ext cx="297156" cy="2971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BB17A8BE-B67B-433B-8E27-FB7A3F90F5E8}"/>
              </a:ext>
            </a:extLst>
          </p:cNvPr>
          <p:cNvSpPr/>
          <p:nvPr/>
        </p:nvSpPr>
        <p:spPr>
          <a:xfrm>
            <a:off x="1951656" y="1475714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pic>
        <p:nvPicPr>
          <p:cNvPr id="42" name="Picture 4" descr="상점 아이콘 구매 기호입니다 장바구니 아이콘재고에 대 한 가방에 대한 스톡 벡터 아트 및 기타 이미지 - 가방, 고객, 구매 -  iStock">
            <a:extLst>
              <a:ext uri="{FF2B5EF4-FFF2-40B4-BE49-F238E27FC236}">
                <a16:creationId xmlns:a16="http://schemas.microsoft.com/office/drawing/2014/main" id="{25B1D1FF-A21B-44B6-8507-F5C11F4912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ackgroundRemoval t="10000" b="90000" l="10000" r="90000">
                        <a14:foregroundMark x1="46154" y1="42067" x2="53846" y2="41106"/>
                        <a14:foregroundMark x1="63462" y1="32452" x2="63462" y2="32452"/>
                        <a14:foregroundMark x1="41587" y1="29087" x2="40144" y2="2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40711" y="1441917"/>
            <a:ext cx="385763" cy="385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3" name="Picture 8" descr="Eggs - Free food icons">
            <a:extLst>
              <a:ext uri="{FF2B5EF4-FFF2-40B4-BE49-F238E27FC236}">
                <a16:creationId xmlns:a16="http://schemas.microsoft.com/office/drawing/2014/main" id="{D87AA22A-38CB-4D43-AA19-B3D701F6B6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9399" y="1507082"/>
            <a:ext cx="241884" cy="2418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2D1D60E1-B2CF-48C5-A646-2535C884BF12}"/>
              </a:ext>
            </a:extLst>
          </p:cNvPr>
          <p:cNvSpPr/>
          <p:nvPr/>
        </p:nvSpPr>
        <p:spPr>
          <a:xfrm>
            <a:off x="625429" y="2098966"/>
            <a:ext cx="423613" cy="20527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56DFEB79-BB19-4FCB-B4D0-F7202F6D3585}"/>
              </a:ext>
            </a:extLst>
          </p:cNvPr>
          <p:cNvSpPr/>
          <p:nvPr/>
        </p:nvSpPr>
        <p:spPr>
          <a:xfrm>
            <a:off x="1107702" y="2102281"/>
            <a:ext cx="423613" cy="20527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46" name="사각형: 둥근 모서리 45">
            <a:extLst>
              <a:ext uri="{FF2B5EF4-FFF2-40B4-BE49-F238E27FC236}">
                <a16:creationId xmlns:a16="http://schemas.microsoft.com/office/drawing/2014/main" id="{21449B31-C176-40B6-84F0-50972577F6A8}"/>
              </a:ext>
            </a:extLst>
          </p:cNvPr>
          <p:cNvSpPr/>
          <p:nvPr/>
        </p:nvSpPr>
        <p:spPr>
          <a:xfrm>
            <a:off x="1610453" y="2103821"/>
            <a:ext cx="423613" cy="20527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700D61CF-4BDB-4C99-9844-DA052E731931}"/>
              </a:ext>
            </a:extLst>
          </p:cNvPr>
          <p:cNvSpPr/>
          <p:nvPr/>
        </p:nvSpPr>
        <p:spPr>
          <a:xfrm>
            <a:off x="2092726" y="2107136"/>
            <a:ext cx="423613" cy="20527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48" name="TextBox 227">
            <a:extLst>
              <a:ext uri="{FF2B5EF4-FFF2-40B4-BE49-F238E27FC236}">
                <a16:creationId xmlns:a16="http://schemas.microsoft.com/office/drawing/2014/main" id="{0C73D4D8-7FCD-41D4-A2C2-F88C617D4282}"/>
              </a:ext>
            </a:extLst>
          </p:cNvPr>
          <p:cNvSpPr txBox="1"/>
          <p:nvPr/>
        </p:nvSpPr>
        <p:spPr>
          <a:xfrm>
            <a:off x="214764" y="2096353"/>
            <a:ext cx="1244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800" b="1"/>
              <a:t>모자</a:t>
            </a:r>
          </a:p>
        </p:txBody>
      </p:sp>
      <p:sp>
        <p:nvSpPr>
          <p:cNvPr id="49" name="TextBox 228">
            <a:extLst>
              <a:ext uri="{FF2B5EF4-FFF2-40B4-BE49-F238E27FC236}">
                <a16:creationId xmlns:a16="http://schemas.microsoft.com/office/drawing/2014/main" id="{F0407B79-DA62-4C86-A7A8-4EB819A5A059}"/>
              </a:ext>
            </a:extLst>
          </p:cNvPr>
          <p:cNvSpPr txBox="1"/>
          <p:nvPr/>
        </p:nvSpPr>
        <p:spPr>
          <a:xfrm>
            <a:off x="697727" y="2102237"/>
            <a:ext cx="1244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800" b="1"/>
              <a:t>가방</a:t>
            </a:r>
          </a:p>
        </p:txBody>
      </p:sp>
      <p:sp>
        <p:nvSpPr>
          <p:cNvPr id="50" name="TextBox 229">
            <a:extLst>
              <a:ext uri="{FF2B5EF4-FFF2-40B4-BE49-F238E27FC236}">
                <a16:creationId xmlns:a16="http://schemas.microsoft.com/office/drawing/2014/main" id="{AEA0E05B-8C0A-428B-8806-1FC625D36BC9}"/>
              </a:ext>
            </a:extLst>
          </p:cNvPr>
          <p:cNvSpPr txBox="1"/>
          <p:nvPr/>
        </p:nvSpPr>
        <p:spPr>
          <a:xfrm>
            <a:off x="1189143" y="2106511"/>
            <a:ext cx="1244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800" b="1"/>
              <a:t>기타</a:t>
            </a:r>
          </a:p>
        </p:txBody>
      </p:sp>
      <p:sp>
        <p:nvSpPr>
          <p:cNvPr id="51" name="TextBox 230">
            <a:extLst>
              <a:ext uri="{FF2B5EF4-FFF2-40B4-BE49-F238E27FC236}">
                <a16:creationId xmlns:a16="http://schemas.microsoft.com/office/drawing/2014/main" id="{4EE99555-B881-459E-B1CB-3CBC1FC22F91}"/>
              </a:ext>
            </a:extLst>
          </p:cNvPr>
          <p:cNvSpPr txBox="1"/>
          <p:nvPr/>
        </p:nvSpPr>
        <p:spPr>
          <a:xfrm>
            <a:off x="1675404" y="2109946"/>
            <a:ext cx="1244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800" b="1"/>
              <a:t>등등</a:t>
            </a:r>
          </a:p>
        </p:txBody>
      </p:sp>
      <p:sp>
        <p:nvSpPr>
          <p:cNvPr id="52" name="사각형: 둥근 모서리 51">
            <a:extLst>
              <a:ext uri="{FF2B5EF4-FFF2-40B4-BE49-F238E27FC236}">
                <a16:creationId xmlns:a16="http://schemas.microsoft.com/office/drawing/2014/main" id="{1CB5B5C0-8C38-4180-A642-6C5FE85B785F}"/>
              </a:ext>
            </a:extLst>
          </p:cNvPr>
          <p:cNvSpPr/>
          <p:nvPr/>
        </p:nvSpPr>
        <p:spPr>
          <a:xfrm>
            <a:off x="8513332" y="1776865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53" name="사각형: 둥근 모서리 52">
            <a:extLst>
              <a:ext uri="{FF2B5EF4-FFF2-40B4-BE49-F238E27FC236}">
                <a16:creationId xmlns:a16="http://schemas.microsoft.com/office/drawing/2014/main" id="{6FC01364-C267-4750-B20C-26CFCAFECFE0}"/>
              </a:ext>
            </a:extLst>
          </p:cNvPr>
          <p:cNvSpPr/>
          <p:nvPr/>
        </p:nvSpPr>
        <p:spPr>
          <a:xfrm>
            <a:off x="10461046" y="1681615"/>
            <a:ext cx="323850" cy="323850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54" name="사각형: 둥근 모서리 53">
            <a:extLst>
              <a:ext uri="{FF2B5EF4-FFF2-40B4-BE49-F238E27FC236}">
                <a16:creationId xmlns:a16="http://schemas.microsoft.com/office/drawing/2014/main" id="{1FE57523-4D2B-4538-946D-A04C029FC97E}"/>
              </a:ext>
            </a:extLst>
          </p:cNvPr>
          <p:cNvSpPr/>
          <p:nvPr/>
        </p:nvSpPr>
        <p:spPr>
          <a:xfrm>
            <a:off x="8757561" y="1910129"/>
            <a:ext cx="1668560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grpSp>
        <p:nvGrpSpPr>
          <p:cNvPr id="55" name="그룹 54">
            <a:extLst>
              <a:ext uri="{FF2B5EF4-FFF2-40B4-BE49-F238E27FC236}">
                <a16:creationId xmlns:a16="http://schemas.microsoft.com/office/drawing/2014/main" id="{1309887A-9961-448B-847A-0CA960EB93B9}"/>
              </a:ext>
            </a:extLst>
          </p:cNvPr>
          <p:cNvGrpSpPr/>
          <p:nvPr/>
        </p:nvGrpSpPr>
        <p:grpSpPr>
          <a:xfrm>
            <a:off x="8805318" y="1948899"/>
            <a:ext cx="200148" cy="200148"/>
            <a:chOff x="3690370" y="5044952"/>
            <a:chExt cx="323850" cy="323850"/>
          </a:xfrm>
        </p:grpSpPr>
        <p:sp>
          <p:nvSpPr>
            <p:cNvPr id="120" name="사각형: 둥근 모서리 119">
              <a:extLst>
                <a:ext uri="{FF2B5EF4-FFF2-40B4-BE49-F238E27FC236}">
                  <a16:creationId xmlns:a16="http://schemas.microsoft.com/office/drawing/2014/main" id="{86C9FAF3-B5A6-4B04-97AB-B55B3DAE4F83}"/>
                </a:ext>
              </a:extLst>
            </p:cNvPr>
            <p:cNvSpPr/>
            <p:nvPr/>
          </p:nvSpPr>
          <p:spPr>
            <a:xfrm>
              <a:off x="3690370" y="5044952"/>
              <a:ext cx="323850" cy="32385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pic>
          <p:nvPicPr>
            <p:cNvPr id="121" name="Picture 2" descr="연필 - 무료 편집 도구개 아이콘">
              <a:extLst>
                <a:ext uri="{FF2B5EF4-FFF2-40B4-BE49-F238E27FC236}">
                  <a16:creationId xmlns:a16="http://schemas.microsoft.com/office/drawing/2014/main" id="{F5220A06-5B6B-4F62-9FC3-C0B9BC1D6C5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42086" y="5096668"/>
              <a:ext cx="220417" cy="22041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56" name="TextBox 253">
            <a:extLst>
              <a:ext uri="{FF2B5EF4-FFF2-40B4-BE49-F238E27FC236}">
                <a16:creationId xmlns:a16="http://schemas.microsoft.com/office/drawing/2014/main" id="{14E1CA74-7AEA-416B-B7A4-6303D503DFD9}"/>
              </a:ext>
            </a:extLst>
          </p:cNvPr>
          <p:cNvSpPr txBox="1"/>
          <p:nvPr/>
        </p:nvSpPr>
        <p:spPr>
          <a:xfrm>
            <a:off x="8991292" y="1926755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100" b="1"/>
              <a:t>달팽이 이름</a:t>
            </a:r>
          </a:p>
        </p:txBody>
      </p: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1F0E8C68-20DE-49C4-A87D-A2C7ADFC3928}"/>
              </a:ext>
            </a:extLst>
          </p:cNvPr>
          <p:cNvSpPr/>
          <p:nvPr/>
        </p:nvSpPr>
        <p:spPr>
          <a:xfrm>
            <a:off x="9361127" y="2148203"/>
            <a:ext cx="448264" cy="158667"/>
          </a:xfrm>
          <a:prstGeom prst="roundRect">
            <a:avLst>
              <a:gd name="adj" fmla="val 50000"/>
            </a:avLst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58" name="TextBox 255">
            <a:extLst>
              <a:ext uri="{FF2B5EF4-FFF2-40B4-BE49-F238E27FC236}">
                <a16:creationId xmlns:a16="http://schemas.microsoft.com/office/drawing/2014/main" id="{20E03DCF-2CBE-4446-BA65-CEDD4B59A891}"/>
              </a:ext>
            </a:extLst>
          </p:cNvPr>
          <p:cNvSpPr txBox="1"/>
          <p:nvPr/>
        </p:nvSpPr>
        <p:spPr>
          <a:xfrm>
            <a:off x="9372678" y="2121594"/>
            <a:ext cx="12446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900" b="1">
                <a:solidFill>
                  <a:schemeClr val="bg1"/>
                </a:solidFill>
              </a:rPr>
              <a:t>에픽</a:t>
            </a:r>
          </a:p>
        </p:txBody>
      </p:sp>
      <p:sp>
        <p:nvSpPr>
          <p:cNvPr id="59" name="곱하기 기호 58">
            <a:extLst>
              <a:ext uri="{FF2B5EF4-FFF2-40B4-BE49-F238E27FC236}">
                <a16:creationId xmlns:a16="http://schemas.microsoft.com/office/drawing/2014/main" id="{F6A321B9-A830-4F13-B813-79E78D329379}"/>
              </a:ext>
            </a:extLst>
          </p:cNvPr>
          <p:cNvSpPr/>
          <p:nvPr/>
        </p:nvSpPr>
        <p:spPr>
          <a:xfrm>
            <a:off x="10443909" y="1664364"/>
            <a:ext cx="358775" cy="358775"/>
          </a:xfrm>
          <a:prstGeom prst="mathMultiply">
            <a:avLst>
              <a:gd name="adj1" fmla="val 1694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573D0581-6A0A-4EC3-A016-3A78EA1C433D}"/>
              </a:ext>
            </a:extLst>
          </p:cNvPr>
          <p:cNvGrpSpPr/>
          <p:nvPr/>
        </p:nvGrpSpPr>
        <p:grpSpPr>
          <a:xfrm>
            <a:off x="9108718" y="1391237"/>
            <a:ext cx="1141042" cy="442052"/>
            <a:chOff x="6711477" y="1465221"/>
            <a:chExt cx="1416357" cy="548711"/>
          </a:xfrm>
        </p:grpSpPr>
        <p:sp>
          <p:nvSpPr>
            <p:cNvPr id="117" name="사각형: 둥근 모서리 116">
              <a:extLst>
                <a:ext uri="{FF2B5EF4-FFF2-40B4-BE49-F238E27FC236}">
                  <a16:creationId xmlns:a16="http://schemas.microsoft.com/office/drawing/2014/main" id="{17A40A36-EE7E-49D9-88F7-A5CB7A7D23BD}"/>
                </a:ext>
              </a:extLst>
            </p:cNvPr>
            <p:cNvSpPr/>
            <p:nvPr/>
          </p:nvSpPr>
          <p:spPr>
            <a:xfrm>
              <a:off x="6839352" y="1586038"/>
              <a:ext cx="955998" cy="274512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pic>
          <p:nvPicPr>
            <p:cNvPr id="118" name="그림 117">
              <a:extLst>
                <a:ext uri="{FF2B5EF4-FFF2-40B4-BE49-F238E27FC236}">
                  <a16:creationId xmlns:a16="http://schemas.microsoft.com/office/drawing/2014/main" id="{83CB462C-0174-48B8-A315-123AC1FC8BD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11477" y="1465221"/>
              <a:ext cx="548711" cy="548711"/>
            </a:xfrm>
            <a:prstGeom prst="rect">
              <a:avLst/>
            </a:prstGeom>
          </p:spPr>
        </p:pic>
        <p:sp>
          <p:nvSpPr>
            <p:cNvPr id="119" name="TextBox 262">
              <a:extLst>
                <a:ext uri="{FF2B5EF4-FFF2-40B4-BE49-F238E27FC236}">
                  <a16:creationId xmlns:a16="http://schemas.microsoft.com/office/drawing/2014/main" id="{48BF3F7A-2D25-4572-8360-6A416FD9DC89}"/>
                </a:ext>
              </a:extLst>
            </p:cNvPr>
            <p:cNvSpPr txBox="1"/>
            <p:nvPr/>
          </p:nvSpPr>
          <p:spPr>
            <a:xfrm>
              <a:off x="6883235" y="1560569"/>
              <a:ext cx="1244599" cy="3151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1050" b="1"/>
                <a:t>5,000</a:t>
              </a:r>
              <a:endParaRPr lang="ko-KR" altLang="en-US" sz="1050" b="1"/>
            </a:p>
          </p:txBody>
        </p:sp>
      </p:grpSp>
      <p:sp>
        <p:nvSpPr>
          <p:cNvPr id="61" name="사각형: 둥근 모서리 60">
            <a:extLst>
              <a:ext uri="{FF2B5EF4-FFF2-40B4-BE49-F238E27FC236}">
                <a16:creationId xmlns:a16="http://schemas.microsoft.com/office/drawing/2014/main" id="{5DDCF451-3D66-41E2-B0E1-2D33B52886D4}"/>
              </a:ext>
            </a:extLst>
          </p:cNvPr>
          <p:cNvSpPr/>
          <p:nvPr/>
        </p:nvSpPr>
        <p:spPr>
          <a:xfrm>
            <a:off x="8621374" y="1467286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pic>
        <p:nvPicPr>
          <p:cNvPr id="62" name="Picture 2" descr="설정 - 무료 ui개 아이콘">
            <a:extLst>
              <a:ext uri="{FF2B5EF4-FFF2-40B4-BE49-F238E27FC236}">
                <a16:creationId xmlns:a16="http://schemas.microsoft.com/office/drawing/2014/main" id="{DED0D58B-7BA0-4777-B8DC-912CA351C5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73539" y="1489301"/>
            <a:ext cx="265099" cy="265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3" name="사각형: 둥근 모서리 62">
            <a:extLst>
              <a:ext uri="{FF2B5EF4-FFF2-40B4-BE49-F238E27FC236}">
                <a16:creationId xmlns:a16="http://schemas.microsoft.com/office/drawing/2014/main" id="{BB05766B-C542-4193-809F-2336E3D549C6}"/>
              </a:ext>
            </a:extLst>
          </p:cNvPr>
          <p:cNvSpPr/>
          <p:nvPr/>
        </p:nvSpPr>
        <p:spPr>
          <a:xfrm>
            <a:off x="6305357" y="1776865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64" name="TextBox 266">
            <a:extLst>
              <a:ext uri="{FF2B5EF4-FFF2-40B4-BE49-F238E27FC236}">
                <a16:creationId xmlns:a16="http://schemas.microsoft.com/office/drawing/2014/main" id="{30081271-684E-4C26-ADD1-6E439397BA40}"/>
              </a:ext>
            </a:extLst>
          </p:cNvPr>
          <p:cNvSpPr txBox="1"/>
          <p:nvPr/>
        </p:nvSpPr>
        <p:spPr>
          <a:xfrm>
            <a:off x="6799269" y="1829203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100" b="1"/>
              <a:t>옷장</a:t>
            </a:r>
          </a:p>
        </p:txBody>
      </p:sp>
      <p:sp>
        <p:nvSpPr>
          <p:cNvPr id="65" name="사각형: 둥근 모서리 64">
            <a:extLst>
              <a:ext uri="{FF2B5EF4-FFF2-40B4-BE49-F238E27FC236}">
                <a16:creationId xmlns:a16="http://schemas.microsoft.com/office/drawing/2014/main" id="{D25E7836-8E9A-43EC-AFDC-516CBDFCD6D9}"/>
              </a:ext>
            </a:extLst>
          </p:cNvPr>
          <p:cNvSpPr/>
          <p:nvPr/>
        </p:nvSpPr>
        <p:spPr>
          <a:xfrm>
            <a:off x="6457165" y="2433359"/>
            <a:ext cx="400050" cy="400050"/>
          </a:xfrm>
          <a:prstGeom prst="round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66" name="사각형: 둥근 모서리 65">
            <a:extLst>
              <a:ext uri="{FF2B5EF4-FFF2-40B4-BE49-F238E27FC236}">
                <a16:creationId xmlns:a16="http://schemas.microsoft.com/office/drawing/2014/main" id="{186E1B4F-5328-485A-AAB6-1B615FECB30E}"/>
              </a:ext>
            </a:extLst>
          </p:cNvPr>
          <p:cNvSpPr/>
          <p:nvPr/>
        </p:nvSpPr>
        <p:spPr>
          <a:xfrm>
            <a:off x="6955904" y="2433359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67" name="사각형: 둥근 모서리 66">
            <a:extLst>
              <a:ext uri="{FF2B5EF4-FFF2-40B4-BE49-F238E27FC236}">
                <a16:creationId xmlns:a16="http://schemas.microsoft.com/office/drawing/2014/main" id="{91F17428-B119-45F7-8EEA-6D15C36EC934}"/>
              </a:ext>
            </a:extLst>
          </p:cNvPr>
          <p:cNvSpPr/>
          <p:nvPr/>
        </p:nvSpPr>
        <p:spPr>
          <a:xfrm>
            <a:off x="7453496" y="2433359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68" name="사각형: 둥근 모서리 67">
            <a:extLst>
              <a:ext uri="{FF2B5EF4-FFF2-40B4-BE49-F238E27FC236}">
                <a16:creationId xmlns:a16="http://schemas.microsoft.com/office/drawing/2014/main" id="{3B4B66B0-D3C8-48C6-BEBF-540D679FE408}"/>
              </a:ext>
            </a:extLst>
          </p:cNvPr>
          <p:cNvSpPr/>
          <p:nvPr/>
        </p:nvSpPr>
        <p:spPr>
          <a:xfrm>
            <a:off x="7951088" y="2433359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69" name="사각형: 둥근 모서리 68">
            <a:extLst>
              <a:ext uri="{FF2B5EF4-FFF2-40B4-BE49-F238E27FC236}">
                <a16:creationId xmlns:a16="http://schemas.microsoft.com/office/drawing/2014/main" id="{A5F3BCB1-7117-4C70-8BCE-AA1F044FD045}"/>
              </a:ext>
            </a:extLst>
          </p:cNvPr>
          <p:cNvSpPr/>
          <p:nvPr/>
        </p:nvSpPr>
        <p:spPr>
          <a:xfrm>
            <a:off x="6457165" y="2941359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70" name="사각형: 둥근 모서리 69">
            <a:extLst>
              <a:ext uri="{FF2B5EF4-FFF2-40B4-BE49-F238E27FC236}">
                <a16:creationId xmlns:a16="http://schemas.microsoft.com/office/drawing/2014/main" id="{E7D50BDC-7C0B-4552-A32F-89A7CA855C45}"/>
              </a:ext>
            </a:extLst>
          </p:cNvPr>
          <p:cNvSpPr/>
          <p:nvPr/>
        </p:nvSpPr>
        <p:spPr>
          <a:xfrm>
            <a:off x="6955904" y="2941359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71" name="사각형: 둥근 모서리 70">
            <a:extLst>
              <a:ext uri="{FF2B5EF4-FFF2-40B4-BE49-F238E27FC236}">
                <a16:creationId xmlns:a16="http://schemas.microsoft.com/office/drawing/2014/main" id="{1E2A50BA-B27F-4E0D-9D18-5491AD32CD62}"/>
              </a:ext>
            </a:extLst>
          </p:cNvPr>
          <p:cNvSpPr/>
          <p:nvPr/>
        </p:nvSpPr>
        <p:spPr>
          <a:xfrm>
            <a:off x="7453496" y="2941359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72" name="사각형: 둥근 모서리 71">
            <a:extLst>
              <a:ext uri="{FF2B5EF4-FFF2-40B4-BE49-F238E27FC236}">
                <a16:creationId xmlns:a16="http://schemas.microsoft.com/office/drawing/2014/main" id="{469605B8-38EF-4D3A-AD9D-435B1D6F8F8F}"/>
              </a:ext>
            </a:extLst>
          </p:cNvPr>
          <p:cNvSpPr/>
          <p:nvPr/>
        </p:nvSpPr>
        <p:spPr>
          <a:xfrm>
            <a:off x="7951088" y="2941359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73" name="사각형: 둥근 모서리 72">
            <a:extLst>
              <a:ext uri="{FF2B5EF4-FFF2-40B4-BE49-F238E27FC236}">
                <a16:creationId xmlns:a16="http://schemas.microsoft.com/office/drawing/2014/main" id="{04A7D6EC-91EF-4E4A-94F5-F08705133B89}"/>
              </a:ext>
            </a:extLst>
          </p:cNvPr>
          <p:cNvSpPr/>
          <p:nvPr/>
        </p:nvSpPr>
        <p:spPr>
          <a:xfrm>
            <a:off x="6457165" y="3449359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807A514F-B932-446E-9F9E-C49DBFF7C809}"/>
              </a:ext>
            </a:extLst>
          </p:cNvPr>
          <p:cNvSpPr/>
          <p:nvPr/>
        </p:nvSpPr>
        <p:spPr>
          <a:xfrm>
            <a:off x="6955904" y="3449359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75" name="사각형: 둥근 모서리 74">
            <a:extLst>
              <a:ext uri="{FF2B5EF4-FFF2-40B4-BE49-F238E27FC236}">
                <a16:creationId xmlns:a16="http://schemas.microsoft.com/office/drawing/2014/main" id="{9F2A80AA-4392-4EC1-A6B6-266AF6ADBB76}"/>
              </a:ext>
            </a:extLst>
          </p:cNvPr>
          <p:cNvSpPr/>
          <p:nvPr/>
        </p:nvSpPr>
        <p:spPr>
          <a:xfrm>
            <a:off x="7453496" y="3449359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76" name="사각형: 둥근 모서리 75">
            <a:extLst>
              <a:ext uri="{FF2B5EF4-FFF2-40B4-BE49-F238E27FC236}">
                <a16:creationId xmlns:a16="http://schemas.microsoft.com/office/drawing/2014/main" id="{46436D2D-E89D-42AF-B864-E3422E3C3CDD}"/>
              </a:ext>
            </a:extLst>
          </p:cNvPr>
          <p:cNvSpPr/>
          <p:nvPr/>
        </p:nvSpPr>
        <p:spPr>
          <a:xfrm>
            <a:off x="7951088" y="3449359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77" name="사각형: 둥근 모서리 76">
            <a:extLst>
              <a:ext uri="{FF2B5EF4-FFF2-40B4-BE49-F238E27FC236}">
                <a16:creationId xmlns:a16="http://schemas.microsoft.com/office/drawing/2014/main" id="{AF2F516D-3470-4256-8CBB-50FEF63166CB}"/>
              </a:ext>
            </a:extLst>
          </p:cNvPr>
          <p:cNvSpPr/>
          <p:nvPr/>
        </p:nvSpPr>
        <p:spPr>
          <a:xfrm>
            <a:off x="6457165" y="3957359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78" name="사각형: 둥근 모서리 77">
            <a:extLst>
              <a:ext uri="{FF2B5EF4-FFF2-40B4-BE49-F238E27FC236}">
                <a16:creationId xmlns:a16="http://schemas.microsoft.com/office/drawing/2014/main" id="{D56B9AD8-AAF6-47AA-BE3B-6D7D87EF0A43}"/>
              </a:ext>
            </a:extLst>
          </p:cNvPr>
          <p:cNvSpPr/>
          <p:nvPr/>
        </p:nvSpPr>
        <p:spPr>
          <a:xfrm>
            <a:off x="6955904" y="3957359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79" name="사각형: 둥근 모서리 78">
            <a:extLst>
              <a:ext uri="{FF2B5EF4-FFF2-40B4-BE49-F238E27FC236}">
                <a16:creationId xmlns:a16="http://schemas.microsoft.com/office/drawing/2014/main" id="{904AFE04-EDD0-491D-A8DC-372A9F4DA494}"/>
              </a:ext>
            </a:extLst>
          </p:cNvPr>
          <p:cNvSpPr/>
          <p:nvPr/>
        </p:nvSpPr>
        <p:spPr>
          <a:xfrm>
            <a:off x="7453496" y="3957359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80" name="사각형: 둥근 모서리 79">
            <a:extLst>
              <a:ext uri="{FF2B5EF4-FFF2-40B4-BE49-F238E27FC236}">
                <a16:creationId xmlns:a16="http://schemas.microsoft.com/office/drawing/2014/main" id="{FED1139C-D620-4031-814A-BF9EC505024F}"/>
              </a:ext>
            </a:extLst>
          </p:cNvPr>
          <p:cNvSpPr/>
          <p:nvPr/>
        </p:nvSpPr>
        <p:spPr>
          <a:xfrm>
            <a:off x="7951088" y="3957359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81" name="사각형: 둥근 모서리 80">
            <a:extLst>
              <a:ext uri="{FF2B5EF4-FFF2-40B4-BE49-F238E27FC236}">
                <a16:creationId xmlns:a16="http://schemas.microsoft.com/office/drawing/2014/main" id="{D600B588-E827-4941-A7E3-C1113E67E112}"/>
              </a:ext>
            </a:extLst>
          </p:cNvPr>
          <p:cNvSpPr/>
          <p:nvPr/>
        </p:nvSpPr>
        <p:spPr>
          <a:xfrm>
            <a:off x="6887086" y="1472839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82" name="사각형: 둥근 모서리 81">
            <a:extLst>
              <a:ext uri="{FF2B5EF4-FFF2-40B4-BE49-F238E27FC236}">
                <a16:creationId xmlns:a16="http://schemas.microsoft.com/office/drawing/2014/main" id="{E708E979-2FD2-4B87-968C-A75AF5A87F32}"/>
              </a:ext>
            </a:extLst>
          </p:cNvPr>
          <p:cNvSpPr/>
          <p:nvPr/>
        </p:nvSpPr>
        <p:spPr>
          <a:xfrm>
            <a:off x="6458504" y="1469404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83" name="사각형: 둥근 모서리 82">
            <a:extLst>
              <a:ext uri="{FF2B5EF4-FFF2-40B4-BE49-F238E27FC236}">
                <a16:creationId xmlns:a16="http://schemas.microsoft.com/office/drawing/2014/main" id="{06C8FDCB-832F-48D4-A3FF-DBF88B9CB7AE}"/>
              </a:ext>
            </a:extLst>
          </p:cNvPr>
          <p:cNvSpPr/>
          <p:nvPr/>
        </p:nvSpPr>
        <p:spPr>
          <a:xfrm>
            <a:off x="7332690" y="1472839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pic>
        <p:nvPicPr>
          <p:cNvPr id="84" name="Picture 2" descr="잎 - 무료 자연개 아이콘">
            <a:extLst>
              <a:ext uri="{FF2B5EF4-FFF2-40B4-BE49-F238E27FC236}">
                <a16:creationId xmlns:a16="http://schemas.microsoft.com/office/drawing/2014/main" id="{E0DA15D6-26CA-4D91-BC85-FDF7672426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40856" y="1501711"/>
            <a:ext cx="251234" cy="2512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5" name="Picture 2" descr="Material 디자인 스타일의 달팽이 아이콘">
            <a:extLst>
              <a:ext uri="{FF2B5EF4-FFF2-40B4-BE49-F238E27FC236}">
                <a16:creationId xmlns:a16="http://schemas.microsoft.com/office/drawing/2014/main" id="{3EB6AE07-21D2-4257-9856-42011C26AB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10000" b="90000" l="8750" r="91250">
                        <a14:foregroundMark x1="90833" y1="41250" x2="90833" y2="41250"/>
                        <a14:foregroundMark x1="91250" y1="16167" x2="91250" y2="16167"/>
                        <a14:foregroundMark x1="8750" y1="46000" x2="8750" y2="460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89313" y="1476274"/>
            <a:ext cx="297156" cy="2971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6" name="사각형: 둥근 모서리 85">
            <a:extLst>
              <a:ext uri="{FF2B5EF4-FFF2-40B4-BE49-F238E27FC236}">
                <a16:creationId xmlns:a16="http://schemas.microsoft.com/office/drawing/2014/main" id="{607BBC4D-114A-4074-AF4D-C47AD035AF09}"/>
              </a:ext>
            </a:extLst>
          </p:cNvPr>
          <p:cNvSpPr/>
          <p:nvPr/>
        </p:nvSpPr>
        <p:spPr>
          <a:xfrm>
            <a:off x="7783392" y="1472279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pic>
        <p:nvPicPr>
          <p:cNvPr id="87" name="Picture 4" descr="상점 아이콘 구매 기호입니다 장바구니 아이콘재고에 대 한 가방에 대한 스톡 벡터 아트 및 기타 이미지 - 가방, 고객, 구매 -  iStock">
            <a:extLst>
              <a:ext uri="{FF2B5EF4-FFF2-40B4-BE49-F238E27FC236}">
                <a16:creationId xmlns:a16="http://schemas.microsoft.com/office/drawing/2014/main" id="{7BF919B2-3CAA-4B4C-8666-78017AB9F2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ackgroundRemoval t="10000" b="90000" l="10000" r="90000">
                        <a14:foregroundMark x1="46154" y1="42067" x2="53846" y2="41106"/>
                        <a14:foregroundMark x1="63462" y1="32452" x2="63462" y2="32452"/>
                        <a14:foregroundMark x1="41587" y1="29087" x2="40144" y2="2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72447" y="1438482"/>
            <a:ext cx="385763" cy="385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8" name="Picture 8" descr="Eggs - Free food icons">
            <a:extLst>
              <a:ext uri="{FF2B5EF4-FFF2-40B4-BE49-F238E27FC236}">
                <a16:creationId xmlns:a16="http://schemas.microsoft.com/office/drawing/2014/main" id="{977A973D-11C3-4A17-95C1-F770935402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91135" y="1503647"/>
            <a:ext cx="241884" cy="2418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9" name="사각형: 둥근 모서리 88">
            <a:extLst>
              <a:ext uri="{FF2B5EF4-FFF2-40B4-BE49-F238E27FC236}">
                <a16:creationId xmlns:a16="http://schemas.microsoft.com/office/drawing/2014/main" id="{66FEB696-545D-4C11-8D0F-A3A76092BB5B}"/>
              </a:ext>
            </a:extLst>
          </p:cNvPr>
          <p:cNvSpPr/>
          <p:nvPr/>
        </p:nvSpPr>
        <p:spPr>
          <a:xfrm>
            <a:off x="2789638" y="3755640"/>
            <a:ext cx="1995904" cy="699867"/>
          </a:xfrm>
          <a:prstGeom prst="roundRect">
            <a:avLst>
              <a:gd name="adj" fmla="val 9988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90" name="사각형: 둥근 모서리 89">
            <a:extLst>
              <a:ext uri="{FF2B5EF4-FFF2-40B4-BE49-F238E27FC236}">
                <a16:creationId xmlns:a16="http://schemas.microsoft.com/office/drawing/2014/main" id="{0179B859-5D16-44D4-809E-012C9E7721B8}"/>
              </a:ext>
            </a:extLst>
          </p:cNvPr>
          <p:cNvSpPr/>
          <p:nvPr/>
        </p:nvSpPr>
        <p:spPr>
          <a:xfrm>
            <a:off x="2858882" y="3988731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91" name="사각형: 둥근 모서리 90">
            <a:extLst>
              <a:ext uri="{FF2B5EF4-FFF2-40B4-BE49-F238E27FC236}">
                <a16:creationId xmlns:a16="http://schemas.microsoft.com/office/drawing/2014/main" id="{9AF77472-5898-4CE1-8607-8007D73619DF}"/>
              </a:ext>
            </a:extLst>
          </p:cNvPr>
          <p:cNvSpPr/>
          <p:nvPr/>
        </p:nvSpPr>
        <p:spPr>
          <a:xfrm>
            <a:off x="3342918" y="3988731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92" name="사각형: 둥근 모서리 91">
            <a:extLst>
              <a:ext uri="{FF2B5EF4-FFF2-40B4-BE49-F238E27FC236}">
                <a16:creationId xmlns:a16="http://schemas.microsoft.com/office/drawing/2014/main" id="{2A8C1F28-174A-4441-A53F-2AC8BC40A101}"/>
              </a:ext>
            </a:extLst>
          </p:cNvPr>
          <p:cNvSpPr/>
          <p:nvPr/>
        </p:nvSpPr>
        <p:spPr>
          <a:xfrm>
            <a:off x="3826954" y="3988731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93" name="사각형: 둥근 모서리 92">
            <a:extLst>
              <a:ext uri="{FF2B5EF4-FFF2-40B4-BE49-F238E27FC236}">
                <a16:creationId xmlns:a16="http://schemas.microsoft.com/office/drawing/2014/main" id="{46DE5C70-D6C5-4B38-899D-16F01A913033}"/>
              </a:ext>
            </a:extLst>
          </p:cNvPr>
          <p:cNvSpPr/>
          <p:nvPr/>
        </p:nvSpPr>
        <p:spPr>
          <a:xfrm>
            <a:off x="4310990" y="3988731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94" name="TextBox 304">
            <a:extLst>
              <a:ext uri="{FF2B5EF4-FFF2-40B4-BE49-F238E27FC236}">
                <a16:creationId xmlns:a16="http://schemas.microsoft.com/office/drawing/2014/main" id="{C2C599CD-AADA-4B0D-97EA-5B6BE1FDCFF1}"/>
              </a:ext>
            </a:extLst>
          </p:cNvPr>
          <p:cNvSpPr txBox="1"/>
          <p:nvPr/>
        </p:nvSpPr>
        <p:spPr>
          <a:xfrm>
            <a:off x="3159556" y="3747914"/>
            <a:ext cx="1244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800" b="1"/>
              <a:t>장착중</a:t>
            </a:r>
          </a:p>
        </p:txBody>
      </p:sp>
      <p:sp>
        <p:nvSpPr>
          <p:cNvPr id="95" name="사각형: 둥근 모서리 94">
            <a:extLst>
              <a:ext uri="{FF2B5EF4-FFF2-40B4-BE49-F238E27FC236}">
                <a16:creationId xmlns:a16="http://schemas.microsoft.com/office/drawing/2014/main" id="{D5333782-E641-4414-95FA-490EA84271E3}"/>
              </a:ext>
            </a:extLst>
          </p:cNvPr>
          <p:cNvSpPr/>
          <p:nvPr/>
        </p:nvSpPr>
        <p:spPr>
          <a:xfrm>
            <a:off x="8621374" y="3781013"/>
            <a:ext cx="1995904" cy="699867"/>
          </a:xfrm>
          <a:prstGeom prst="roundRect">
            <a:avLst>
              <a:gd name="adj" fmla="val 9988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96" name="사각형: 둥근 모서리 95">
            <a:extLst>
              <a:ext uri="{FF2B5EF4-FFF2-40B4-BE49-F238E27FC236}">
                <a16:creationId xmlns:a16="http://schemas.microsoft.com/office/drawing/2014/main" id="{9F184D4C-B61B-4B0A-9B29-6CB32E4EF27A}"/>
              </a:ext>
            </a:extLst>
          </p:cNvPr>
          <p:cNvSpPr/>
          <p:nvPr/>
        </p:nvSpPr>
        <p:spPr>
          <a:xfrm>
            <a:off x="8690618" y="4014104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97" name="사각형: 둥근 모서리 96">
            <a:extLst>
              <a:ext uri="{FF2B5EF4-FFF2-40B4-BE49-F238E27FC236}">
                <a16:creationId xmlns:a16="http://schemas.microsoft.com/office/drawing/2014/main" id="{C5B6BACC-D765-4694-A62E-8734C40A57CE}"/>
              </a:ext>
            </a:extLst>
          </p:cNvPr>
          <p:cNvSpPr/>
          <p:nvPr/>
        </p:nvSpPr>
        <p:spPr>
          <a:xfrm>
            <a:off x="9174654" y="4014104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98" name="사각형: 둥근 모서리 97">
            <a:extLst>
              <a:ext uri="{FF2B5EF4-FFF2-40B4-BE49-F238E27FC236}">
                <a16:creationId xmlns:a16="http://schemas.microsoft.com/office/drawing/2014/main" id="{EB15BA97-EFAE-4DEC-84DA-D8E60B4460E9}"/>
              </a:ext>
            </a:extLst>
          </p:cNvPr>
          <p:cNvSpPr/>
          <p:nvPr/>
        </p:nvSpPr>
        <p:spPr>
          <a:xfrm>
            <a:off x="9658690" y="4014104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99" name="사각형: 둥근 모서리 98">
            <a:extLst>
              <a:ext uri="{FF2B5EF4-FFF2-40B4-BE49-F238E27FC236}">
                <a16:creationId xmlns:a16="http://schemas.microsoft.com/office/drawing/2014/main" id="{1FED5CAD-F786-4533-84DE-523C2B27D83A}"/>
              </a:ext>
            </a:extLst>
          </p:cNvPr>
          <p:cNvSpPr/>
          <p:nvPr/>
        </p:nvSpPr>
        <p:spPr>
          <a:xfrm>
            <a:off x="10142726" y="4014104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00" name="TextBox 310">
            <a:extLst>
              <a:ext uri="{FF2B5EF4-FFF2-40B4-BE49-F238E27FC236}">
                <a16:creationId xmlns:a16="http://schemas.microsoft.com/office/drawing/2014/main" id="{83982E20-322A-4DEA-B4D7-60C3520EAB37}"/>
              </a:ext>
            </a:extLst>
          </p:cNvPr>
          <p:cNvSpPr txBox="1"/>
          <p:nvPr/>
        </p:nvSpPr>
        <p:spPr>
          <a:xfrm>
            <a:off x="8991292" y="3773287"/>
            <a:ext cx="1244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800" b="1"/>
              <a:t>장착중</a:t>
            </a:r>
          </a:p>
        </p:txBody>
      </p:sp>
      <p:pic>
        <p:nvPicPr>
          <p:cNvPr id="101" name="그림 100">
            <a:extLst>
              <a:ext uri="{FF2B5EF4-FFF2-40B4-BE49-F238E27FC236}">
                <a16:creationId xmlns:a16="http://schemas.microsoft.com/office/drawing/2014/main" id="{B53B4066-2294-44D9-8FD4-6BF2ED7EAE66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ackgroundRemoval t="9442" b="89700" l="5830" r="94170">
                        <a14:foregroundMark x1="10762" y1="48927" x2="10762" y2="48927"/>
                        <a14:foregroundMark x1="6278" y1="49785" x2="6278" y2="49785"/>
                        <a14:foregroundMark x1="29596" y1="89700" x2="29596" y2="89700"/>
                        <a14:foregroundMark x1="73543" y1="89700" x2="73543" y2="89700"/>
                        <a14:foregroundMark x1="94170" y1="46781" x2="94170" y2="46781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41235" y="2430422"/>
            <a:ext cx="368437" cy="384959"/>
          </a:xfrm>
          <a:prstGeom prst="rect">
            <a:avLst/>
          </a:prstGeom>
        </p:spPr>
      </p:pic>
      <p:pic>
        <p:nvPicPr>
          <p:cNvPr id="102" name="Picture 2">
            <a:extLst>
              <a:ext uri="{FF2B5EF4-FFF2-40B4-BE49-F238E27FC236}">
                <a16:creationId xmlns:a16="http://schemas.microsoft.com/office/drawing/2014/main" id="{FA569A46-F6C3-4A5D-8C3C-C341870A2F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29803" y="2264983"/>
            <a:ext cx="1586360" cy="13325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" name="Picture 2">
            <a:extLst>
              <a:ext uri="{FF2B5EF4-FFF2-40B4-BE49-F238E27FC236}">
                <a16:creationId xmlns:a16="http://schemas.microsoft.com/office/drawing/2014/main" id="{7C38B830-DD9F-46D2-8558-03D9977B24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65510" y="2263532"/>
            <a:ext cx="1586360" cy="13325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" name="그림 103">
            <a:extLst>
              <a:ext uri="{FF2B5EF4-FFF2-40B4-BE49-F238E27FC236}">
                <a16:creationId xmlns:a16="http://schemas.microsoft.com/office/drawing/2014/main" id="{671A65A6-83C9-4037-9BB5-FBED10688444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ackgroundRemoval t="9442" b="89700" l="5830" r="94170">
                        <a14:foregroundMark x1="10762" y1="48927" x2="10762" y2="48927"/>
                        <a14:foregroundMark x1="6278" y1="49785" x2="6278" y2="49785"/>
                        <a14:foregroundMark x1="29596" y1="89700" x2="29596" y2="89700"/>
                        <a14:foregroundMark x1="73543" y1="89700" x2="73543" y2="89700"/>
                        <a14:foregroundMark x1="94170" y1="46781" x2="94170" y2="46781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472971" y="2440904"/>
            <a:ext cx="368437" cy="384959"/>
          </a:xfrm>
          <a:prstGeom prst="rect">
            <a:avLst/>
          </a:prstGeom>
        </p:spPr>
      </p:pic>
      <p:pic>
        <p:nvPicPr>
          <p:cNvPr id="105" name="그림 104">
            <a:extLst>
              <a:ext uri="{FF2B5EF4-FFF2-40B4-BE49-F238E27FC236}">
                <a16:creationId xmlns:a16="http://schemas.microsoft.com/office/drawing/2014/main" id="{B9293E75-BBD3-4F93-BFD9-CCFBC7DBCB8B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ackgroundRemoval t="9442" b="89700" l="5830" r="94170">
                        <a14:foregroundMark x1="10762" y1="48927" x2="10762" y2="48927"/>
                        <a14:foregroundMark x1="6278" y1="49785" x2="6278" y2="49785"/>
                        <a14:foregroundMark x1="29596" y1="89700" x2="29596" y2="89700"/>
                        <a14:foregroundMark x1="73543" y1="89700" x2="73543" y2="89700"/>
                        <a14:foregroundMark x1="94170" y1="46781" x2="94170" y2="46781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695125" y="4011196"/>
            <a:ext cx="368437" cy="384959"/>
          </a:xfrm>
          <a:prstGeom prst="rect">
            <a:avLst/>
          </a:prstGeom>
        </p:spPr>
      </p:pic>
      <p:pic>
        <p:nvPicPr>
          <p:cNvPr id="106" name="그림 105">
            <a:extLst>
              <a:ext uri="{FF2B5EF4-FFF2-40B4-BE49-F238E27FC236}">
                <a16:creationId xmlns:a16="http://schemas.microsoft.com/office/drawing/2014/main" id="{50D0C27F-9415-4AD7-8D86-72ADCC635E8F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ackgroundRemoval t="9442" b="89700" l="5830" r="94170">
                        <a14:foregroundMark x1="10762" y1="48927" x2="10762" y2="48927"/>
                        <a14:foregroundMark x1="6278" y1="49785" x2="6278" y2="49785"/>
                        <a14:foregroundMark x1="29596" y1="89700" x2="29596" y2="89700"/>
                        <a14:foregroundMark x1="73543" y1="89700" x2="73543" y2="89700"/>
                        <a14:foregroundMark x1="94170" y1="46781" x2="94170" y2="46781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223572" y="2738057"/>
            <a:ext cx="329808" cy="344598"/>
          </a:xfrm>
          <a:prstGeom prst="rect">
            <a:avLst/>
          </a:prstGeom>
        </p:spPr>
      </p:pic>
      <p:sp>
        <p:nvSpPr>
          <p:cNvPr id="107" name="사각형: 둥근 모서리 106">
            <a:extLst>
              <a:ext uri="{FF2B5EF4-FFF2-40B4-BE49-F238E27FC236}">
                <a16:creationId xmlns:a16="http://schemas.microsoft.com/office/drawing/2014/main" id="{1F52125A-2AF3-43D5-8806-F9D78B85BD5C}"/>
              </a:ext>
            </a:extLst>
          </p:cNvPr>
          <p:cNvSpPr/>
          <p:nvPr/>
        </p:nvSpPr>
        <p:spPr>
          <a:xfrm>
            <a:off x="6468190" y="2433358"/>
            <a:ext cx="400050" cy="400050"/>
          </a:xfrm>
          <a:prstGeom prst="roundRect">
            <a:avLst/>
          </a:prstGeom>
          <a:solidFill>
            <a:schemeClr val="tx1">
              <a:alpha val="51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08" name="TextBox 316">
            <a:extLst>
              <a:ext uri="{FF2B5EF4-FFF2-40B4-BE49-F238E27FC236}">
                <a16:creationId xmlns:a16="http://schemas.microsoft.com/office/drawing/2014/main" id="{260E7CD8-867B-4A8F-80A7-EAAFB54AA9BB}"/>
              </a:ext>
            </a:extLst>
          </p:cNvPr>
          <p:cNvSpPr txBox="1"/>
          <p:nvPr/>
        </p:nvSpPr>
        <p:spPr>
          <a:xfrm>
            <a:off x="6050309" y="2525652"/>
            <a:ext cx="1244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800" b="1">
                <a:solidFill>
                  <a:schemeClr val="bg1"/>
                </a:solidFill>
              </a:rPr>
              <a:t>장착중</a:t>
            </a:r>
          </a:p>
        </p:txBody>
      </p:sp>
      <p:sp>
        <p:nvSpPr>
          <p:cNvPr id="109" name="사각형: 둥근 모서리 108">
            <a:extLst>
              <a:ext uri="{FF2B5EF4-FFF2-40B4-BE49-F238E27FC236}">
                <a16:creationId xmlns:a16="http://schemas.microsoft.com/office/drawing/2014/main" id="{3C43EDD0-8E79-41CD-AF35-5C2BEEFD896C}"/>
              </a:ext>
            </a:extLst>
          </p:cNvPr>
          <p:cNvSpPr/>
          <p:nvPr/>
        </p:nvSpPr>
        <p:spPr>
          <a:xfrm>
            <a:off x="6447261" y="2115214"/>
            <a:ext cx="423613" cy="20527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10" name="사각형: 둥근 모서리 109">
            <a:extLst>
              <a:ext uri="{FF2B5EF4-FFF2-40B4-BE49-F238E27FC236}">
                <a16:creationId xmlns:a16="http://schemas.microsoft.com/office/drawing/2014/main" id="{30F00181-6A55-4CCB-B40D-17522A171A7A}"/>
              </a:ext>
            </a:extLst>
          </p:cNvPr>
          <p:cNvSpPr/>
          <p:nvPr/>
        </p:nvSpPr>
        <p:spPr>
          <a:xfrm>
            <a:off x="6929534" y="2118529"/>
            <a:ext cx="423613" cy="20527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11" name="사각형: 둥근 모서리 110">
            <a:extLst>
              <a:ext uri="{FF2B5EF4-FFF2-40B4-BE49-F238E27FC236}">
                <a16:creationId xmlns:a16="http://schemas.microsoft.com/office/drawing/2014/main" id="{37A0BC63-BED4-4C71-B0E4-1D8BADECFB6A}"/>
              </a:ext>
            </a:extLst>
          </p:cNvPr>
          <p:cNvSpPr/>
          <p:nvPr/>
        </p:nvSpPr>
        <p:spPr>
          <a:xfrm>
            <a:off x="7432285" y="2120069"/>
            <a:ext cx="423613" cy="20527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12" name="사각형: 둥근 모서리 111">
            <a:extLst>
              <a:ext uri="{FF2B5EF4-FFF2-40B4-BE49-F238E27FC236}">
                <a16:creationId xmlns:a16="http://schemas.microsoft.com/office/drawing/2014/main" id="{9872F6D2-FCF3-40AD-B546-317149F902AD}"/>
              </a:ext>
            </a:extLst>
          </p:cNvPr>
          <p:cNvSpPr/>
          <p:nvPr/>
        </p:nvSpPr>
        <p:spPr>
          <a:xfrm>
            <a:off x="7914558" y="2123384"/>
            <a:ext cx="423613" cy="20527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13" name="TextBox 321">
            <a:extLst>
              <a:ext uri="{FF2B5EF4-FFF2-40B4-BE49-F238E27FC236}">
                <a16:creationId xmlns:a16="http://schemas.microsoft.com/office/drawing/2014/main" id="{74077811-C98D-4F68-AB99-9637EDFE56D5}"/>
              </a:ext>
            </a:extLst>
          </p:cNvPr>
          <p:cNvSpPr txBox="1"/>
          <p:nvPr/>
        </p:nvSpPr>
        <p:spPr>
          <a:xfrm>
            <a:off x="6036596" y="2112601"/>
            <a:ext cx="1244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800" b="1"/>
              <a:t>모자</a:t>
            </a:r>
          </a:p>
        </p:txBody>
      </p:sp>
      <p:sp>
        <p:nvSpPr>
          <p:cNvPr id="114" name="TextBox 322">
            <a:extLst>
              <a:ext uri="{FF2B5EF4-FFF2-40B4-BE49-F238E27FC236}">
                <a16:creationId xmlns:a16="http://schemas.microsoft.com/office/drawing/2014/main" id="{A64AC9F7-C8AB-4C51-B863-29EFA07B2FF3}"/>
              </a:ext>
            </a:extLst>
          </p:cNvPr>
          <p:cNvSpPr txBox="1"/>
          <p:nvPr/>
        </p:nvSpPr>
        <p:spPr>
          <a:xfrm>
            <a:off x="6519559" y="2118485"/>
            <a:ext cx="1244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800" b="1"/>
              <a:t>가방</a:t>
            </a:r>
          </a:p>
        </p:txBody>
      </p:sp>
      <p:sp>
        <p:nvSpPr>
          <p:cNvPr id="115" name="TextBox 323">
            <a:extLst>
              <a:ext uri="{FF2B5EF4-FFF2-40B4-BE49-F238E27FC236}">
                <a16:creationId xmlns:a16="http://schemas.microsoft.com/office/drawing/2014/main" id="{D680CDE1-3B10-45D9-86A5-4217D7CD7F9B}"/>
              </a:ext>
            </a:extLst>
          </p:cNvPr>
          <p:cNvSpPr txBox="1"/>
          <p:nvPr/>
        </p:nvSpPr>
        <p:spPr>
          <a:xfrm>
            <a:off x="7010975" y="2122759"/>
            <a:ext cx="1244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800" b="1"/>
              <a:t>기타</a:t>
            </a:r>
          </a:p>
        </p:txBody>
      </p:sp>
      <p:sp>
        <p:nvSpPr>
          <p:cNvPr id="116" name="TextBox 324">
            <a:extLst>
              <a:ext uri="{FF2B5EF4-FFF2-40B4-BE49-F238E27FC236}">
                <a16:creationId xmlns:a16="http://schemas.microsoft.com/office/drawing/2014/main" id="{49D94CC2-6428-41A1-AE55-16F11B095526}"/>
              </a:ext>
            </a:extLst>
          </p:cNvPr>
          <p:cNvSpPr txBox="1"/>
          <p:nvPr/>
        </p:nvSpPr>
        <p:spPr>
          <a:xfrm>
            <a:off x="7497236" y="2126194"/>
            <a:ext cx="1244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800" b="1"/>
              <a:t>등등</a:t>
            </a:r>
          </a:p>
        </p:txBody>
      </p:sp>
      <p:sp>
        <p:nvSpPr>
          <p:cNvPr id="129" name="자유형: 도형 128">
            <a:extLst>
              <a:ext uri="{FF2B5EF4-FFF2-40B4-BE49-F238E27FC236}">
                <a16:creationId xmlns:a16="http://schemas.microsoft.com/office/drawing/2014/main" id="{9F5893EC-FB4F-9C65-124D-E08829E121DF}"/>
              </a:ext>
            </a:extLst>
          </p:cNvPr>
          <p:cNvSpPr/>
          <p:nvPr/>
        </p:nvSpPr>
        <p:spPr>
          <a:xfrm>
            <a:off x="8022336" y="4279392"/>
            <a:ext cx="865632" cy="1085088"/>
          </a:xfrm>
          <a:custGeom>
            <a:avLst/>
            <a:gdLst>
              <a:gd name="connsiteX0" fmla="*/ 865632 w 865632"/>
              <a:gd name="connsiteY0" fmla="*/ 0 h 1085088"/>
              <a:gd name="connsiteX1" fmla="*/ 865632 w 865632"/>
              <a:gd name="connsiteY1" fmla="*/ 1085088 h 1085088"/>
              <a:gd name="connsiteX2" fmla="*/ 0 w 865632"/>
              <a:gd name="connsiteY2" fmla="*/ 1085088 h 10850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865632" h="1085088">
                <a:moveTo>
                  <a:pt x="865632" y="0"/>
                </a:moveTo>
                <a:lnTo>
                  <a:pt x="865632" y="1085088"/>
                </a:lnTo>
                <a:lnTo>
                  <a:pt x="0" y="1085088"/>
                </a:lnTo>
              </a:path>
            </a:pathLst>
          </a:cu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769A7462-3BC7-4880-81D9-65016272051C}"/>
              </a:ext>
            </a:extLst>
          </p:cNvPr>
          <p:cNvSpPr txBox="1"/>
          <p:nvPr/>
        </p:nvSpPr>
        <p:spPr>
          <a:xfrm>
            <a:off x="6489313" y="5242528"/>
            <a:ext cx="200092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 dirty="0"/>
              <a:t>다시 누르면 장착해제</a:t>
            </a:r>
          </a:p>
        </p:txBody>
      </p:sp>
      <p:sp>
        <p:nvSpPr>
          <p:cNvPr id="131" name="자유형: 도형 130">
            <a:extLst>
              <a:ext uri="{FF2B5EF4-FFF2-40B4-BE49-F238E27FC236}">
                <a16:creationId xmlns:a16="http://schemas.microsoft.com/office/drawing/2014/main" id="{6F446D56-5035-FCF7-CCAC-447608A5852E}"/>
              </a:ext>
            </a:extLst>
          </p:cNvPr>
          <p:cNvSpPr/>
          <p:nvPr/>
        </p:nvSpPr>
        <p:spPr>
          <a:xfrm>
            <a:off x="5779008" y="2621280"/>
            <a:ext cx="768096" cy="2755392"/>
          </a:xfrm>
          <a:custGeom>
            <a:avLst/>
            <a:gdLst>
              <a:gd name="connsiteX0" fmla="*/ 670560 w 768096"/>
              <a:gd name="connsiteY0" fmla="*/ 0 h 2755392"/>
              <a:gd name="connsiteX1" fmla="*/ 0 w 768096"/>
              <a:gd name="connsiteY1" fmla="*/ 0 h 2755392"/>
              <a:gd name="connsiteX2" fmla="*/ 0 w 768096"/>
              <a:gd name="connsiteY2" fmla="*/ 2755392 h 2755392"/>
              <a:gd name="connsiteX3" fmla="*/ 768096 w 768096"/>
              <a:gd name="connsiteY3" fmla="*/ 2755392 h 27553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68096" h="2755392">
                <a:moveTo>
                  <a:pt x="670560" y="0"/>
                </a:moveTo>
                <a:lnTo>
                  <a:pt x="0" y="0"/>
                </a:lnTo>
                <a:lnTo>
                  <a:pt x="0" y="2755392"/>
                </a:lnTo>
                <a:lnTo>
                  <a:pt x="768096" y="2755392"/>
                </a:lnTo>
              </a:path>
            </a:pathLst>
          </a:cu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2" name="자유형: 도형 131">
            <a:extLst>
              <a:ext uri="{FF2B5EF4-FFF2-40B4-BE49-F238E27FC236}">
                <a16:creationId xmlns:a16="http://schemas.microsoft.com/office/drawing/2014/main" id="{982814DA-ABA0-C6A6-E6D4-A99CDD2EC0D3}"/>
              </a:ext>
            </a:extLst>
          </p:cNvPr>
          <p:cNvSpPr/>
          <p:nvPr/>
        </p:nvSpPr>
        <p:spPr>
          <a:xfrm>
            <a:off x="243840" y="938784"/>
            <a:ext cx="1048512" cy="1231392"/>
          </a:xfrm>
          <a:custGeom>
            <a:avLst/>
            <a:gdLst>
              <a:gd name="connsiteX0" fmla="*/ 377952 w 1048512"/>
              <a:gd name="connsiteY0" fmla="*/ 1231392 h 1231392"/>
              <a:gd name="connsiteX1" fmla="*/ 0 w 1048512"/>
              <a:gd name="connsiteY1" fmla="*/ 1231392 h 1231392"/>
              <a:gd name="connsiteX2" fmla="*/ 0 w 1048512"/>
              <a:gd name="connsiteY2" fmla="*/ 0 h 1231392"/>
              <a:gd name="connsiteX3" fmla="*/ 109728 w 1048512"/>
              <a:gd name="connsiteY3" fmla="*/ 0 h 1231392"/>
              <a:gd name="connsiteX4" fmla="*/ 1048512 w 1048512"/>
              <a:gd name="connsiteY4" fmla="*/ 0 h 12313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48512" h="1231392">
                <a:moveTo>
                  <a:pt x="377952" y="1231392"/>
                </a:moveTo>
                <a:lnTo>
                  <a:pt x="0" y="1231392"/>
                </a:lnTo>
                <a:lnTo>
                  <a:pt x="0" y="0"/>
                </a:lnTo>
                <a:lnTo>
                  <a:pt x="109728" y="0"/>
                </a:lnTo>
                <a:lnTo>
                  <a:pt x="1048512" y="0"/>
                </a:lnTo>
              </a:path>
            </a:pathLst>
          </a:cu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8230F83D-F404-72CF-316D-3A30075B1A54}"/>
              </a:ext>
            </a:extLst>
          </p:cNvPr>
          <p:cNvSpPr txBox="1"/>
          <p:nvPr/>
        </p:nvSpPr>
        <p:spPr>
          <a:xfrm>
            <a:off x="1234737" y="736030"/>
            <a:ext cx="423947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 dirty="0"/>
              <a:t>터치하여 </a:t>
            </a:r>
            <a:r>
              <a:rPr lang="en-US" altLang="ko-KR" sz="1100" b="1" dirty="0"/>
              <a:t>on/off </a:t>
            </a:r>
            <a:r>
              <a:rPr lang="ko-KR" altLang="en-US" sz="1100" b="1" dirty="0"/>
              <a:t>형태로 아래 카테고리 보여줌</a:t>
            </a:r>
            <a:endParaRPr lang="en-US" altLang="ko-KR" sz="1100" b="1" dirty="0"/>
          </a:p>
          <a:p>
            <a:r>
              <a:rPr lang="ko-KR" altLang="en-US" sz="1100" b="1" dirty="0"/>
              <a:t>디폴트는 모두 </a:t>
            </a:r>
            <a:r>
              <a:rPr lang="en-US" altLang="ko-KR" sz="1100" b="1" dirty="0"/>
              <a:t>ON</a:t>
            </a:r>
            <a:endParaRPr lang="ko-KR" altLang="en-US" sz="1100" b="1" dirty="0"/>
          </a:p>
        </p:txBody>
      </p:sp>
    </p:spTree>
    <p:extLst>
      <p:ext uri="{BB962C8B-B14F-4D97-AF65-F5344CB8AC3E}">
        <p14:creationId xmlns:p14="http://schemas.microsoft.com/office/powerpoint/2010/main" val="31183750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550FF361-3558-476D-B131-009518BF2BB2}"/>
              </a:ext>
            </a:extLst>
          </p:cNvPr>
          <p:cNvSpPr/>
          <p:nvPr/>
        </p:nvSpPr>
        <p:spPr>
          <a:xfrm>
            <a:off x="693335" y="1972345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B7C9D77B-7437-4174-80B1-74D23C37BDE9}"/>
              </a:ext>
            </a:extLst>
          </p:cNvPr>
          <p:cNvSpPr/>
          <p:nvPr/>
        </p:nvSpPr>
        <p:spPr>
          <a:xfrm>
            <a:off x="1267610" y="1661195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3932DD00-A58A-4192-A77B-CA8D50085468}"/>
              </a:ext>
            </a:extLst>
          </p:cNvPr>
          <p:cNvSpPr/>
          <p:nvPr/>
        </p:nvSpPr>
        <p:spPr>
          <a:xfrm>
            <a:off x="839028" y="1657760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E59DC630-D10B-42C8-9B33-E43EEA8D3CDB}"/>
              </a:ext>
            </a:extLst>
          </p:cNvPr>
          <p:cNvSpPr/>
          <p:nvPr/>
        </p:nvSpPr>
        <p:spPr>
          <a:xfrm>
            <a:off x="1713214" y="1661195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pic>
        <p:nvPicPr>
          <p:cNvPr id="8" name="Picture 2" descr="잎 - 무료 자연개 아이콘">
            <a:extLst>
              <a:ext uri="{FF2B5EF4-FFF2-40B4-BE49-F238E27FC236}">
                <a16:creationId xmlns:a16="http://schemas.microsoft.com/office/drawing/2014/main" id="{252A5A3F-3955-4E86-9AE6-B19095A9B1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21380" y="1690067"/>
            <a:ext cx="251234" cy="2512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2" descr="Material 디자인 스타일의 달팽이 아이콘">
            <a:extLst>
              <a:ext uri="{FF2B5EF4-FFF2-40B4-BE49-F238E27FC236}">
                <a16:creationId xmlns:a16="http://schemas.microsoft.com/office/drawing/2014/main" id="{4114790D-874A-4EA3-88A3-20AE3551CB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8750" r="91250">
                        <a14:foregroundMark x1="90833" y1="41250" x2="90833" y2="41250"/>
                        <a14:foregroundMark x1="91250" y1="16167" x2="91250" y2="16167"/>
                        <a14:foregroundMark x1="8750" y1="46000" x2="8750" y2="460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9837" y="1664630"/>
            <a:ext cx="297156" cy="2971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1F6CE2CE-A65A-4D90-A2F9-D48DCDD2087A}"/>
              </a:ext>
            </a:extLst>
          </p:cNvPr>
          <p:cNvSpPr/>
          <p:nvPr/>
        </p:nvSpPr>
        <p:spPr>
          <a:xfrm>
            <a:off x="2893856" y="1965221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E821C8CD-B67E-49D9-BD5D-B191370A5B74}"/>
              </a:ext>
            </a:extLst>
          </p:cNvPr>
          <p:cNvSpPr/>
          <p:nvPr/>
        </p:nvSpPr>
        <p:spPr>
          <a:xfrm>
            <a:off x="4841570" y="1869971"/>
            <a:ext cx="323850" cy="323850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1B0589F0-F1AD-4D2C-BA43-BAC6C17ED1B1}"/>
              </a:ext>
            </a:extLst>
          </p:cNvPr>
          <p:cNvSpPr/>
          <p:nvPr/>
        </p:nvSpPr>
        <p:spPr>
          <a:xfrm>
            <a:off x="3138085" y="2098485"/>
            <a:ext cx="1668560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4A495CF4-943B-4930-9E04-ECD00241C1C2}"/>
              </a:ext>
            </a:extLst>
          </p:cNvPr>
          <p:cNvGrpSpPr/>
          <p:nvPr/>
        </p:nvGrpSpPr>
        <p:grpSpPr>
          <a:xfrm>
            <a:off x="3185842" y="2137255"/>
            <a:ext cx="200148" cy="200148"/>
            <a:chOff x="3690370" y="5044952"/>
            <a:chExt cx="323850" cy="323850"/>
          </a:xfrm>
        </p:grpSpPr>
        <p:sp>
          <p:nvSpPr>
            <p:cNvPr id="81" name="사각형: 둥근 모서리 80">
              <a:extLst>
                <a:ext uri="{FF2B5EF4-FFF2-40B4-BE49-F238E27FC236}">
                  <a16:creationId xmlns:a16="http://schemas.microsoft.com/office/drawing/2014/main" id="{3160BCA7-3EAE-42A7-9CDF-DEC74545D977}"/>
                </a:ext>
              </a:extLst>
            </p:cNvPr>
            <p:cNvSpPr/>
            <p:nvPr/>
          </p:nvSpPr>
          <p:spPr>
            <a:xfrm>
              <a:off x="3690370" y="5044952"/>
              <a:ext cx="323850" cy="32385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pic>
          <p:nvPicPr>
            <p:cNvPr id="82" name="Picture 2" descr="연필 - 무료 편집 도구개 아이콘">
              <a:extLst>
                <a:ext uri="{FF2B5EF4-FFF2-40B4-BE49-F238E27FC236}">
                  <a16:creationId xmlns:a16="http://schemas.microsoft.com/office/drawing/2014/main" id="{AF2FF7CF-87F2-43A0-847F-629FE1DF370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42086" y="5096668"/>
              <a:ext cx="220417" cy="22041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4" name="TextBox 31">
            <a:extLst>
              <a:ext uri="{FF2B5EF4-FFF2-40B4-BE49-F238E27FC236}">
                <a16:creationId xmlns:a16="http://schemas.microsoft.com/office/drawing/2014/main" id="{740C43D0-EDD0-4BDD-B471-307147BDF561}"/>
              </a:ext>
            </a:extLst>
          </p:cNvPr>
          <p:cNvSpPr txBox="1"/>
          <p:nvPr/>
        </p:nvSpPr>
        <p:spPr>
          <a:xfrm>
            <a:off x="3371816" y="2115111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100" b="1"/>
              <a:t>달팽이 이름</a:t>
            </a:r>
          </a:p>
        </p:txBody>
      </p:sp>
      <p:sp>
        <p:nvSpPr>
          <p:cNvPr id="15" name="곱하기 기호 14">
            <a:extLst>
              <a:ext uri="{FF2B5EF4-FFF2-40B4-BE49-F238E27FC236}">
                <a16:creationId xmlns:a16="http://schemas.microsoft.com/office/drawing/2014/main" id="{874EA15A-0C41-4D67-9CB6-279A22BF5AB7}"/>
              </a:ext>
            </a:extLst>
          </p:cNvPr>
          <p:cNvSpPr/>
          <p:nvPr/>
        </p:nvSpPr>
        <p:spPr>
          <a:xfrm>
            <a:off x="4824433" y="1852720"/>
            <a:ext cx="358775" cy="358775"/>
          </a:xfrm>
          <a:prstGeom prst="mathMultiply">
            <a:avLst>
              <a:gd name="adj1" fmla="val 1694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6" name="TextBox 38">
            <a:extLst>
              <a:ext uri="{FF2B5EF4-FFF2-40B4-BE49-F238E27FC236}">
                <a16:creationId xmlns:a16="http://schemas.microsoft.com/office/drawing/2014/main" id="{02DCC98B-8E68-49AB-B26B-5D697CAF690F}"/>
              </a:ext>
            </a:extLst>
          </p:cNvPr>
          <p:cNvSpPr txBox="1"/>
          <p:nvPr/>
        </p:nvSpPr>
        <p:spPr>
          <a:xfrm>
            <a:off x="1187247" y="2011983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100" b="1"/>
              <a:t>보유 특징</a:t>
            </a:r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466879B4-6325-4BD7-AD08-DC04CE176DA1}"/>
              </a:ext>
            </a:extLst>
          </p:cNvPr>
          <p:cNvGrpSpPr/>
          <p:nvPr/>
        </p:nvGrpSpPr>
        <p:grpSpPr>
          <a:xfrm>
            <a:off x="3489242" y="1579593"/>
            <a:ext cx="1141042" cy="442052"/>
            <a:chOff x="6711477" y="1465221"/>
            <a:chExt cx="1416357" cy="548711"/>
          </a:xfrm>
        </p:grpSpPr>
        <p:sp>
          <p:nvSpPr>
            <p:cNvPr id="78" name="사각형: 둥근 모서리 77">
              <a:extLst>
                <a:ext uri="{FF2B5EF4-FFF2-40B4-BE49-F238E27FC236}">
                  <a16:creationId xmlns:a16="http://schemas.microsoft.com/office/drawing/2014/main" id="{5A830B04-1EC7-4523-BB98-9C0366D1EA8D}"/>
                </a:ext>
              </a:extLst>
            </p:cNvPr>
            <p:cNvSpPr/>
            <p:nvPr/>
          </p:nvSpPr>
          <p:spPr>
            <a:xfrm>
              <a:off x="6839352" y="1586038"/>
              <a:ext cx="955998" cy="274512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pic>
          <p:nvPicPr>
            <p:cNvPr id="79" name="그림 78">
              <a:extLst>
                <a:ext uri="{FF2B5EF4-FFF2-40B4-BE49-F238E27FC236}">
                  <a16:creationId xmlns:a16="http://schemas.microsoft.com/office/drawing/2014/main" id="{4DAF5DB5-2770-4E2F-9969-94E60FDAF22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11477" y="1465221"/>
              <a:ext cx="548711" cy="548711"/>
            </a:xfrm>
            <a:prstGeom prst="rect">
              <a:avLst/>
            </a:prstGeom>
          </p:spPr>
        </p:pic>
        <p:sp>
          <p:nvSpPr>
            <p:cNvPr id="80" name="TextBox 89">
              <a:extLst>
                <a:ext uri="{FF2B5EF4-FFF2-40B4-BE49-F238E27FC236}">
                  <a16:creationId xmlns:a16="http://schemas.microsoft.com/office/drawing/2014/main" id="{E1A18C31-6C8B-4E3B-B991-B0D8D09F1EAE}"/>
                </a:ext>
              </a:extLst>
            </p:cNvPr>
            <p:cNvSpPr txBox="1"/>
            <p:nvPr/>
          </p:nvSpPr>
          <p:spPr>
            <a:xfrm>
              <a:off x="6883235" y="1560569"/>
              <a:ext cx="1244599" cy="3151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1050" b="1"/>
                <a:t>5,000</a:t>
              </a:r>
              <a:endParaRPr lang="ko-KR" altLang="en-US" sz="1050" b="1"/>
            </a:p>
          </p:txBody>
        </p:sp>
      </p:grp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71F0581B-C092-4CB6-A80A-DD06B5E32C5E}"/>
              </a:ext>
            </a:extLst>
          </p:cNvPr>
          <p:cNvSpPr/>
          <p:nvPr/>
        </p:nvSpPr>
        <p:spPr>
          <a:xfrm>
            <a:off x="2163916" y="1660635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pic>
        <p:nvPicPr>
          <p:cNvPr id="19" name="Picture 4" descr="상점 아이콘 구매 기호입니다 장바구니 아이콘재고에 대 한 가방에 대한 스톡 벡터 아트 및 기타 이미지 - 가방, 고객, 구매 -  iStock">
            <a:extLst>
              <a:ext uri="{FF2B5EF4-FFF2-40B4-BE49-F238E27FC236}">
                <a16:creationId xmlns:a16="http://schemas.microsoft.com/office/drawing/2014/main" id="{39741715-983A-44AD-8DE8-37B5D7BF85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10000" b="90000" l="10000" r="90000">
                        <a14:foregroundMark x1="46154" y1="42067" x2="53846" y2="41106"/>
                        <a14:foregroundMark x1="63462" y1="32452" x2="63462" y2="32452"/>
                        <a14:foregroundMark x1="41587" y1="29087" x2="40144" y2="2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52971" y="1626838"/>
            <a:ext cx="385763" cy="385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8" descr="Eggs - Free food icons">
            <a:extLst>
              <a:ext uri="{FF2B5EF4-FFF2-40B4-BE49-F238E27FC236}">
                <a16:creationId xmlns:a16="http://schemas.microsoft.com/office/drawing/2014/main" id="{BAF861CD-7E49-4CFC-BE77-BBA975B33C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71659" y="1692003"/>
            <a:ext cx="241884" cy="2418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BC47BEDE-5E21-44F6-9242-68091E087E1C}"/>
              </a:ext>
            </a:extLst>
          </p:cNvPr>
          <p:cNvSpPr/>
          <p:nvPr/>
        </p:nvSpPr>
        <p:spPr>
          <a:xfrm>
            <a:off x="3001898" y="1655642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pic>
        <p:nvPicPr>
          <p:cNvPr id="22" name="Picture 2" descr="설정 - 무료 ui개 아이콘">
            <a:extLst>
              <a:ext uri="{FF2B5EF4-FFF2-40B4-BE49-F238E27FC236}">
                <a16:creationId xmlns:a16="http://schemas.microsoft.com/office/drawing/2014/main" id="{CD51C124-F2C5-45D7-BF8C-2AE8F8AB8E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54063" y="1677657"/>
            <a:ext cx="265099" cy="265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Picture 2">
            <a:extLst>
              <a:ext uri="{FF2B5EF4-FFF2-40B4-BE49-F238E27FC236}">
                <a16:creationId xmlns:a16="http://schemas.microsoft.com/office/drawing/2014/main" id="{F7F16009-B5A7-4E35-A3B7-3990403B5F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42063" y="2449904"/>
            <a:ext cx="1586360" cy="13325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8238AC5E-1F90-4CCE-A4F7-55F7B9BC5A3D}"/>
              </a:ext>
            </a:extLst>
          </p:cNvPr>
          <p:cNvSpPr/>
          <p:nvPr/>
        </p:nvSpPr>
        <p:spPr>
          <a:xfrm>
            <a:off x="1019904" y="2309651"/>
            <a:ext cx="1775262" cy="5080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25" name="TextBox 97">
            <a:extLst>
              <a:ext uri="{FF2B5EF4-FFF2-40B4-BE49-F238E27FC236}">
                <a16:creationId xmlns:a16="http://schemas.microsoft.com/office/drawing/2014/main" id="{33184209-06B5-4811-BF1B-4385653C1E4F}"/>
              </a:ext>
            </a:extLst>
          </p:cNvPr>
          <p:cNvSpPr txBox="1"/>
          <p:nvPr/>
        </p:nvSpPr>
        <p:spPr>
          <a:xfrm>
            <a:off x="1036035" y="2344969"/>
            <a:ext cx="12446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900" b="1"/>
              <a:t>패각 이름</a:t>
            </a:r>
          </a:p>
        </p:txBody>
      </p:sp>
      <p:sp>
        <p:nvSpPr>
          <p:cNvPr id="26" name="TextBox 98">
            <a:extLst>
              <a:ext uri="{FF2B5EF4-FFF2-40B4-BE49-F238E27FC236}">
                <a16:creationId xmlns:a16="http://schemas.microsoft.com/office/drawing/2014/main" id="{29D5452D-DFB1-4F97-BE10-96CB6E809228}"/>
              </a:ext>
            </a:extLst>
          </p:cNvPr>
          <p:cNvSpPr txBox="1"/>
          <p:nvPr/>
        </p:nvSpPr>
        <p:spPr>
          <a:xfrm>
            <a:off x="1032320" y="2538902"/>
            <a:ext cx="162951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900" b="1"/>
              <a:t>패각 설명 어쩌구저쩌구</a:t>
            </a:r>
          </a:p>
        </p:txBody>
      </p:sp>
      <p:sp>
        <p:nvSpPr>
          <p:cNvPr id="27" name="타원 26">
            <a:extLst>
              <a:ext uri="{FF2B5EF4-FFF2-40B4-BE49-F238E27FC236}">
                <a16:creationId xmlns:a16="http://schemas.microsoft.com/office/drawing/2014/main" id="{A99F6290-0311-4686-B44B-CC655B928DAD}"/>
              </a:ext>
            </a:extLst>
          </p:cNvPr>
          <p:cNvSpPr/>
          <p:nvPr/>
        </p:nvSpPr>
        <p:spPr>
          <a:xfrm>
            <a:off x="789990" y="2404780"/>
            <a:ext cx="317742" cy="317742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B6FBB534-9525-4D1B-AEB5-3BE9E36DDD7E}"/>
              </a:ext>
            </a:extLst>
          </p:cNvPr>
          <p:cNvGrpSpPr/>
          <p:nvPr/>
        </p:nvGrpSpPr>
        <p:grpSpPr>
          <a:xfrm>
            <a:off x="2272739" y="2332819"/>
            <a:ext cx="1256151" cy="230832"/>
            <a:chOff x="3664169" y="2092252"/>
            <a:chExt cx="1256151" cy="230832"/>
          </a:xfrm>
        </p:grpSpPr>
        <p:sp>
          <p:nvSpPr>
            <p:cNvPr id="76" name="사각형: 둥근 모서리 75">
              <a:extLst>
                <a:ext uri="{FF2B5EF4-FFF2-40B4-BE49-F238E27FC236}">
                  <a16:creationId xmlns:a16="http://schemas.microsoft.com/office/drawing/2014/main" id="{BE927DB0-3118-41D8-8786-C22B18424F0E}"/>
                </a:ext>
              </a:extLst>
            </p:cNvPr>
            <p:cNvSpPr/>
            <p:nvPr/>
          </p:nvSpPr>
          <p:spPr>
            <a:xfrm>
              <a:off x="3664169" y="2118861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77" name="TextBox 33">
              <a:extLst>
                <a:ext uri="{FF2B5EF4-FFF2-40B4-BE49-F238E27FC236}">
                  <a16:creationId xmlns:a16="http://schemas.microsoft.com/office/drawing/2014/main" id="{28BAA9AD-EFDE-4235-9A48-9A6DC2F2D860}"/>
                </a:ext>
              </a:extLst>
            </p:cNvPr>
            <p:cNvSpPr txBox="1"/>
            <p:nvPr/>
          </p:nvSpPr>
          <p:spPr>
            <a:xfrm>
              <a:off x="3675720" y="2092252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92BBBE5B-6266-42C7-B2D7-7C690CD8F06A}"/>
              </a:ext>
            </a:extLst>
          </p:cNvPr>
          <p:cNvSpPr/>
          <p:nvPr/>
        </p:nvSpPr>
        <p:spPr>
          <a:xfrm>
            <a:off x="1019904" y="2907988"/>
            <a:ext cx="1775262" cy="5080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30" name="TextBox 102">
            <a:extLst>
              <a:ext uri="{FF2B5EF4-FFF2-40B4-BE49-F238E27FC236}">
                <a16:creationId xmlns:a16="http://schemas.microsoft.com/office/drawing/2014/main" id="{E2BF1B74-0C7E-4AF9-8145-BFA4ABDD0FE6}"/>
              </a:ext>
            </a:extLst>
          </p:cNvPr>
          <p:cNvSpPr txBox="1"/>
          <p:nvPr/>
        </p:nvSpPr>
        <p:spPr>
          <a:xfrm>
            <a:off x="1036035" y="2943306"/>
            <a:ext cx="12446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900" b="1"/>
              <a:t>몸통 이름</a:t>
            </a:r>
          </a:p>
        </p:txBody>
      </p:sp>
      <p:sp>
        <p:nvSpPr>
          <p:cNvPr id="31" name="TextBox 103">
            <a:extLst>
              <a:ext uri="{FF2B5EF4-FFF2-40B4-BE49-F238E27FC236}">
                <a16:creationId xmlns:a16="http://schemas.microsoft.com/office/drawing/2014/main" id="{9F7AA1F8-2DD3-4F43-9653-80655E06BAD4}"/>
              </a:ext>
            </a:extLst>
          </p:cNvPr>
          <p:cNvSpPr txBox="1"/>
          <p:nvPr/>
        </p:nvSpPr>
        <p:spPr>
          <a:xfrm>
            <a:off x="1032320" y="3137239"/>
            <a:ext cx="162951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900" b="1"/>
              <a:t>몸통 설명 어쩌구저쩌구</a:t>
            </a:r>
          </a:p>
        </p:txBody>
      </p:sp>
      <p:sp>
        <p:nvSpPr>
          <p:cNvPr id="32" name="타원 31">
            <a:extLst>
              <a:ext uri="{FF2B5EF4-FFF2-40B4-BE49-F238E27FC236}">
                <a16:creationId xmlns:a16="http://schemas.microsoft.com/office/drawing/2014/main" id="{D98DB33C-BF99-4102-86B2-DB0495CD7D62}"/>
              </a:ext>
            </a:extLst>
          </p:cNvPr>
          <p:cNvSpPr/>
          <p:nvPr/>
        </p:nvSpPr>
        <p:spPr>
          <a:xfrm>
            <a:off x="789990" y="3003117"/>
            <a:ext cx="317742" cy="317742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24469AE2-8FDC-4D14-993A-3ACE388C6CDA}"/>
              </a:ext>
            </a:extLst>
          </p:cNvPr>
          <p:cNvSpPr/>
          <p:nvPr/>
        </p:nvSpPr>
        <p:spPr>
          <a:xfrm>
            <a:off x="1014750" y="3518084"/>
            <a:ext cx="1775262" cy="5080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34" name="TextBox 106">
            <a:extLst>
              <a:ext uri="{FF2B5EF4-FFF2-40B4-BE49-F238E27FC236}">
                <a16:creationId xmlns:a16="http://schemas.microsoft.com/office/drawing/2014/main" id="{0D9D9D48-E4F9-47F0-A914-B2F60BD5A947}"/>
              </a:ext>
            </a:extLst>
          </p:cNvPr>
          <p:cNvSpPr txBox="1"/>
          <p:nvPr/>
        </p:nvSpPr>
        <p:spPr>
          <a:xfrm>
            <a:off x="1030881" y="3553402"/>
            <a:ext cx="12446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900" b="1"/>
              <a:t>더듬이 이름</a:t>
            </a:r>
          </a:p>
        </p:txBody>
      </p:sp>
      <p:sp>
        <p:nvSpPr>
          <p:cNvPr id="35" name="TextBox 107">
            <a:extLst>
              <a:ext uri="{FF2B5EF4-FFF2-40B4-BE49-F238E27FC236}">
                <a16:creationId xmlns:a16="http://schemas.microsoft.com/office/drawing/2014/main" id="{62B96F1F-4207-4E2A-93F8-691677B9D4AB}"/>
              </a:ext>
            </a:extLst>
          </p:cNvPr>
          <p:cNvSpPr txBox="1"/>
          <p:nvPr/>
        </p:nvSpPr>
        <p:spPr>
          <a:xfrm>
            <a:off x="1027166" y="3747335"/>
            <a:ext cx="162951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900" b="1"/>
              <a:t>더듬이 설명 어쩌구저쩌구</a:t>
            </a:r>
          </a:p>
        </p:txBody>
      </p:sp>
      <p:sp>
        <p:nvSpPr>
          <p:cNvPr id="36" name="타원 35">
            <a:extLst>
              <a:ext uri="{FF2B5EF4-FFF2-40B4-BE49-F238E27FC236}">
                <a16:creationId xmlns:a16="http://schemas.microsoft.com/office/drawing/2014/main" id="{A91B09B2-C18B-43B7-ADBE-B024B1C3038A}"/>
              </a:ext>
            </a:extLst>
          </p:cNvPr>
          <p:cNvSpPr/>
          <p:nvPr/>
        </p:nvSpPr>
        <p:spPr>
          <a:xfrm>
            <a:off x="784836" y="3613213"/>
            <a:ext cx="317742" cy="317742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D67A9E24-0DF4-43C6-ACE4-E60E33D6BAEF}"/>
              </a:ext>
            </a:extLst>
          </p:cNvPr>
          <p:cNvSpPr/>
          <p:nvPr/>
        </p:nvSpPr>
        <p:spPr>
          <a:xfrm>
            <a:off x="1014750" y="4131345"/>
            <a:ext cx="1775262" cy="5080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38" name="TextBox 110">
            <a:extLst>
              <a:ext uri="{FF2B5EF4-FFF2-40B4-BE49-F238E27FC236}">
                <a16:creationId xmlns:a16="http://schemas.microsoft.com/office/drawing/2014/main" id="{95929D2C-F756-461C-BDFD-2C5588DB544C}"/>
              </a:ext>
            </a:extLst>
          </p:cNvPr>
          <p:cNvSpPr txBox="1"/>
          <p:nvPr/>
        </p:nvSpPr>
        <p:spPr>
          <a:xfrm>
            <a:off x="1030881" y="4166663"/>
            <a:ext cx="12446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900" b="1"/>
              <a:t>얼굴 이름</a:t>
            </a:r>
          </a:p>
        </p:txBody>
      </p:sp>
      <p:sp>
        <p:nvSpPr>
          <p:cNvPr id="39" name="TextBox 111">
            <a:extLst>
              <a:ext uri="{FF2B5EF4-FFF2-40B4-BE49-F238E27FC236}">
                <a16:creationId xmlns:a16="http://schemas.microsoft.com/office/drawing/2014/main" id="{C4903039-6F88-4AE3-9EB9-1DE07CEFF02A}"/>
              </a:ext>
            </a:extLst>
          </p:cNvPr>
          <p:cNvSpPr txBox="1"/>
          <p:nvPr/>
        </p:nvSpPr>
        <p:spPr>
          <a:xfrm>
            <a:off x="1027166" y="4360596"/>
            <a:ext cx="162951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900" b="1"/>
              <a:t>얼굴 설명 어쩌구저쩌구</a:t>
            </a:r>
          </a:p>
        </p:txBody>
      </p:sp>
      <p:sp>
        <p:nvSpPr>
          <p:cNvPr id="40" name="타원 39">
            <a:extLst>
              <a:ext uri="{FF2B5EF4-FFF2-40B4-BE49-F238E27FC236}">
                <a16:creationId xmlns:a16="http://schemas.microsoft.com/office/drawing/2014/main" id="{4395E6B1-4E5C-43C2-B04F-9C9C2A1286F1}"/>
              </a:ext>
            </a:extLst>
          </p:cNvPr>
          <p:cNvSpPr/>
          <p:nvPr/>
        </p:nvSpPr>
        <p:spPr>
          <a:xfrm>
            <a:off x="784836" y="4226474"/>
            <a:ext cx="317742" cy="317742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0D790BDA-8485-4AD4-8826-956075746E5F}"/>
              </a:ext>
            </a:extLst>
          </p:cNvPr>
          <p:cNvGrpSpPr/>
          <p:nvPr/>
        </p:nvGrpSpPr>
        <p:grpSpPr>
          <a:xfrm>
            <a:off x="2287035" y="2928045"/>
            <a:ext cx="1256151" cy="230832"/>
            <a:chOff x="3664169" y="2092252"/>
            <a:chExt cx="1256151" cy="230832"/>
          </a:xfrm>
        </p:grpSpPr>
        <p:sp>
          <p:nvSpPr>
            <p:cNvPr id="74" name="사각형: 둥근 모서리 73">
              <a:extLst>
                <a:ext uri="{FF2B5EF4-FFF2-40B4-BE49-F238E27FC236}">
                  <a16:creationId xmlns:a16="http://schemas.microsoft.com/office/drawing/2014/main" id="{22481E71-ABEB-41F3-B062-EFA4C6A4ABB5}"/>
                </a:ext>
              </a:extLst>
            </p:cNvPr>
            <p:cNvSpPr/>
            <p:nvPr/>
          </p:nvSpPr>
          <p:spPr>
            <a:xfrm>
              <a:off x="3664169" y="2118861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75" name="TextBox 115">
              <a:extLst>
                <a:ext uri="{FF2B5EF4-FFF2-40B4-BE49-F238E27FC236}">
                  <a16:creationId xmlns:a16="http://schemas.microsoft.com/office/drawing/2014/main" id="{FAC03107-56D7-4EB8-BC92-D5D0528AD420}"/>
                </a:ext>
              </a:extLst>
            </p:cNvPr>
            <p:cNvSpPr txBox="1"/>
            <p:nvPr/>
          </p:nvSpPr>
          <p:spPr>
            <a:xfrm>
              <a:off x="3675720" y="2092252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grpSp>
        <p:nvGrpSpPr>
          <p:cNvPr id="42" name="그룹 41">
            <a:extLst>
              <a:ext uri="{FF2B5EF4-FFF2-40B4-BE49-F238E27FC236}">
                <a16:creationId xmlns:a16="http://schemas.microsoft.com/office/drawing/2014/main" id="{B0FFB6BC-27EC-41E6-ACD6-1629B053BC3D}"/>
              </a:ext>
            </a:extLst>
          </p:cNvPr>
          <p:cNvGrpSpPr/>
          <p:nvPr/>
        </p:nvGrpSpPr>
        <p:grpSpPr>
          <a:xfrm>
            <a:off x="2287035" y="3532242"/>
            <a:ext cx="1256151" cy="230832"/>
            <a:chOff x="3664169" y="2092252"/>
            <a:chExt cx="1256151" cy="230832"/>
          </a:xfrm>
        </p:grpSpPr>
        <p:sp>
          <p:nvSpPr>
            <p:cNvPr id="72" name="사각형: 둥근 모서리 71">
              <a:extLst>
                <a:ext uri="{FF2B5EF4-FFF2-40B4-BE49-F238E27FC236}">
                  <a16:creationId xmlns:a16="http://schemas.microsoft.com/office/drawing/2014/main" id="{3FEC2EA5-B225-44EF-BAB0-5BF8E06530FC}"/>
                </a:ext>
              </a:extLst>
            </p:cNvPr>
            <p:cNvSpPr/>
            <p:nvPr/>
          </p:nvSpPr>
          <p:spPr>
            <a:xfrm>
              <a:off x="3664169" y="2118861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73" name="TextBox 118">
              <a:extLst>
                <a:ext uri="{FF2B5EF4-FFF2-40B4-BE49-F238E27FC236}">
                  <a16:creationId xmlns:a16="http://schemas.microsoft.com/office/drawing/2014/main" id="{553136EF-1474-4ACC-9EE0-EFAA77A6ADCC}"/>
                </a:ext>
              </a:extLst>
            </p:cNvPr>
            <p:cNvSpPr txBox="1"/>
            <p:nvPr/>
          </p:nvSpPr>
          <p:spPr>
            <a:xfrm>
              <a:off x="3675720" y="2092252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07C07BA8-4DA0-401B-A6C9-3553055FE165}"/>
              </a:ext>
            </a:extLst>
          </p:cNvPr>
          <p:cNvGrpSpPr/>
          <p:nvPr/>
        </p:nvGrpSpPr>
        <p:grpSpPr>
          <a:xfrm>
            <a:off x="2287035" y="4155417"/>
            <a:ext cx="1256151" cy="230832"/>
            <a:chOff x="3664169" y="2092252"/>
            <a:chExt cx="1256151" cy="230832"/>
          </a:xfrm>
        </p:grpSpPr>
        <p:sp>
          <p:nvSpPr>
            <p:cNvPr id="70" name="사각형: 둥근 모서리 69">
              <a:extLst>
                <a:ext uri="{FF2B5EF4-FFF2-40B4-BE49-F238E27FC236}">
                  <a16:creationId xmlns:a16="http://schemas.microsoft.com/office/drawing/2014/main" id="{73B22DEF-7049-4C22-819E-D225A78C93B3}"/>
                </a:ext>
              </a:extLst>
            </p:cNvPr>
            <p:cNvSpPr/>
            <p:nvPr/>
          </p:nvSpPr>
          <p:spPr>
            <a:xfrm>
              <a:off x="3664169" y="2118861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71" name="TextBox 121">
              <a:extLst>
                <a:ext uri="{FF2B5EF4-FFF2-40B4-BE49-F238E27FC236}">
                  <a16:creationId xmlns:a16="http://schemas.microsoft.com/office/drawing/2014/main" id="{A9FFAAFE-8A78-4BD7-AEF2-85B186C0FCFC}"/>
                </a:ext>
              </a:extLst>
            </p:cNvPr>
            <p:cNvSpPr txBox="1"/>
            <p:nvPr/>
          </p:nvSpPr>
          <p:spPr>
            <a:xfrm>
              <a:off x="3675720" y="2092252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52869D2F-5F6B-4083-B6BC-023B65B5F7D8}"/>
              </a:ext>
            </a:extLst>
          </p:cNvPr>
          <p:cNvSpPr/>
          <p:nvPr/>
        </p:nvSpPr>
        <p:spPr>
          <a:xfrm>
            <a:off x="3741651" y="2336559"/>
            <a:ext cx="448264" cy="158667"/>
          </a:xfrm>
          <a:prstGeom prst="roundRect">
            <a:avLst>
              <a:gd name="adj" fmla="val 50000"/>
            </a:avLst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45" name="TextBox 123">
            <a:extLst>
              <a:ext uri="{FF2B5EF4-FFF2-40B4-BE49-F238E27FC236}">
                <a16:creationId xmlns:a16="http://schemas.microsoft.com/office/drawing/2014/main" id="{E9B951D5-5CF7-4D8F-B301-79BB7CD47033}"/>
              </a:ext>
            </a:extLst>
          </p:cNvPr>
          <p:cNvSpPr txBox="1"/>
          <p:nvPr/>
        </p:nvSpPr>
        <p:spPr>
          <a:xfrm>
            <a:off x="3753202" y="2309950"/>
            <a:ext cx="12446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900" b="1">
                <a:solidFill>
                  <a:schemeClr val="bg1"/>
                </a:solidFill>
              </a:rPr>
              <a:t>에픽</a:t>
            </a:r>
          </a:p>
        </p:txBody>
      </p:sp>
      <p:sp>
        <p:nvSpPr>
          <p:cNvPr id="46" name="사각형: 둥근 모서리 45">
            <a:extLst>
              <a:ext uri="{FF2B5EF4-FFF2-40B4-BE49-F238E27FC236}">
                <a16:creationId xmlns:a16="http://schemas.microsoft.com/office/drawing/2014/main" id="{CE0302DD-F497-4AF4-805D-372B1C02957E}"/>
              </a:ext>
            </a:extLst>
          </p:cNvPr>
          <p:cNvSpPr/>
          <p:nvPr/>
        </p:nvSpPr>
        <p:spPr>
          <a:xfrm>
            <a:off x="3276454" y="3772378"/>
            <a:ext cx="1561054" cy="178583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47" name="타원 46">
            <a:extLst>
              <a:ext uri="{FF2B5EF4-FFF2-40B4-BE49-F238E27FC236}">
                <a16:creationId xmlns:a16="http://schemas.microsoft.com/office/drawing/2014/main" id="{821DE2CE-37BF-4B2F-87D2-867E1C480973}"/>
              </a:ext>
            </a:extLst>
          </p:cNvPr>
          <p:cNvSpPr/>
          <p:nvPr/>
        </p:nvSpPr>
        <p:spPr>
          <a:xfrm>
            <a:off x="3145518" y="3750242"/>
            <a:ext cx="207441" cy="207441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48" name="사각형: 둥근 모서리 47">
            <a:extLst>
              <a:ext uri="{FF2B5EF4-FFF2-40B4-BE49-F238E27FC236}">
                <a16:creationId xmlns:a16="http://schemas.microsoft.com/office/drawing/2014/main" id="{F2269D0A-7116-4B96-8AE8-94FD941D2A46}"/>
              </a:ext>
            </a:extLst>
          </p:cNvPr>
          <p:cNvSpPr/>
          <p:nvPr/>
        </p:nvSpPr>
        <p:spPr>
          <a:xfrm>
            <a:off x="3276454" y="4006352"/>
            <a:ext cx="1561054" cy="178583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49" name="타원 48">
            <a:extLst>
              <a:ext uri="{FF2B5EF4-FFF2-40B4-BE49-F238E27FC236}">
                <a16:creationId xmlns:a16="http://schemas.microsoft.com/office/drawing/2014/main" id="{93FE6979-7618-4FCE-918F-254B6172F32C}"/>
              </a:ext>
            </a:extLst>
          </p:cNvPr>
          <p:cNvSpPr/>
          <p:nvPr/>
        </p:nvSpPr>
        <p:spPr>
          <a:xfrm>
            <a:off x="3145518" y="3984216"/>
            <a:ext cx="207441" cy="207441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50" name="사각형: 둥근 모서리 49">
            <a:extLst>
              <a:ext uri="{FF2B5EF4-FFF2-40B4-BE49-F238E27FC236}">
                <a16:creationId xmlns:a16="http://schemas.microsoft.com/office/drawing/2014/main" id="{4683BCC9-ED26-4A54-A2D4-D6A45DF628AC}"/>
              </a:ext>
            </a:extLst>
          </p:cNvPr>
          <p:cNvSpPr/>
          <p:nvPr/>
        </p:nvSpPr>
        <p:spPr>
          <a:xfrm>
            <a:off x="3276454" y="4234809"/>
            <a:ext cx="1561054" cy="178583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51" name="타원 50">
            <a:extLst>
              <a:ext uri="{FF2B5EF4-FFF2-40B4-BE49-F238E27FC236}">
                <a16:creationId xmlns:a16="http://schemas.microsoft.com/office/drawing/2014/main" id="{5B4A1CE7-0C6D-4F4B-A40E-F0CA4D1CB208}"/>
              </a:ext>
            </a:extLst>
          </p:cNvPr>
          <p:cNvSpPr/>
          <p:nvPr/>
        </p:nvSpPr>
        <p:spPr>
          <a:xfrm>
            <a:off x="3145518" y="4212672"/>
            <a:ext cx="207441" cy="207441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52" name="사각형: 둥근 모서리 51">
            <a:extLst>
              <a:ext uri="{FF2B5EF4-FFF2-40B4-BE49-F238E27FC236}">
                <a16:creationId xmlns:a16="http://schemas.microsoft.com/office/drawing/2014/main" id="{5B76C8CD-E775-478E-A475-2DAB38B6DD96}"/>
              </a:ext>
            </a:extLst>
          </p:cNvPr>
          <p:cNvSpPr/>
          <p:nvPr/>
        </p:nvSpPr>
        <p:spPr>
          <a:xfrm>
            <a:off x="3276454" y="4464580"/>
            <a:ext cx="1561054" cy="178583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53" name="타원 52">
            <a:extLst>
              <a:ext uri="{FF2B5EF4-FFF2-40B4-BE49-F238E27FC236}">
                <a16:creationId xmlns:a16="http://schemas.microsoft.com/office/drawing/2014/main" id="{31170277-2D7C-4D13-BDFC-F45A7DD63398}"/>
              </a:ext>
            </a:extLst>
          </p:cNvPr>
          <p:cNvSpPr/>
          <p:nvPr/>
        </p:nvSpPr>
        <p:spPr>
          <a:xfrm>
            <a:off x="3145518" y="4442444"/>
            <a:ext cx="207441" cy="207441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grpSp>
        <p:nvGrpSpPr>
          <p:cNvPr id="54" name="그룹 53">
            <a:extLst>
              <a:ext uri="{FF2B5EF4-FFF2-40B4-BE49-F238E27FC236}">
                <a16:creationId xmlns:a16="http://schemas.microsoft.com/office/drawing/2014/main" id="{6A05BF7C-358D-476D-BF37-893ED01B28D6}"/>
              </a:ext>
            </a:extLst>
          </p:cNvPr>
          <p:cNvGrpSpPr/>
          <p:nvPr/>
        </p:nvGrpSpPr>
        <p:grpSpPr>
          <a:xfrm>
            <a:off x="3371819" y="3758070"/>
            <a:ext cx="1061221" cy="200055"/>
            <a:chOff x="3663804" y="2086294"/>
            <a:chExt cx="1244600" cy="234625"/>
          </a:xfrm>
        </p:grpSpPr>
        <p:sp>
          <p:nvSpPr>
            <p:cNvPr id="68" name="사각형: 둥근 모서리 67">
              <a:extLst>
                <a:ext uri="{FF2B5EF4-FFF2-40B4-BE49-F238E27FC236}">
                  <a16:creationId xmlns:a16="http://schemas.microsoft.com/office/drawing/2014/main" id="{F41369D4-0691-4EA3-891B-6C48E9CBFBD3}"/>
                </a:ext>
              </a:extLst>
            </p:cNvPr>
            <p:cNvSpPr/>
            <p:nvPr/>
          </p:nvSpPr>
          <p:spPr>
            <a:xfrm>
              <a:off x="3664169" y="2118861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1400"/>
            </a:p>
          </p:txBody>
        </p:sp>
        <p:sp>
          <p:nvSpPr>
            <p:cNvPr id="69" name="TextBox 138">
              <a:extLst>
                <a:ext uri="{FF2B5EF4-FFF2-40B4-BE49-F238E27FC236}">
                  <a16:creationId xmlns:a16="http://schemas.microsoft.com/office/drawing/2014/main" id="{227EE85B-BC2C-4667-9311-4FF08091CD34}"/>
                </a:ext>
              </a:extLst>
            </p:cNvPr>
            <p:cNvSpPr txBox="1"/>
            <p:nvPr/>
          </p:nvSpPr>
          <p:spPr>
            <a:xfrm>
              <a:off x="3663804" y="2086294"/>
              <a:ext cx="1244600" cy="2346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grpSp>
        <p:nvGrpSpPr>
          <p:cNvPr id="55" name="그룹 54">
            <a:extLst>
              <a:ext uri="{FF2B5EF4-FFF2-40B4-BE49-F238E27FC236}">
                <a16:creationId xmlns:a16="http://schemas.microsoft.com/office/drawing/2014/main" id="{1583ED2F-02FB-4F77-B7F2-8C296CC143FC}"/>
              </a:ext>
            </a:extLst>
          </p:cNvPr>
          <p:cNvGrpSpPr/>
          <p:nvPr/>
        </p:nvGrpSpPr>
        <p:grpSpPr>
          <a:xfrm>
            <a:off x="3377889" y="4002223"/>
            <a:ext cx="1061221" cy="200055"/>
            <a:chOff x="3663804" y="2086294"/>
            <a:chExt cx="1244600" cy="234625"/>
          </a:xfrm>
        </p:grpSpPr>
        <p:sp>
          <p:nvSpPr>
            <p:cNvPr id="66" name="사각형: 둥근 모서리 65">
              <a:extLst>
                <a:ext uri="{FF2B5EF4-FFF2-40B4-BE49-F238E27FC236}">
                  <a16:creationId xmlns:a16="http://schemas.microsoft.com/office/drawing/2014/main" id="{972A2E37-198F-43B1-9578-C61A4BDB4C0E}"/>
                </a:ext>
              </a:extLst>
            </p:cNvPr>
            <p:cNvSpPr/>
            <p:nvPr/>
          </p:nvSpPr>
          <p:spPr>
            <a:xfrm>
              <a:off x="3664169" y="2118861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1400"/>
            </a:p>
          </p:txBody>
        </p:sp>
        <p:sp>
          <p:nvSpPr>
            <p:cNvPr id="67" name="TextBox 141">
              <a:extLst>
                <a:ext uri="{FF2B5EF4-FFF2-40B4-BE49-F238E27FC236}">
                  <a16:creationId xmlns:a16="http://schemas.microsoft.com/office/drawing/2014/main" id="{6E939C3C-5139-4EE7-8017-BCF83F68B2B9}"/>
                </a:ext>
              </a:extLst>
            </p:cNvPr>
            <p:cNvSpPr txBox="1"/>
            <p:nvPr/>
          </p:nvSpPr>
          <p:spPr>
            <a:xfrm>
              <a:off x="3663804" y="2086294"/>
              <a:ext cx="1244600" cy="2346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grpSp>
        <p:nvGrpSpPr>
          <p:cNvPr id="56" name="그룹 55">
            <a:extLst>
              <a:ext uri="{FF2B5EF4-FFF2-40B4-BE49-F238E27FC236}">
                <a16:creationId xmlns:a16="http://schemas.microsoft.com/office/drawing/2014/main" id="{BCCCBBB4-3A77-4ECD-8038-4487BD95F270}"/>
              </a:ext>
            </a:extLst>
          </p:cNvPr>
          <p:cNvGrpSpPr/>
          <p:nvPr/>
        </p:nvGrpSpPr>
        <p:grpSpPr>
          <a:xfrm>
            <a:off x="3377889" y="4225262"/>
            <a:ext cx="1061221" cy="200055"/>
            <a:chOff x="3663804" y="2086294"/>
            <a:chExt cx="1244600" cy="234625"/>
          </a:xfrm>
        </p:grpSpPr>
        <p:sp>
          <p:nvSpPr>
            <p:cNvPr id="64" name="사각형: 둥근 모서리 63">
              <a:extLst>
                <a:ext uri="{FF2B5EF4-FFF2-40B4-BE49-F238E27FC236}">
                  <a16:creationId xmlns:a16="http://schemas.microsoft.com/office/drawing/2014/main" id="{0A66232E-31CD-40E8-9381-17321893CD99}"/>
                </a:ext>
              </a:extLst>
            </p:cNvPr>
            <p:cNvSpPr/>
            <p:nvPr/>
          </p:nvSpPr>
          <p:spPr>
            <a:xfrm>
              <a:off x="3664169" y="2118861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1400"/>
            </a:p>
          </p:txBody>
        </p:sp>
        <p:sp>
          <p:nvSpPr>
            <p:cNvPr id="65" name="TextBox 144">
              <a:extLst>
                <a:ext uri="{FF2B5EF4-FFF2-40B4-BE49-F238E27FC236}">
                  <a16:creationId xmlns:a16="http://schemas.microsoft.com/office/drawing/2014/main" id="{483B9A16-AE38-4AC8-A99F-D344BB942F4A}"/>
                </a:ext>
              </a:extLst>
            </p:cNvPr>
            <p:cNvSpPr txBox="1"/>
            <p:nvPr/>
          </p:nvSpPr>
          <p:spPr>
            <a:xfrm>
              <a:off x="3663804" y="2086294"/>
              <a:ext cx="1244600" cy="2346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grpSp>
        <p:nvGrpSpPr>
          <p:cNvPr id="57" name="그룹 56">
            <a:extLst>
              <a:ext uri="{FF2B5EF4-FFF2-40B4-BE49-F238E27FC236}">
                <a16:creationId xmlns:a16="http://schemas.microsoft.com/office/drawing/2014/main" id="{076AFAF9-51CC-4531-95D6-97E967F4EDB0}"/>
              </a:ext>
            </a:extLst>
          </p:cNvPr>
          <p:cNvGrpSpPr/>
          <p:nvPr/>
        </p:nvGrpSpPr>
        <p:grpSpPr>
          <a:xfrm>
            <a:off x="3383959" y="4453843"/>
            <a:ext cx="1061221" cy="200055"/>
            <a:chOff x="3663804" y="2086294"/>
            <a:chExt cx="1244600" cy="234625"/>
          </a:xfrm>
        </p:grpSpPr>
        <p:sp>
          <p:nvSpPr>
            <p:cNvPr id="62" name="사각형: 둥근 모서리 61">
              <a:extLst>
                <a:ext uri="{FF2B5EF4-FFF2-40B4-BE49-F238E27FC236}">
                  <a16:creationId xmlns:a16="http://schemas.microsoft.com/office/drawing/2014/main" id="{646C0A41-C0A7-4D5A-AD73-BEA4C1AF464B}"/>
                </a:ext>
              </a:extLst>
            </p:cNvPr>
            <p:cNvSpPr/>
            <p:nvPr/>
          </p:nvSpPr>
          <p:spPr>
            <a:xfrm>
              <a:off x="3664169" y="2118861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1400"/>
            </a:p>
          </p:txBody>
        </p:sp>
        <p:sp>
          <p:nvSpPr>
            <p:cNvPr id="63" name="TextBox 147">
              <a:extLst>
                <a:ext uri="{FF2B5EF4-FFF2-40B4-BE49-F238E27FC236}">
                  <a16:creationId xmlns:a16="http://schemas.microsoft.com/office/drawing/2014/main" id="{E17A60E4-A279-4FBF-9822-BB55DFE624A1}"/>
                </a:ext>
              </a:extLst>
            </p:cNvPr>
            <p:cNvSpPr txBox="1"/>
            <p:nvPr/>
          </p:nvSpPr>
          <p:spPr>
            <a:xfrm>
              <a:off x="3663804" y="2086294"/>
              <a:ext cx="1244600" cy="2346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sp>
        <p:nvSpPr>
          <p:cNvPr id="58" name="TextBox 148">
            <a:extLst>
              <a:ext uri="{FF2B5EF4-FFF2-40B4-BE49-F238E27FC236}">
                <a16:creationId xmlns:a16="http://schemas.microsoft.com/office/drawing/2014/main" id="{88922A46-D9AC-41EC-8D51-A70CBD6AB5C4}"/>
              </a:ext>
            </a:extLst>
          </p:cNvPr>
          <p:cNvSpPr txBox="1"/>
          <p:nvPr/>
        </p:nvSpPr>
        <p:spPr>
          <a:xfrm>
            <a:off x="3723844" y="3755098"/>
            <a:ext cx="1244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800" b="1"/>
              <a:t>패각 이름</a:t>
            </a:r>
          </a:p>
        </p:txBody>
      </p:sp>
      <p:sp>
        <p:nvSpPr>
          <p:cNvPr id="59" name="TextBox 149">
            <a:extLst>
              <a:ext uri="{FF2B5EF4-FFF2-40B4-BE49-F238E27FC236}">
                <a16:creationId xmlns:a16="http://schemas.microsoft.com/office/drawing/2014/main" id="{AD53FBEA-3A23-4D79-A91C-0F63CE769DA5}"/>
              </a:ext>
            </a:extLst>
          </p:cNvPr>
          <p:cNvSpPr txBox="1"/>
          <p:nvPr/>
        </p:nvSpPr>
        <p:spPr>
          <a:xfrm>
            <a:off x="3723844" y="3993047"/>
            <a:ext cx="1244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800" b="1"/>
              <a:t>몸통 이름</a:t>
            </a:r>
          </a:p>
        </p:txBody>
      </p:sp>
      <p:sp>
        <p:nvSpPr>
          <p:cNvPr id="60" name="TextBox 150">
            <a:extLst>
              <a:ext uri="{FF2B5EF4-FFF2-40B4-BE49-F238E27FC236}">
                <a16:creationId xmlns:a16="http://schemas.microsoft.com/office/drawing/2014/main" id="{1AD9479E-8303-46D0-8508-7667269CE6CA}"/>
              </a:ext>
            </a:extLst>
          </p:cNvPr>
          <p:cNvSpPr txBox="1"/>
          <p:nvPr/>
        </p:nvSpPr>
        <p:spPr>
          <a:xfrm>
            <a:off x="3718690" y="4226474"/>
            <a:ext cx="1244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800" b="1"/>
              <a:t>더듬이 이름</a:t>
            </a:r>
          </a:p>
        </p:txBody>
      </p:sp>
      <p:sp>
        <p:nvSpPr>
          <p:cNvPr id="61" name="TextBox 151">
            <a:extLst>
              <a:ext uri="{FF2B5EF4-FFF2-40B4-BE49-F238E27FC236}">
                <a16:creationId xmlns:a16="http://schemas.microsoft.com/office/drawing/2014/main" id="{8389BA23-7340-492A-A4B4-305562CC545F}"/>
              </a:ext>
            </a:extLst>
          </p:cNvPr>
          <p:cNvSpPr txBox="1"/>
          <p:nvPr/>
        </p:nvSpPr>
        <p:spPr>
          <a:xfrm>
            <a:off x="3718690" y="4441918"/>
            <a:ext cx="1244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800" b="1"/>
              <a:t>얼굴 이름</a:t>
            </a:r>
          </a:p>
        </p:txBody>
      </p:sp>
      <p:sp>
        <p:nvSpPr>
          <p:cNvPr id="83" name="TextBox 3">
            <a:extLst>
              <a:ext uri="{FF2B5EF4-FFF2-40B4-BE49-F238E27FC236}">
                <a16:creationId xmlns:a16="http://schemas.microsoft.com/office/drawing/2014/main" id="{1C1F6C94-20D0-7BF0-A93F-EEBF7C8BED1B}"/>
              </a:ext>
            </a:extLst>
          </p:cNvPr>
          <p:cNvSpPr txBox="1"/>
          <p:nvPr/>
        </p:nvSpPr>
        <p:spPr>
          <a:xfrm>
            <a:off x="145731" y="186676"/>
            <a:ext cx="1670921" cy="27699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달팽이 상세보기</a:t>
            </a:r>
          </a:p>
        </p:txBody>
      </p:sp>
    </p:spTree>
    <p:extLst>
      <p:ext uri="{BB962C8B-B14F-4D97-AF65-F5344CB8AC3E}">
        <p14:creationId xmlns:p14="http://schemas.microsoft.com/office/powerpoint/2010/main" val="24500392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133725-397A-6850-526C-05F9A167E8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TextBox 3">
            <a:extLst>
              <a:ext uri="{FF2B5EF4-FFF2-40B4-BE49-F238E27FC236}">
                <a16:creationId xmlns:a16="http://schemas.microsoft.com/office/drawing/2014/main" id="{87A338DF-C6A8-7A0C-4B31-3035B33A7971}"/>
              </a:ext>
            </a:extLst>
          </p:cNvPr>
          <p:cNvSpPr txBox="1"/>
          <p:nvPr/>
        </p:nvSpPr>
        <p:spPr>
          <a:xfrm>
            <a:off x="145731" y="186676"/>
            <a:ext cx="1670921" cy="27699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이름 변경 팝업</a:t>
            </a: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02CD7193-24ED-4932-ABB4-89E8E9D409B0}"/>
              </a:ext>
            </a:extLst>
          </p:cNvPr>
          <p:cNvSpPr/>
          <p:nvPr/>
        </p:nvSpPr>
        <p:spPr>
          <a:xfrm>
            <a:off x="997649" y="2375084"/>
            <a:ext cx="3063410" cy="1839608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1D56379B-F543-4E5B-AA70-41627EA8DD2F}"/>
              </a:ext>
            </a:extLst>
          </p:cNvPr>
          <p:cNvGrpSpPr/>
          <p:nvPr/>
        </p:nvGrpSpPr>
        <p:grpSpPr>
          <a:xfrm>
            <a:off x="3788600" y="2295585"/>
            <a:ext cx="358775" cy="358775"/>
            <a:chOff x="4746951" y="1635022"/>
            <a:chExt cx="358775" cy="358775"/>
          </a:xfrm>
        </p:grpSpPr>
        <p:sp>
          <p:nvSpPr>
            <p:cNvPr id="89" name="사각형: 둥근 모서리 88">
              <a:extLst>
                <a:ext uri="{FF2B5EF4-FFF2-40B4-BE49-F238E27FC236}">
                  <a16:creationId xmlns:a16="http://schemas.microsoft.com/office/drawing/2014/main" id="{4071B80B-60F9-496E-BD3D-74377224CD8C}"/>
                </a:ext>
              </a:extLst>
            </p:cNvPr>
            <p:cNvSpPr/>
            <p:nvPr/>
          </p:nvSpPr>
          <p:spPr>
            <a:xfrm>
              <a:off x="4764088" y="1652273"/>
              <a:ext cx="323850" cy="32385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90" name="곱하기 기호 89">
              <a:extLst>
                <a:ext uri="{FF2B5EF4-FFF2-40B4-BE49-F238E27FC236}">
                  <a16:creationId xmlns:a16="http://schemas.microsoft.com/office/drawing/2014/main" id="{51FC9A45-8718-452F-AC43-1FC23E8D95B3}"/>
                </a:ext>
              </a:extLst>
            </p:cNvPr>
            <p:cNvSpPr/>
            <p:nvPr/>
          </p:nvSpPr>
          <p:spPr>
            <a:xfrm>
              <a:off x="4746951" y="1635022"/>
              <a:ext cx="358775" cy="358775"/>
            </a:xfrm>
            <a:prstGeom prst="mathMultiply">
              <a:avLst>
                <a:gd name="adj1" fmla="val 16941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sp>
        <p:nvSpPr>
          <p:cNvPr id="84" name="TextBox 5">
            <a:extLst>
              <a:ext uri="{FF2B5EF4-FFF2-40B4-BE49-F238E27FC236}">
                <a16:creationId xmlns:a16="http://schemas.microsoft.com/office/drawing/2014/main" id="{543A02D8-A20E-4031-86EB-449266A5F27C}"/>
              </a:ext>
            </a:extLst>
          </p:cNvPr>
          <p:cNvSpPr txBox="1"/>
          <p:nvPr/>
        </p:nvSpPr>
        <p:spPr>
          <a:xfrm>
            <a:off x="1718807" y="2689801"/>
            <a:ext cx="166588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100" b="1"/>
              <a:t>이름을 변경합니다</a:t>
            </a:r>
            <a:r>
              <a:rPr lang="en-US" altLang="ko-KR" sz="1100" b="1"/>
              <a:t>.</a:t>
            </a:r>
            <a:endParaRPr lang="ko-KR" altLang="en-US" sz="1100" b="1"/>
          </a:p>
        </p:txBody>
      </p:sp>
      <p:sp>
        <p:nvSpPr>
          <p:cNvPr id="85" name="사각형: 둥근 모서리 84">
            <a:extLst>
              <a:ext uri="{FF2B5EF4-FFF2-40B4-BE49-F238E27FC236}">
                <a16:creationId xmlns:a16="http://schemas.microsoft.com/office/drawing/2014/main" id="{36CD02D3-9FD7-4205-8D67-0AC2CD578EFC}"/>
              </a:ext>
            </a:extLst>
          </p:cNvPr>
          <p:cNvSpPr/>
          <p:nvPr/>
        </p:nvSpPr>
        <p:spPr>
          <a:xfrm>
            <a:off x="2152662" y="3805297"/>
            <a:ext cx="797735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86" name="TextBox 7">
            <a:extLst>
              <a:ext uri="{FF2B5EF4-FFF2-40B4-BE49-F238E27FC236}">
                <a16:creationId xmlns:a16="http://schemas.microsoft.com/office/drawing/2014/main" id="{ACBE3C90-50B3-4059-A267-0693A0C9E0F0}"/>
              </a:ext>
            </a:extLst>
          </p:cNvPr>
          <p:cNvSpPr txBox="1"/>
          <p:nvPr/>
        </p:nvSpPr>
        <p:spPr>
          <a:xfrm>
            <a:off x="2353913" y="3834052"/>
            <a:ext cx="7826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900" b="1"/>
              <a:t>변경</a:t>
            </a:r>
          </a:p>
        </p:txBody>
      </p:sp>
      <p:sp>
        <p:nvSpPr>
          <p:cNvPr id="87" name="사각형: 둥근 모서리 86">
            <a:extLst>
              <a:ext uri="{FF2B5EF4-FFF2-40B4-BE49-F238E27FC236}">
                <a16:creationId xmlns:a16="http://schemas.microsoft.com/office/drawing/2014/main" id="{60346D93-0150-4FC8-A17D-8837E0A673AA}"/>
              </a:ext>
            </a:extLst>
          </p:cNvPr>
          <p:cNvSpPr/>
          <p:nvPr/>
        </p:nvSpPr>
        <p:spPr>
          <a:xfrm>
            <a:off x="1528259" y="3167213"/>
            <a:ext cx="2046981" cy="255350"/>
          </a:xfrm>
          <a:prstGeom prst="roundRect">
            <a:avLst>
              <a:gd name="adj" fmla="val 50000"/>
            </a:avLst>
          </a:prstGeom>
          <a:solidFill>
            <a:srgbClr val="AFABA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88" name="TextBox 13">
            <a:extLst>
              <a:ext uri="{FF2B5EF4-FFF2-40B4-BE49-F238E27FC236}">
                <a16:creationId xmlns:a16="http://schemas.microsoft.com/office/drawing/2014/main" id="{24A38139-3896-4ED1-AF32-54EE1A7E5516}"/>
              </a:ext>
            </a:extLst>
          </p:cNvPr>
          <p:cNvSpPr txBox="1"/>
          <p:nvPr/>
        </p:nvSpPr>
        <p:spPr>
          <a:xfrm>
            <a:off x="2220908" y="3191731"/>
            <a:ext cx="7826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900" b="1"/>
              <a:t>이전 이름</a:t>
            </a:r>
          </a:p>
        </p:txBody>
      </p:sp>
    </p:spTree>
    <p:extLst>
      <p:ext uri="{BB962C8B-B14F-4D97-AF65-F5344CB8AC3E}">
        <p14:creationId xmlns:p14="http://schemas.microsoft.com/office/powerpoint/2010/main" val="30306878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F7A6E5-AD89-0DAF-F92B-D9E7B49895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TextBox 3">
            <a:extLst>
              <a:ext uri="{FF2B5EF4-FFF2-40B4-BE49-F238E27FC236}">
                <a16:creationId xmlns:a16="http://schemas.microsoft.com/office/drawing/2014/main" id="{FEED92D1-1BD0-C5B8-2870-8F9B88A3EB4B}"/>
              </a:ext>
            </a:extLst>
          </p:cNvPr>
          <p:cNvSpPr txBox="1"/>
          <p:nvPr/>
        </p:nvSpPr>
        <p:spPr>
          <a:xfrm>
            <a:off x="145731" y="186676"/>
            <a:ext cx="1670921" cy="27699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알 부화 팝업</a:t>
            </a: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456F9F33-B852-EF4B-8CBE-7163684A5B0C}"/>
              </a:ext>
            </a:extLst>
          </p:cNvPr>
          <p:cNvSpPr/>
          <p:nvPr/>
        </p:nvSpPr>
        <p:spPr>
          <a:xfrm>
            <a:off x="7042849" y="2375084"/>
            <a:ext cx="3063410" cy="1846231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DA878512-6BA4-8C2E-5248-536C61855958}"/>
              </a:ext>
            </a:extLst>
          </p:cNvPr>
          <p:cNvGrpSpPr/>
          <p:nvPr/>
        </p:nvGrpSpPr>
        <p:grpSpPr>
          <a:xfrm>
            <a:off x="9833800" y="2295585"/>
            <a:ext cx="358775" cy="358775"/>
            <a:chOff x="4746951" y="1635022"/>
            <a:chExt cx="358775" cy="358775"/>
          </a:xfrm>
        </p:grpSpPr>
        <p:sp>
          <p:nvSpPr>
            <p:cNvPr id="89" name="사각형: 둥근 모서리 88">
              <a:extLst>
                <a:ext uri="{FF2B5EF4-FFF2-40B4-BE49-F238E27FC236}">
                  <a16:creationId xmlns:a16="http://schemas.microsoft.com/office/drawing/2014/main" id="{27F7B837-CBD8-7934-1CE6-E123A5C4C42F}"/>
                </a:ext>
              </a:extLst>
            </p:cNvPr>
            <p:cNvSpPr/>
            <p:nvPr/>
          </p:nvSpPr>
          <p:spPr>
            <a:xfrm>
              <a:off x="4764088" y="1652273"/>
              <a:ext cx="323850" cy="32385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90" name="곱하기 기호 89">
              <a:extLst>
                <a:ext uri="{FF2B5EF4-FFF2-40B4-BE49-F238E27FC236}">
                  <a16:creationId xmlns:a16="http://schemas.microsoft.com/office/drawing/2014/main" id="{2FA848DF-236C-DD71-52C3-4FA67CD512E4}"/>
                </a:ext>
              </a:extLst>
            </p:cNvPr>
            <p:cNvSpPr/>
            <p:nvPr/>
          </p:nvSpPr>
          <p:spPr>
            <a:xfrm>
              <a:off x="4746951" y="1635022"/>
              <a:ext cx="358775" cy="358775"/>
            </a:xfrm>
            <a:prstGeom prst="mathMultiply">
              <a:avLst>
                <a:gd name="adj1" fmla="val 16941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sp>
        <p:nvSpPr>
          <p:cNvPr id="84" name="TextBox 5">
            <a:extLst>
              <a:ext uri="{FF2B5EF4-FFF2-40B4-BE49-F238E27FC236}">
                <a16:creationId xmlns:a16="http://schemas.microsoft.com/office/drawing/2014/main" id="{6D4F7E67-6870-9576-26BB-014B38E14C0C}"/>
              </a:ext>
            </a:extLst>
          </p:cNvPr>
          <p:cNvSpPr txBox="1"/>
          <p:nvPr/>
        </p:nvSpPr>
        <p:spPr>
          <a:xfrm>
            <a:off x="7038716" y="2544619"/>
            <a:ext cx="306754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100" b="1" dirty="0"/>
              <a:t>알이 부화했습니다</a:t>
            </a:r>
            <a:r>
              <a:rPr lang="en-US" altLang="ko-KR" sz="1100" b="1" dirty="0"/>
              <a:t>!</a:t>
            </a:r>
            <a:endParaRPr lang="ko-KR" altLang="en-US" sz="1100" b="1" dirty="0"/>
          </a:p>
        </p:txBody>
      </p: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67654F77-1D1E-9F6E-2B2D-01975E7C122A}"/>
              </a:ext>
            </a:extLst>
          </p:cNvPr>
          <p:cNvGrpSpPr/>
          <p:nvPr/>
        </p:nvGrpSpPr>
        <p:grpSpPr>
          <a:xfrm>
            <a:off x="8211282" y="3776345"/>
            <a:ext cx="983906" cy="276559"/>
            <a:chOff x="5581662" y="3805297"/>
            <a:chExt cx="983906" cy="276559"/>
          </a:xfrm>
        </p:grpSpPr>
        <p:sp>
          <p:nvSpPr>
            <p:cNvPr id="85" name="사각형: 둥근 모서리 84">
              <a:extLst>
                <a:ext uri="{FF2B5EF4-FFF2-40B4-BE49-F238E27FC236}">
                  <a16:creationId xmlns:a16="http://schemas.microsoft.com/office/drawing/2014/main" id="{251048CF-90CF-7BF4-E647-FC4FCAFB92E8}"/>
                </a:ext>
              </a:extLst>
            </p:cNvPr>
            <p:cNvSpPr/>
            <p:nvPr/>
          </p:nvSpPr>
          <p:spPr>
            <a:xfrm>
              <a:off x="5581662" y="3805297"/>
              <a:ext cx="797735" cy="276559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86" name="TextBox 7">
              <a:extLst>
                <a:ext uri="{FF2B5EF4-FFF2-40B4-BE49-F238E27FC236}">
                  <a16:creationId xmlns:a16="http://schemas.microsoft.com/office/drawing/2014/main" id="{6D07EE88-B947-6C9A-18D4-4371C4ECB66A}"/>
                </a:ext>
              </a:extLst>
            </p:cNvPr>
            <p:cNvSpPr txBox="1"/>
            <p:nvPr/>
          </p:nvSpPr>
          <p:spPr>
            <a:xfrm>
              <a:off x="5782913" y="3834052"/>
              <a:ext cx="782655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b="1" dirty="0"/>
                <a:t>확인</a:t>
              </a:r>
            </a:p>
          </p:txBody>
        </p:sp>
      </p:grpSp>
      <p:grpSp>
        <p:nvGrpSpPr>
          <p:cNvPr id="5" name="그룹 4">
            <a:extLst>
              <a:ext uri="{FF2B5EF4-FFF2-40B4-BE49-F238E27FC236}">
                <a16:creationId xmlns:a16="http://schemas.microsoft.com/office/drawing/2014/main" id="{4F3E6EDF-AF58-A8FA-F65D-694329D8AF61}"/>
              </a:ext>
            </a:extLst>
          </p:cNvPr>
          <p:cNvGrpSpPr/>
          <p:nvPr/>
        </p:nvGrpSpPr>
        <p:grpSpPr>
          <a:xfrm>
            <a:off x="8371205" y="3493002"/>
            <a:ext cx="1256151" cy="230832"/>
            <a:chOff x="4032153" y="2905649"/>
            <a:chExt cx="1256151" cy="230832"/>
          </a:xfrm>
        </p:grpSpPr>
        <p:sp>
          <p:nvSpPr>
            <p:cNvPr id="6" name="사각형: 둥근 모서리 5">
              <a:extLst>
                <a:ext uri="{FF2B5EF4-FFF2-40B4-BE49-F238E27FC236}">
                  <a16:creationId xmlns:a16="http://schemas.microsoft.com/office/drawing/2014/main" id="{10436571-20E9-A7C3-264A-A6B6B200CC90}"/>
                </a:ext>
              </a:extLst>
            </p:cNvPr>
            <p:cNvSpPr/>
            <p:nvPr/>
          </p:nvSpPr>
          <p:spPr>
            <a:xfrm>
              <a:off x="4032153" y="2932258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BE65D9DC-1286-B401-7724-76A8578CADB2}"/>
                </a:ext>
              </a:extLst>
            </p:cNvPr>
            <p:cNvSpPr txBox="1"/>
            <p:nvPr/>
          </p:nvSpPr>
          <p:spPr>
            <a:xfrm>
              <a:off x="4043704" y="2905649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900" b="1" dirty="0" err="1">
                  <a:solidFill>
                    <a:schemeClr val="bg1"/>
                  </a:solidFill>
                </a:rPr>
                <a:t>에픽</a:t>
              </a:r>
              <a:endParaRPr lang="ko-KR" altLang="en-US" sz="900" b="1" dirty="0">
                <a:solidFill>
                  <a:schemeClr val="bg1"/>
                </a:solidFill>
              </a:endParaRPr>
            </a:p>
          </p:txBody>
        </p:sp>
      </p:grpSp>
      <p:pic>
        <p:nvPicPr>
          <p:cNvPr id="23" name="Picture 2">
            <a:extLst>
              <a:ext uri="{FF2B5EF4-FFF2-40B4-BE49-F238E27FC236}">
                <a16:creationId xmlns:a16="http://schemas.microsoft.com/office/drawing/2014/main" id="{95B6AC11-092E-6215-4A23-7462226BE8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52892" y="2693323"/>
            <a:ext cx="1095561" cy="9202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42AC9FBB-3191-DC35-CD38-81D357A87A56}"/>
              </a:ext>
            </a:extLst>
          </p:cNvPr>
          <p:cNvSpPr/>
          <p:nvPr/>
        </p:nvSpPr>
        <p:spPr>
          <a:xfrm>
            <a:off x="1511842" y="2375084"/>
            <a:ext cx="3063410" cy="1846231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grpSp>
        <p:nvGrpSpPr>
          <p:cNvPr id="40" name="그룹 39">
            <a:extLst>
              <a:ext uri="{FF2B5EF4-FFF2-40B4-BE49-F238E27FC236}">
                <a16:creationId xmlns:a16="http://schemas.microsoft.com/office/drawing/2014/main" id="{2E711495-B9F0-2080-6621-E7F37849F72C}"/>
              </a:ext>
            </a:extLst>
          </p:cNvPr>
          <p:cNvGrpSpPr/>
          <p:nvPr/>
        </p:nvGrpSpPr>
        <p:grpSpPr>
          <a:xfrm>
            <a:off x="4302793" y="2295585"/>
            <a:ext cx="358775" cy="358775"/>
            <a:chOff x="4746951" y="1635022"/>
            <a:chExt cx="358775" cy="358775"/>
          </a:xfrm>
        </p:grpSpPr>
        <p:sp>
          <p:nvSpPr>
            <p:cNvPr id="41" name="사각형: 둥근 모서리 40">
              <a:extLst>
                <a:ext uri="{FF2B5EF4-FFF2-40B4-BE49-F238E27FC236}">
                  <a16:creationId xmlns:a16="http://schemas.microsoft.com/office/drawing/2014/main" id="{276BDC91-5DA0-607C-4F80-4916086152F5}"/>
                </a:ext>
              </a:extLst>
            </p:cNvPr>
            <p:cNvSpPr/>
            <p:nvPr/>
          </p:nvSpPr>
          <p:spPr>
            <a:xfrm>
              <a:off x="4764088" y="1652273"/>
              <a:ext cx="323850" cy="32385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42" name="곱하기 기호 41">
              <a:extLst>
                <a:ext uri="{FF2B5EF4-FFF2-40B4-BE49-F238E27FC236}">
                  <a16:creationId xmlns:a16="http://schemas.microsoft.com/office/drawing/2014/main" id="{2911D1F5-0F1C-713D-2742-BD15D10D014B}"/>
                </a:ext>
              </a:extLst>
            </p:cNvPr>
            <p:cNvSpPr/>
            <p:nvPr/>
          </p:nvSpPr>
          <p:spPr>
            <a:xfrm>
              <a:off x="4746951" y="1635022"/>
              <a:ext cx="358775" cy="358775"/>
            </a:xfrm>
            <a:prstGeom prst="mathMultiply">
              <a:avLst>
                <a:gd name="adj1" fmla="val 16941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sp>
        <p:nvSpPr>
          <p:cNvPr id="43" name="TextBox 5">
            <a:extLst>
              <a:ext uri="{FF2B5EF4-FFF2-40B4-BE49-F238E27FC236}">
                <a16:creationId xmlns:a16="http://schemas.microsoft.com/office/drawing/2014/main" id="{3C73504B-6C71-C25A-D25F-C27841E3E84B}"/>
              </a:ext>
            </a:extLst>
          </p:cNvPr>
          <p:cNvSpPr txBox="1"/>
          <p:nvPr/>
        </p:nvSpPr>
        <p:spPr>
          <a:xfrm>
            <a:off x="1507709" y="2544619"/>
            <a:ext cx="306754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100" b="1" dirty="0"/>
              <a:t>알이 부화했습니다</a:t>
            </a:r>
            <a:r>
              <a:rPr lang="en-US" altLang="ko-KR" sz="1100" b="1" dirty="0"/>
              <a:t>!</a:t>
            </a:r>
            <a:endParaRPr lang="ko-KR" altLang="en-US" sz="1100" b="1" dirty="0"/>
          </a:p>
        </p:txBody>
      </p:sp>
      <p:grpSp>
        <p:nvGrpSpPr>
          <p:cNvPr id="44" name="그룹 43">
            <a:extLst>
              <a:ext uri="{FF2B5EF4-FFF2-40B4-BE49-F238E27FC236}">
                <a16:creationId xmlns:a16="http://schemas.microsoft.com/office/drawing/2014/main" id="{489226CD-42F4-BC17-7E88-2CDF9579D96E}"/>
              </a:ext>
            </a:extLst>
          </p:cNvPr>
          <p:cNvGrpSpPr/>
          <p:nvPr/>
        </p:nvGrpSpPr>
        <p:grpSpPr>
          <a:xfrm>
            <a:off x="2680275" y="3776345"/>
            <a:ext cx="983906" cy="276559"/>
            <a:chOff x="5581662" y="3805297"/>
            <a:chExt cx="983906" cy="276559"/>
          </a:xfrm>
        </p:grpSpPr>
        <p:sp>
          <p:nvSpPr>
            <p:cNvPr id="45" name="사각형: 둥근 모서리 44">
              <a:extLst>
                <a:ext uri="{FF2B5EF4-FFF2-40B4-BE49-F238E27FC236}">
                  <a16:creationId xmlns:a16="http://schemas.microsoft.com/office/drawing/2014/main" id="{B6B5DCB9-4424-4761-A5EC-6604041F62EE}"/>
                </a:ext>
              </a:extLst>
            </p:cNvPr>
            <p:cNvSpPr/>
            <p:nvPr/>
          </p:nvSpPr>
          <p:spPr>
            <a:xfrm>
              <a:off x="5581662" y="3805297"/>
              <a:ext cx="797735" cy="276559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46" name="TextBox 7">
              <a:extLst>
                <a:ext uri="{FF2B5EF4-FFF2-40B4-BE49-F238E27FC236}">
                  <a16:creationId xmlns:a16="http://schemas.microsoft.com/office/drawing/2014/main" id="{DFC94658-8287-DEA5-40A7-7DDF744BF18E}"/>
                </a:ext>
              </a:extLst>
            </p:cNvPr>
            <p:cNvSpPr txBox="1"/>
            <p:nvPr/>
          </p:nvSpPr>
          <p:spPr>
            <a:xfrm>
              <a:off x="5782913" y="3834052"/>
              <a:ext cx="782655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b="1" dirty="0"/>
                <a:t>확인</a:t>
              </a:r>
            </a:p>
          </p:txBody>
        </p:sp>
      </p:grpSp>
      <p:pic>
        <p:nvPicPr>
          <p:cNvPr id="52" name="그림 51">
            <a:extLst>
              <a:ext uri="{FF2B5EF4-FFF2-40B4-BE49-F238E27FC236}">
                <a16:creationId xmlns:a16="http://schemas.microsoft.com/office/drawing/2014/main" id="{6413E3CA-2118-0757-414E-24FBF24EB48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02610" y="3010541"/>
            <a:ext cx="477739" cy="477739"/>
          </a:xfrm>
          <a:prstGeom prst="rect">
            <a:avLst/>
          </a:prstGeom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D3E84055-4E4D-29F4-B903-5DF468E8D9EF}"/>
              </a:ext>
            </a:extLst>
          </p:cNvPr>
          <p:cNvSpPr txBox="1"/>
          <p:nvPr/>
        </p:nvSpPr>
        <p:spPr>
          <a:xfrm>
            <a:off x="1479006" y="4371735"/>
            <a:ext cx="2647207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dirty="0"/>
              <a:t>연출 </a:t>
            </a:r>
            <a:r>
              <a:rPr lang="en-US" altLang="ko-KR" sz="900" dirty="0"/>
              <a:t>: </a:t>
            </a:r>
            <a:r>
              <a:rPr lang="ko-KR" altLang="en-US" sz="900" dirty="0"/>
              <a:t>알이 말랑거리며 부들거리다가 </a:t>
            </a:r>
            <a:r>
              <a:rPr lang="ko-KR" altLang="en-US" sz="900" dirty="0" err="1"/>
              <a:t>빛이나며</a:t>
            </a:r>
            <a:r>
              <a:rPr lang="ko-KR" altLang="en-US" sz="900" dirty="0"/>
              <a:t> 팝업을 잠깐 가렸다가  </a:t>
            </a:r>
            <a:endParaRPr lang="en-US" altLang="ko-KR" sz="900" dirty="0"/>
          </a:p>
          <a:p>
            <a:r>
              <a:rPr lang="en-US" altLang="ko-KR" sz="900" dirty="0"/>
              <a:t>(</a:t>
            </a:r>
            <a:r>
              <a:rPr lang="ko-KR" altLang="en-US" sz="900" dirty="0"/>
              <a:t>연출동안은 확인 </a:t>
            </a:r>
            <a:r>
              <a:rPr lang="ko-KR" altLang="en-US" sz="900" dirty="0" err="1"/>
              <a:t>못누름</a:t>
            </a:r>
            <a:r>
              <a:rPr lang="en-US" altLang="ko-KR" sz="900" dirty="0"/>
              <a:t>)</a:t>
            </a:r>
            <a:endParaRPr lang="ko-KR" altLang="en-US" sz="900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2C8D035-7E57-D7C8-D8D8-B4CF4F9B65E6}"/>
              </a:ext>
            </a:extLst>
          </p:cNvPr>
          <p:cNvSpPr txBox="1"/>
          <p:nvPr/>
        </p:nvSpPr>
        <p:spPr>
          <a:xfrm>
            <a:off x="7038716" y="4326976"/>
            <a:ext cx="264720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dirty="0"/>
              <a:t>연출 </a:t>
            </a:r>
            <a:r>
              <a:rPr lang="en-US" altLang="ko-KR" sz="900" dirty="0"/>
              <a:t>: </a:t>
            </a:r>
            <a:r>
              <a:rPr lang="ko-KR" altLang="en-US" sz="900" dirty="0"/>
              <a:t>태어난 달팽이 모습이 보임</a:t>
            </a:r>
          </a:p>
        </p:txBody>
      </p:sp>
    </p:spTree>
    <p:extLst>
      <p:ext uri="{BB962C8B-B14F-4D97-AF65-F5344CB8AC3E}">
        <p14:creationId xmlns:p14="http://schemas.microsoft.com/office/powerpoint/2010/main" val="413812893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A56961F-2E35-5F38-48B6-6C9852CF77DB}"/>
              </a:ext>
            </a:extLst>
          </p:cNvPr>
          <p:cNvSpPr txBox="1"/>
          <p:nvPr/>
        </p:nvSpPr>
        <p:spPr>
          <a:xfrm>
            <a:off x="145731" y="186676"/>
            <a:ext cx="1670921" cy="27699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설정 팝업</a:t>
            </a: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993274AE-FDF0-617C-C2BA-534B5AC9CC48}"/>
              </a:ext>
            </a:extLst>
          </p:cNvPr>
          <p:cNvSpPr/>
          <p:nvPr/>
        </p:nvSpPr>
        <p:spPr>
          <a:xfrm>
            <a:off x="4492774" y="1747523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0FD7D964-6B57-90DC-E1D6-43A39C4C2115}"/>
              </a:ext>
            </a:extLst>
          </p:cNvPr>
          <p:cNvSpPr/>
          <p:nvPr/>
        </p:nvSpPr>
        <p:spPr>
          <a:xfrm>
            <a:off x="6440488" y="1652273"/>
            <a:ext cx="323850" cy="323850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곱하기 기호 35">
            <a:extLst>
              <a:ext uri="{FF2B5EF4-FFF2-40B4-BE49-F238E27FC236}">
                <a16:creationId xmlns:a16="http://schemas.microsoft.com/office/drawing/2014/main" id="{1D120A84-0EFA-0E2A-E9B0-849A375123F1}"/>
              </a:ext>
            </a:extLst>
          </p:cNvPr>
          <p:cNvSpPr/>
          <p:nvPr/>
        </p:nvSpPr>
        <p:spPr>
          <a:xfrm>
            <a:off x="6423351" y="1635022"/>
            <a:ext cx="358775" cy="358775"/>
          </a:xfrm>
          <a:prstGeom prst="mathMultiply">
            <a:avLst>
              <a:gd name="adj1" fmla="val 1694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5F94CB57-8403-1266-6FB7-5EC088C6FA4A}"/>
              </a:ext>
            </a:extLst>
          </p:cNvPr>
          <p:cNvGrpSpPr/>
          <p:nvPr/>
        </p:nvGrpSpPr>
        <p:grpSpPr>
          <a:xfrm>
            <a:off x="5088161" y="1361892"/>
            <a:ext cx="1141042" cy="442051"/>
            <a:chOff x="6711477" y="1465221"/>
            <a:chExt cx="1416357" cy="548711"/>
          </a:xfrm>
        </p:grpSpPr>
        <p:sp>
          <p:nvSpPr>
            <p:cNvPr id="89" name="사각형: 둥근 모서리 88">
              <a:extLst>
                <a:ext uri="{FF2B5EF4-FFF2-40B4-BE49-F238E27FC236}">
                  <a16:creationId xmlns:a16="http://schemas.microsoft.com/office/drawing/2014/main" id="{D699D874-76A4-5E5D-62E0-F170353E09CC}"/>
                </a:ext>
              </a:extLst>
            </p:cNvPr>
            <p:cNvSpPr/>
            <p:nvPr/>
          </p:nvSpPr>
          <p:spPr>
            <a:xfrm>
              <a:off x="6839352" y="1586038"/>
              <a:ext cx="955998" cy="274512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90" name="그림 89">
              <a:extLst>
                <a:ext uri="{FF2B5EF4-FFF2-40B4-BE49-F238E27FC236}">
                  <a16:creationId xmlns:a16="http://schemas.microsoft.com/office/drawing/2014/main" id="{394A558F-C8F4-E9DF-BB47-7E90C058AF4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11477" y="1465221"/>
              <a:ext cx="548711" cy="548711"/>
            </a:xfrm>
            <a:prstGeom prst="rect">
              <a:avLst/>
            </a:prstGeom>
          </p:spPr>
        </p:pic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F6331F39-1719-766D-BF67-886C2F681530}"/>
                </a:ext>
              </a:extLst>
            </p:cNvPr>
            <p:cNvSpPr txBox="1"/>
            <p:nvPr/>
          </p:nvSpPr>
          <p:spPr>
            <a:xfrm>
              <a:off x="6883235" y="1560569"/>
              <a:ext cx="1244599" cy="3151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50" b="1"/>
                <a:t>5,000</a:t>
              </a:r>
              <a:endParaRPr lang="ko-KR" altLang="en-US" sz="1050" b="1"/>
            </a:p>
          </p:txBody>
        </p:sp>
      </p:grpSp>
      <p:sp>
        <p:nvSpPr>
          <p:cNvPr id="95" name="사각형: 둥근 모서리 94">
            <a:extLst>
              <a:ext uri="{FF2B5EF4-FFF2-40B4-BE49-F238E27FC236}">
                <a16:creationId xmlns:a16="http://schemas.microsoft.com/office/drawing/2014/main" id="{FBA23E6D-2870-E8AD-E0E6-05096E7CC47D}"/>
              </a:ext>
            </a:extLst>
          </p:cNvPr>
          <p:cNvSpPr/>
          <p:nvPr/>
        </p:nvSpPr>
        <p:spPr>
          <a:xfrm>
            <a:off x="4600816" y="1437944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96" name="Picture 2" descr="설정 - 무료 ui개 아이콘">
            <a:extLst>
              <a:ext uri="{FF2B5EF4-FFF2-40B4-BE49-F238E27FC236}">
                <a16:creationId xmlns:a16="http://schemas.microsoft.com/office/drawing/2014/main" id="{A797F9BF-8624-D414-8F1C-383A5A1D90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52981" y="1459959"/>
            <a:ext cx="265099" cy="265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7" name="TextBox 96">
            <a:extLst>
              <a:ext uri="{FF2B5EF4-FFF2-40B4-BE49-F238E27FC236}">
                <a16:creationId xmlns:a16="http://schemas.microsoft.com/office/drawing/2014/main" id="{1B54229A-06B0-9153-C7C5-E3CA7EE12381}"/>
              </a:ext>
            </a:extLst>
          </p:cNvPr>
          <p:cNvSpPr txBox="1"/>
          <p:nvPr/>
        </p:nvSpPr>
        <p:spPr>
          <a:xfrm>
            <a:off x="4976812" y="1794285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 dirty="0"/>
              <a:t>설정</a:t>
            </a:r>
          </a:p>
        </p:txBody>
      </p:sp>
      <p:sp>
        <p:nvSpPr>
          <p:cNvPr id="98" name="사각형: 둥근 모서리 97">
            <a:extLst>
              <a:ext uri="{FF2B5EF4-FFF2-40B4-BE49-F238E27FC236}">
                <a16:creationId xmlns:a16="http://schemas.microsoft.com/office/drawing/2014/main" id="{37DAF20F-516B-489D-D359-8A69C3F343B3}"/>
              </a:ext>
            </a:extLst>
          </p:cNvPr>
          <p:cNvSpPr/>
          <p:nvPr/>
        </p:nvSpPr>
        <p:spPr>
          <a:xfrm>
            <a:off x="4607415" y="2160572"/>
            <a:ext cx="1971237" cy="354157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4DBBC77B-25AA-B7B6-FA70-9FC07BE1AFCE}"/>
              </a:ext>
            </a:extLst>
          </p:cNvPr>
          <p:cNvSpPr txBox="1"/>
          <p:nvPr/>
        </p:nvSpPr>
        <p:spPr>
          <a:xfrm>
            <a:off x="4689853" y="2211536"/>
            <a:ext cx="12446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b="1" dirty="0"/>
              <a:t>Korean(</a:t>
            </a:r>
            <a:r>
              <a:rPr lang="en-US" altLang="ko-KR" sz="1000" b="1" dirty="0" err="1"/>
              <a:t>kr</a:t>
            </a:r>
            <a:r>
              <a:rPr lang="en-US" altLang="ko-KR" sz="1000" b="1" dirty="0"/>
              <a:t>)</a:t>
            </a:r>
            <a:endParaRPr lang="ko-KR" altLang="en-US" sz="1000" b="1" dirty="0"/>
          </a:p>
        </p:txBody>
      </p:sp>
      <p:sp>
        <p:nvSpPr>
          <p:cNvPr id="100" name="사각형: 둥근 모서리 99">
            <a:extLst>
              <a:ext uri="{FF2B5EF4-FFF2-40B4-BE49-F238E27FC236}">
                <a16:creationId xmlns:a16="http://schemas.microsoft.com/office/drawing/2014/main" id="{834C30BC-7857-41AF-E1FC-6852FD4ECDCC}"/>
              </a:ext>
            </a:extLst>
          </p:cNvPr>
          <p:cNvSpPr/>
          <p:nvPr/>
        </p:nvSpPr>
        <p:spPr>
          <a:xfrm>
            <a:off x="4607415" y="2595595"/>
            <a:ext cx="1971237" cy="354157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A557D783-D481-B682-65AA-3628751FF919}"/>
              </a:ext>
            </a:extLst>
          </p:cNvPr>
          <p:cNvSpPr txBox="1"/>
          <p:nvPr/>
        </p:nvSpPr>
        <p:spPr>
          <a:xfrm>
            <a:off x="4689853" y="2646559"/>
            <a:ext cx="142262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1" dirty="0"/>
              <a:t>업데이트 및 재시작</a:t>
            </a:r>
          </a:p>
        </p:txBody>
      </p:sp>
      <p:sp>
        <p:nvSpPr>
          <p:cNvPr id="102" name="사각형: 둥근 모서리 101">
            <a:extLst>
              <a:ext uri="{FF2B5EF4-FFF2-40B4-BE49-F238E27FC236}">
                <a16:creationId xmlns:a16="http://schemas.microsoft.com/office/drawing/2014/main" id="{2CCC2FBE-6CCE-0E4A-939D-489CEC284B90}"/>
              </a:ext>
            </a:extLst>
          </p:cNvPr>
          <p:cNvSpPr/>
          <p:nvPr/>
        </p:nvSpPr>
        <p:spPr>
          <a:xfrm>
            <a:off x="4607415" y="3036253"/>
            <a:ext cx="1971237" cy="354157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0C6D1347-097F-5660-B3A2-7CD7DE1D3603}"/>
              </a:ext>
            </a:extLst>
          </p:cNvPr>
          <p:cNvSpPr txBox="1"/>
          <p:nvPr/>
        </p:nvSpPr>
        <p:spPr>
          <a:xfrm>
            <a:off x="4689853" y="3087217"/>
            <a:ext cx="12446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b="1" dirty="0"/>
              <a:t>UI</a:t>
            </a:r>
            <a:r>
              <a:rPr lang="ko-KR" altLang="en-US" sz="1000" b="1" dirty="0"/>
              <a:t>크기</a:t>
            </a:r>
            <a:r>
              <a:rPr lang="en-US" altLang="ko-KR" sz="1000" b="1" dirty="0"/>
              <a:t>(x1)</a:t>
            </a:r>
            <a:endParaRPr lang="ko-KR" altLang="en-US" sz="1000" b="1" dirty="0"/>
          </a:p>
        </p:txBody>
      </p:sp>
      <p:sp>
        <p:nvSpPr>
          <p:cNvPr id="104" name="사각형: 둥근 모서리 103">
            <a:extLst>
              <a:ext uri="{FF2B5EF4-FFF2-40B4-BE49-F238E27FC236}">
                <a16:creationId xmlns:a16="http://schemas.microsoft.com/office/drawing/2014/main" id="{A5605E43-B299-536D-9ECC-3E433FD3BDBE}"/>
              </a:ext>
            </a:extLst>
          </p:cNvPr>
          <p:cNvSpPr/>
          <p:nvPr/>
        </p:nvSpPr>
        <p:spPr>
          <a:xfrm>
            <a:off x="4607415" y="3476516"/>
            <a:ext cx="1971237" cy="354157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1889350B-0A0A-D528-75AF-17CC43591093}"/>
              </a:ext>
            </a:extLst>
          </p:cNvPr>
          <p:cNvSpPr txBox="1"/>
          <p:nvPr/>
        </p:nvSpPr>
        <p:spPr>
          <a:xfrm>
            <a:off x="4689853" y="3527480"/>
            <a:ext cx="12446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b="1" dirty="0"/>
              <a:t>UI </a:t>
            </a:r>
            <a:r>
              <a:rPr lang="ko-KR" altLang="en-US" sz="1000" b="1" dirty="0"/>
              <a:t>항상 최대화</a:t>
            </a:r>
          </a:p>
        </p:txBody>
      </p:sp>
      <p:sp>
        <p:nvSpPr>
          <p:cNvPr id="184" name="사각형: 둥근 모서리 183">
            <a:extLst>
              <a:ext uri="{FF2B5EF4-FFF2-40B4-BE49-F238E27FC236}">
                <a16:creationId xmlns:a16="http://schemas.microsoft.com/office/drawing/2014/main" id="{C5664793-B491-1337-D16A-8CB6A38BD36A}"/>
              </a:ext>
            </a:extLst>
          </p:cNvPr>
          <p:cNvSpPr/>
          <p:nvPr/>
        </p:nvSpPr>
        <p:spPr>
          <a:xfrm>
            <a:off x="2283684" y="1747523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5" name="사각형: 둥근 모서리 184">
            <a:extLst>
              <a:ext uri="{FF2B5EF4-FFF2-40B4-BE49-F238E27FC236}">
                <a16:creationId xmlns:a16="http://schemas.microsoft.com/office/drawing/2014/main" id="{5BD61A77-AF06-68C8-8349-043ECEDF1A4C}"/>
              </a:ext>
            </a:extLst>
          </p:cNvPr>
          <p:cNvSpPr/>
          <p:nvPr/>
        </p:nvSpPr>
        <p:spPr>
          <a:xfrm>
            <a:off x="2857959" y="1436373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6" name="사각형: 둥근 모서리 185">
            <a:extLst>
              <a:ext uri="{FF2B5EF4-FFF2-40B4-BE49-F238E27FC236}">
                <a16:creationId xmlns:a16="http://schemas.microsoft.com/office/drawing/2014/main" id="{761AB2E2-35CC-FE98-B162-2FC8961BDB62}"/>
              </a:ext>
            </a:extLst>
          </p:cNvPr>
          <p:cNvSpPr/>
          <p:nvPr/>
        </p:nvSpPr>
        <p:spPr>
          <a:xfrm>
            <a:off x="2429377" y="1432938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7" name="사각형: 둥근 모서리 186">
            <a:extLst>
              <a:ext uri="{FF2B5EF4-FFF2-40B4-BE49-F238E27FC236}">
                <a16:creationId xmlns:a16="http://schemas.microsoft.com/office/drawing/2014/main" id="{2DE14E23-20D4-3E07-3749-C66122D6F50A}"/>
              </a:ext>
            </a:extLst>
          </p:cNvPr>
          <p:cNvSpPr/>
          <p:nvPr/>
        </p:nvSpPr>
        <p:spPr>
          <a:xfrm>
            <a:off x="3303563" y="1436373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88" name="Picture 2" descr="잎 - 무료 자연개 아이콘">
            <a:extLst>
              <a:ext uri="{FF2B5EF4-FFF2-40B4-BE49-F238E27FC236}">
                <a16:creationId xmlns:a16="http://schemas.microsoft.com/office/drawing/2014/main" id="{16D01362-612A-39F4-11F6-DBBC2D531B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11729" y="1465245"/>
            <a:ext cx="251234" cy="2512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9" name="Picture 2" descr="Material 디자인 스타일의 달팽이 아이콘">
            <a:extLst>
              <a:ext uri="{FF2B5EF4-FFF2-40B4-BE49-F238E27FC236}">
                <a16:creationId xmlns:a16="http://schemas.microsoft.com/office/drawing/2014/main" id="{6BBF6A11-02BF-874D-3830-3AD2A8C144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8750" r="91250">
                        <a14:foregroundMark x1="90833" y1="41250" x2="90833" y2="41250"/>
                        <a14:foregroundMark x1="91250" y1="16167" x2="91250" y2="16167"/>
                        <a14:foregroundMark x1="8750" y1="46000" x2="8750" y2="460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60186" y="1439808"/>
            <a:ext cx="297156" cy="2971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0" name="Picture 4" descr="상점 아이콘 구매 기호입니다 장바구니 아이콘재고에 대 한 가방에 대한 스톡 벡터 아트 및 기타 이미지 - 가방, 고객, 구매 -  iStock">
            <a:extLst>
              <a:ext uri="{FF2B5EF4-FFF2-40B4-BE49-F238E27FC236}">
                <a16:creationId xmlns:a16="http://schemas.microsoft.com/office/drawing/2014/main" id="{2444A208-A5C5-E45B-B458-A1D32A5B3E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10000" b="90000" l="10000" r="90000">
                        <a14:foregroundMark x1="46154" y1="42067" x2="53846" y2="41106"/>
                        <a14:foregroundMark x1="63462" y1="32452" x2="63462" y2="32452"/>
                        <a14:foregroundMark x1="41587" y1="29087" x2="40144" y2="2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92618" y="1402576"/>
            <a:ext cx="385763" cy="385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1" name="TextBox 190">
            <a:extLst>
              <a:ext uri="{FF2B5EF4-FFF2-40B4-BE49-F238E27FC236}">
                <a16:creationId xmlns:a16="http://schemas.microsoft.com/office/drawing/2014/main" id="{557A884B-5B9D-1766-86BC-33DCB14296BB}"/>
              </a:ext>
            </a:extLst>
          </p:cNvPr>
          <p:cNvSpPr txBox="1"/>
          <p:nvPr/>
        </p:nvSpPr>
        <p:spPr>
          <a:xfrm>
            <a:off x="2777596" y="1799861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 dirty="0"/>
              <a:t>달팽이 설정</a:t>
            </a:r>
          </a:p>
        </p:txBody>
      </p:sp>
      <p:sp>
        <p:nvSpPr>
          <p:cNvPr id="212" name="사각형: 둥근 모서리 211">
            <a:extLst>
              <a:ext uri="{FF2B5EF4-FFF2-40B4-BE49-F238E27FC236}">
                <a16:creationId xmlns:a16="http://schemas.microsoft.com/office/drawing/2014/main" id="{F84AFA49-92C1-3396-691B-25CDA04AD36D}"/>
              </a:ext>
            </a:extLst>
          </p:cNvPr>
          <p:cNvSpPr/>
          <p:nvPr/>
        </p:nvSpPr>
        <p:spPr>
          <a:xfrm>
            <a:off x="3303563" y="1436373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3" name="사각형: 둥근 모서리 212">
            <a:extLst>
              <a:ext uri="{FF2B5EF4-FFF2-40B4-BE49-F238E27FC236}">
                <a16:creationId xmlns:a16="http://schemas.microsoft.com/office/drawing/2014/main" id="{2C79B3A3-7EAF-1728-1123-CD7E122346BD}"/>
              </a:ext>
            </a:extLst>
          </p:cNvPr>
          <p:cNvSpPr/>
          <p:nvPr/>
        </p:nvSpPr>
        <p:spPr>
          <a:xfrm>
            <a:off x="3754265" y="1435813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14" name="Picture 4" descr="상점 아이콘 구매 기호입니다 장바구니 아이콘재고에 대 한 가방에 대한 스톡 벡터 아트 및 기타 이미지 - 가방, 고객, 구매 -  iStock">
            <a:extLst>
              <a:ext uri="{FF2B5EF4-FFF2-40B4-BE49-F238E27FC236}">
                <a16:creationId xmlns:a16="http://schemas.microsoft.com/office/drawing/2014/main" id="{CA4508CD-3A05-23A4-9FDD-F43713934E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10000" b="90000" l="10000" r="90000">
                        <a14:foregroundMark x1="46154" y1="42067" x2="53846" y2="41106"/>
                        <a14:foregroundMark x1="63462" y1="32452" x2="63462" y2="32452"/>
                        <a14:foregroundMark x1="41587" y1="29087" x2="40144" y2="2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43320" y="1402016"/>
            <a:ext cx="385763" cy="385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5" name="Picture 8" descr="Eggs - Free food icons">
            <a:extLst>
              <a:ext uri="{FF2B5EF4-FFF2-40B4-BE49-F238E27FC236}">
                <a16:creationId xmlns:a16="http://schemas.microsoft.com/office/drawing/2014/main" id="{14FE5D5D-89D8-ED27-11DF-731C79ECEA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62008" y="1467181"/>
            <a:ext cx="241884" cy="2418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16" name="사각형: 둥근 모서리 215">
            <a:extLst>
              <a:ext uri="{FF2B5EF4-FFF2-40B4-BE49-F238E27FC236}">
                <a16:creationId xmlns:a16="http://schemas.microsoft.com/office/drawing/2014/main" id="{B6E9400E-E7BA-70F4-22A7-8A79D9A6C904}"/>
              </a:ext>
            </a:extLst>
          </p:cNvPr>
          <p:cNvSpPr/>
          <p:nvPr/>
        </p:nvSpPr>
        <p:spPr>
          <a:xfrm>
            <a:off x="4607415" y="3916779"/>
            <a:ext cx="1971237" cy="354157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83B945D1-56B4-D19D-E0BC-0096A68CB76E}"/>
              </a:ext>
            </a:extLst>
          </p:cNvPr>
          <p:cNvSpPr txBox="1"/>
          <p:nvPr/>
        </p:nvSpPr>
        <p:spPr>
          <a:xfrm>
            <a:off x="4989950" y="3967743"/>
            <a:ext cx="12446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b="1" dirty="0"/>
              <a:t>종료</a:t>
            </a:r>
          </a:p>
        </p:txBody>
      </p:sp>
      <p:sp>
        <p:nvSpPr>
          <p:cNvPr id="218" name="사각형: 둥근 모서리 217">
            <a:extLst>
              <a:ext uri="{FF2B5EF4-FFF2-40B4-BE49-F238E27FC236}">
                <a16:creationId xmlns:a16="http://schemas.microsoft.com/office/drawing/2014/main" id="{DE711A34-6E83-2EB9-7EE8-C0F982A7F881}"/>
              </a:ext>
            </a:extLst>
          </p:cNvPr>
          <p:cNvSpPr/>
          <p:nvPr/>
        </p:nvSpPr>
        <p:spPr>
          <a:xfrm>
            <a:off x="2406894" y="2372478"/>
            <a:ext cx="1971237" cy="354157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9" name="TextBox 218">
            <a:extLst>
              <a:ext uri="{FF2B5EF4-FFF2-40B4-BE49-F238E27FC236}">
                <a16:creationId xmlns:a16="http://schemas.microsoft.com/office/drawing/2014/main" id="{390A7F8B-72A9-58E8-68CC-9EDB5CA5D3C2}"/>
              </a:ext>
            </a:extLst>
          </p:cNvPr>
          <p:cNvSpPr txBox="1"/>
          <p:nvPr/>
        </p:nvSpPr>
        <p:spPr>
          <a:xfrm>
            <a:off x="2487542" y="2423442"/>
            <a:ext cx="12446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1" dirty="0"/>
              <a:t>알 생성 금지</a:t>
            </a:r>
          </a:p>
        </p:txBody>
      </p:sp>
      <p:sp>
        <p:nvSpPr>
          <p:cNvPr id="220" name="사각형: 둥근 모서리 219">
            <a:extLst>
              <a:ext uri="{FF2B5EF4-FFF2-40B4-BE49-F238E27FC236}">
                <a16:creationId xmlns:a16="http://schemas.microsoft.com/office/drawing/2014/main" id="{46C8473F-A60B-C199-CB44-0B3067851A99}"/>
              </a:ext>
            </a:extLst>
          </p:cNvPr>
          <p:cNvSpPr/>
          <p:nvPr/>
        </p:nvSpPr>
        <p:spPr>
          <a:xfrm>
            <a:off x="4113040" y="2472262"/>
            <a:ext cx="170148" cy="170148"/>
          </a:xfrm>
          <a:prstGeom prst="roundRect">
            <a:avLst/>
          </a:prstGeom>
          <a:solidFill>
            <a:schemeClr val="bg1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1" name="사각형: 둥근 모서리 220">
            <a:extLst>
              <a:ext uri="{FF2B5EF4-FFF2-40B4-BE49-F238E27FC236}">
                <a16:creationId xmlns:a16="http://schemas.microsoft.com/office/drawing/2014/main" id="{F31ADD32-2D90-99F0-8045-3790914AA962}"/>
              </a:ext>
            </a:extLst>
          </p:cNvPr>
          <p:cNvSpPr/>
          <p:nvPr/>
        </p:nvSpPr>
        <p:spPr>
          <a:xfrm>
            <a:off x="2406894" y="3054405"/>
            <a:ext cx="1971237" cy="354157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2" name="TextBox 221">
            <a:extLst>
              <a:ext uri="{FF2B5EF4-FFF2-40B4-BE49-F238E27FC236}">
                <a16:creationId xmlns:a16="http://schemas.microsoft.com/office/drawing/2014/main" id="{4994D829-5484-1096-8972-C97EA694DB00}"/>
              </a:ext>
            </a:extLst>
          </p:cNvPr>
          <p:cNvSpPr txBox="1"/>
          <p:nvPr/>
        </p:nvSpPr>
        <p:spPr>
          <a:xfrm>
            <a:off x="2487541" y="3105369"/>
            <a:ext cx="151085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1" dirty="0"/>
              <a:t>배고픔 알림</a:t>
            </a:r>
          </a:p>
        </p:txBody>
      </p:sp>
      <p:sp>
        <p:nvSpPr>
          <p:cNvPr id="223" name="사각형: 둥근 모서리 222">
            <a:extLst>
              <a:ext uri="{FF2B5EF4-FFF2-40B4-BE49-F238E27FC236}">
                <a16:creationId xmlns:a16="http://schemas.microsoft.com/office/drawing/2014/main" id="{FED569A9-730A-CF32-4B35-1F70292CD8B1}"/>
              </a:ext>
            </a:extLst>
          </p:cNvPr>
          <p:cNvSpPr/>
          <p:nvPr/>
        </p:nvSpPr>
        <p:spPr>
          <a:xfrm>
            <a:off x="4113040" y="3145722"/>
            <a:ext cx="170148" cy="170148"/>
          </a:xfrm>
          <a:prstGeom prst="roundRect">
            <a:avLst/>
          </a:prstGeom>
          <a:solidFill>
            <a:schemeClr val="bg1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4" name="TextBox 223">
            <a:extLst>
              <a:ext uri="{FF2B5EF4-FFF2-40B4-BE49-F238E27FC236}">
                <a16:creationId xmlns:a16="http://schemas.microsoft.com/office/drawing/2014/main" id="{91FECE66-2600-DB7F-9227-92E00F677AB6}"/>
              </a:ext>
            </a:extLst>
          </p:cNvPr>
          <p:cNvSpPr txBox="1"/>
          <p:nvPr/>
        </p:nvSpPr>
        <p:spPr>
          <a:xfrm>
            <a:off x="2372901" y="2115698"/>
            <a:ext cx="12446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1" dirty="0"/>
              <a:t>알 관련</a:t>
            </a:r>
          </a:p>
        </p:txBody>
      </p:sp>
      <p:sp>
        <p:nvSpPr>
          <p:cNvPr id="225" name="TextBox 224">
            <a:extLst>
              <a:ext uri="{FF2B5EF4-FFF2-40B4-BE49-F238E27FC236}">
                <a16:creationId xmlns:a16="http://schemas.microsoft.com/office/drawing/2014/main" id="{352E2B5F-5D8F-B2A0-A972-0EBD5B68871B}"/>
              </a:ext>
            </a:extLst>
          </p:cNvPr>
          <p:cNvSpPr txBox="1"/>
          <p:nvPr/>
        </p:nvSpPr>
        <p:spPr>
          <a:xfrm>
            <a:off x="2372901" y="2800770"/>
            <a:ext cx="12446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1" dirty="0"/>
              <a:t>말풍선 알림</a:t>
            </a:r>
          </a:p>
        </p:txBody>
      </p:sp>
      <p:sp>
        <p:nvSpPr>
          <p:cNvPr id="226" name="사각형: 둥근 모서리 225">
            <a:extLst>
              <a:ext uri="{FF2B5EF4-FFF2-40B4-BE49-F238E27FC236}">
                <a16:creationId xmlns:a16="http://schemas.microsoft.com/office/drawing/2014/main" id="{E72A87DE-F5BA-CA29-58C6-FE18F70D107F}"/>
              </a:ext>
            </a:extLst>
          </p:cNvPr>
          <p:cNvSpPr/>
          <p:nvPr/>
        </p:nvSpPr>
        <p:spPr>
          <a:xfrm>
            <a:off x="2406894" y="3471692"/>
            <a:ext cx="1971237" cy="354157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7" name="TextBox 226">
            <a:extLst>
              <a:ext uri="{FF2B5EF4-FFF2-40B4-BE49-F238E27FC236}">
                <a16:creationId xmlns:a16="http://schemas.microsoft.com/office/drawing/2014/main" id="{8FE76CA5-F830-795A-07DE-197C26F7E741}"/>
              </a:ext>
            </a:extLst>
          </p:cNvPr>
          <p:cNvSpPr txBox="1"/>
          <p:nvPr/>
        </p:nvSpPr>
        <p:spPr>
          <a:xfrm>
            <a:off x="2487541" y="3522656"/>
            <a:ext cx="151085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1" dirty="0"/>
              <a:t>관심 알림</a:t>
            </a:r>
          </a:p>
        </p:txBody>
      </p:sp>
      <p:sp>
        <p:nvSpPr>
          <p:cNvPr id="228" name="사각형: 둥근 모서리 227">
            <a:extLst>
              <a:ext uri="{FF2B5EF4-FFF2-40B4-BE49-F238E27FC236}">
                <a16:creationId xmlns:a16="http://schemas.microsoft.com/office/drawing/2014/main" id="{E4FAF59C-6357-645C-B050-3403AF20DB1C}"/>
              </a:ext>
            </a:extLst>
          </p:cNvPr>
          <p:cNvSpPr/>
          <p:nvPr/>
        </p:nvSpPr>
        <p:spPr>
          <a:xfrm>
            <a:off x="4113040" y="3563009"/>
            <a:ext cx="170148" cy="170148"/>
          </a:xfrm>
          <a:prstGeom prst="roundRect">
            <a:avLst/>
          </a:prstGeom>
          <a:solidFill>
            <a:schemeClr val="bg1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9" name="사각형: 둥근 모서리 228">
            <a:extLst>
              <a:ext uri="{FF2B5EF4-FFF2-40B4-BE49-F238E27FC236}">
                <a16:creationId xmlns:a16="http://schemas.microsoft.com/office/drawing/2014/main" id="{229829C9-76DF-2B68-A9E3-A24295B94FB1}"/>
              </a:ext>
            </a:extLst>
          </p:cNvPr>
          <p:cNvSpPr/>
          <p:nvPr/>
        </p:nvSpPr>
        <p:spPr>
          <a:xfrm>
            <a:off x="2406894" y="3890189"/>
            <a:ext cx="1971237" cy="354157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0" name="TextBox 229">
            <a:extLst>
              <a:ext uri="{FF2B5EF4-FFF2-40B4-BE49-F238E27FC236}">
                <a16:creationId xmlns:a16="http://schemas.microsoft.com/office/drawing/2014/main" id="{4E4DA5AF-9D07-F197-FED1-EAA0EB34BA2F}"/>
              </a:ext>
            </a:extLst>
          </p:cNvPr>
          <p:cNvSpPr txBox="1"/>
          <p:nvPr/>
        </p:nvSpPr>
        <p:spPr>
          <a:xfrm>
            <a:off x="2487541" y="3941153"/>
            <a:ext cx="151085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1" dirty="0"/>
              <a:t>코인 알림</a:t>
            </a:r>
          </a:p>
        </p:txBody>
      </p:sp>
      <p:sp>
        <p:nvSpPr>
          <p:cNvPr id="231" name="사각형: 둥근 모서리 230">
            <a:extLst>
              <a:ext uri="{FF2B5EF4-FFF2-40B4-BE49-F238E27FC236}">
                <a16:creationId xmlns:a16="http://schemas.microsoft.com/office/drawing/2014/main" id="{8A29B13D-4C02-01ED-149A-56755E8AB200}"/>
              </a:ext>
            </a:extLst>
          </p:cNvPr>
          <p:cNvSpPr/>
          <p:nvPr/>
        </p:nvSpPr>
        <p:spPr>
          <a:xfrm>
            <a:off x="4113040" y="3981506"/>
            <a:ext cx="170148" cy="170148"/>
          </a:xfrm>
          <a:prstGeom prst="roundRect">
            <a:avLst/>
          </a:prstGeom>
          <a:solidFill>
            <a:schemeClr val="bg1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2" name="자유형: 도형 231">
            <a:extLst>
              <a:ext uri="{FF2B5EF4-FFF2-40B4-BE49-F238E27FC236}">
                <a16:creationId xmlns:a16="http://schemas.microsoft.com/office/drawing/2014/main" id="{501B1340-757C-B710-7C32-E294F276A838}"/>
              </a:ext>
            </a:extLst>
          </p:cNvPr>
          <p:cNvSpPr/>
          <p:nvPr/>
        </p:nvSpPr>
        <p:spPr>
          <a:xfrm>
            <a:off x="4122423" y="3508345"/>
            <a:ext cx="169334" cy="169333"/>
          </a:xfrm>
          <a:custGeom>
            <a:avLst/>
            <a:gdLst>
              <a:gd name="connsiteX0" fmla="*/ 0 w 169334"/>
              <a:gd name="connsiteY0" fmla="*/ 84666 h 169333"/>
              <a:gd name="connsiteX1" fmla="*/ 50800 w 169334"/>
              <a:gd name="connsiteY1" fmla="*/ 169333 h 169333"/>
              <a:gd name="connsiteX2" fmla="*/ 169334 w 169334"/>
              <a:gd name="connsiteY2" fmla="*/ 0 h 1693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69334" h="169333">
                <a:moveTo>
                  <a:pt x="0" y="84666"/>
                </a:moveTo>
                <a:lnTo>
                  <a:pt x="50800" y="169333"/>
                </a:lnTo>
                <a:lnTo>
                  <a:pt x="169334" y="0"/>
                </a:lnTo>
              </a:path>
            </a:pathLst>
          </a:cu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3" name="화살표: 갈매기형 수장 232">
            <a:extLst>
              <a:ext uri="{FF2B5EF4-FFF2-40B4-BE49-F238E27FC236}">
                <a16:creationId xmlns:a16="http://schemas.microsoft.com/office/drawing/2014/main" id="{309C4204-9440-4CBB-6CB0-CFC72E68ADB1}"/>
              </a:ext>
            </a:extLst>
          </p:cNvPr>
          <p:cNvSpPr/>
          <p:nvPr/>
        </p:nvSpPr>
        <p:spPr>
          <a:xfrm rot="5400000">
            <a:off x="6305647" y="2272204"/>
            <a:ext cx="101898" cy="138041"/>
          </a:xfrm>
          <a:prstGeom prst="chevron">
            <a:avLst>
              <a:gd name="adj" fmla="val 56701"/>
            </a:avLst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34" name="화살표: 갈매기형 수장 233">
            <a:extLst>
              <a:ext uri="{FF2B5EF4-FFF2-40B4-BE49-F238E27FC236}">
                <a16:creationId xmlns:a16="http://schemas.microsoft.com/office/drawing/2014/main" id="{969687A7-8D93-DA05-31B8-7E9115256E19}"/>
              </a:ext>
            </a:extLst>
          </p:cNvPr>
          <p:cNvSpPr/>
          <p:nvPr/>
        </p:nvSpPr>
        <p:spPr>
          <a:xfrm rot="5400000">
            <a:off x="6305646" y="3147691"/>
            <a:ext cx="101898" cy="138041"/>
          </a:xfrm>
          <a:prstGeom prst="chevron">
            <a:avLst>
              <a:gd name="adj" fmla="val 56701"/>
            </a:avLst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36" name="사각형: 둥근 모서리 235">
            <a:extLst>
              <a:ext uri="{FF2B5EF4-FFF2-40B4-BE49-F238E27FC236}">
                <a16:creationId xmlns:a16="http://schemas.microsoft.com/office/drawing/2014/main" id="{34B02F4E-9AA7-9479-C88C-24BD2B4E7236}"/>
              </a:ext>
            </a:extLst>
          </p:cNvPr>
          <p:cNvSpPr/>
          <p:nvPr/>
        </p:nvSpPr>
        <p:spPr>
          <a:xfrm>
            <a:off x="6288438" y="3574804"/>
            <a:ext cx="170148" cy="170148"/>
          </a:xfrm>
          <a:prstGeom prst="roundRect">
            <a:avLst/>
          </a:prstGeom>
          <a:solidFill>
            <a:schemeClr val="bg1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7" name="자유형: 도형 236">
            <a:extLst>
              <a:ext uri="{FF2B5EF4-FFF2-40B4-BE49-F238E27FC236}">
                <a16:creationId xmlns:a16="http://schemas.microsoft.com/office/drawing/2014/main" id="{A4D18FB8-27B1-1304-E8BD-99B50BFBF07A}"/>
              </a:ext>
            </a:extLst>
          </p:cNvPr>
          <p:cNvSpPr/>
          <p:nvPr/>
        </p:nvSpPr>
        <p:spPr>
          <a:xfrm>
            <a:off x="4113854" y="3108217"/>
            <a:ext cx="169334" cy="169333"/>
          </a:xfrm>
          <a:custGeom>
            <a:avLst/>
            <a:gdLst>
              <a:gd name="connsiteX0" fmla="*/ 0 w 169334"/>
              <a:gd name="connsiteY0" fmla="*/ 84666 h 169333"/>
              <a:gd name="connsiteX1" fmla="*/ 50800 w 169334"/>
              <a:gd name="connsiteY1" fmla="*/ 169333 h 169333"/>
              <a:gd name="connsiteX2" fmla="*/ 169334 w 169334"/>
              <a:gd name="connsiteY2" fmla="*/ 0 h 1693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69334" h="169333">
                <a:moveTo>
                  <a:pt x="0" y="84666"/>
                </a:moveTo>
                <a:lnTo>
                  <a:pt x="50800" y="169333"/>
                </a:lnTo>
                <a:lnTo>
                  <a:pt x="169334" y="0"/>
                </a:lnTo>
              </a:path>
            </a:pathLst>
          </a:cu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8" name="자유형: 도형 237">
            <a:extLst>
              <a:ext uri="{FF2B5EF4-FFF2-40B4-BE49-F238E27FC236}">
                <a16:creationId xmlns:a16="http://schemas.microsoft.com/office/drawing/2014/main" id="{F1A6CFBE-21AC-3F63-D69E-78F58BB90722}"/>
              </a:ext>
            </a:extLst>
          </p:cNvPr>
          <p:cNvSpPr/>
          <p:nvPr/>
        </p:nvSpPr>
        <p:spPr>
          <a:xfrm>
            <a:off x="4122423" y="3924205"/>
            <a:ext cx="169334" cy="169333"/>
          </a:xfrm>
          <a:custGeom>
            <a:avLst/>
            <a:gdLst>
              <a:gd name="connsiteX0" fmla="*/ 0 w 169334"/>
              <a:gd name="connsiteY0" fmla="*/ 84666 h 169333"/>
              <a:gd name="connsiteX1" fmla="*/ 50800 w 169334"/>
              <a:gd name="connsiteY1" fmla="*/ 169333 h 169333"/>
              <a:gd name="connsiteX2" fmla="*/ 169334 w 169334"/>
              <a:gd name="connsiteY2" fmla="*/ 0 h 1693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69334" h="169333">
                <a:moveTo>
                  <a:pt x="0" y="84666"/>
                </a:moveTo>
                <a:lnTo>
                  <a:pt x="50800" y="169333"/>
                </a:lnTo>
                <a:lnTo>
                  <a:pt x="169334" y="0"/>
                </a:lnTo>
              </a:path>
            </a:pathLst>
          </a:cu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40" name="직선 연결선 239">
            <a:extLst>
              <a:ext uri="{FF2B5EF4-FFF2-40B4-BE49-F238E27FC236}">
                <a16:creationId xmlns:a16="http://schemas.microsoft.com/office/drawing/2014/main" id="{12532BE8-99DB-DDDB-55C8-D5A9489E82F6}"/>
              </a:ext>
            </a:extLst>
          </p:cNvPr>
          <p:cNvCxnSpPr/>
          <p:nvPr/>
        </p:nvCxnSpPr>
        <p:spPr>
          <a:xfrm>
            <a:off x="6578652" y="3196497"/>
            <a:ext cx="1532467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1" name="TextBox 240">
            <a:extLst>
              <a:ext uri="{FF2B5EF4-FFF2-40B4-BE49-F238E27FC236}">
                <a16:creationId xmlns:a16="http://schemas.microsoft.com/office/drawing/2014/main" id="{B63485B3-68F5-FD73-53A5-8B50D8E41A07}"/>
              </a:ext>
            </a:extLst>
          </p:cNvPr>
          <p:cNvSpPr txBox="1"/>
          <p:nvPr/>
        </p:nvSpPr>
        <p:spPr>
          <a:xfrm>
            <a:off x="8207740" y="3091825"/>
            <a:ext cx="28442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 dirty="0"/>
              <a:t>UI</a:t>
            </a:r>
            <a:r>
              <a:rPr lang="ko-KR" altLang="en-US" sz="900" b="1" dirty="0"/>
              <a:t>크기</a:t>
            </a:r>
            <a:r>
              <a:rPr lang="en-US" altLang="ko-KR" sz="900" b="1" dirty="0"/>
              <a:t>(x1)</a:t>
            </a:r>
            <a:r>
              <a:rPr lang="ko-KR" altLang="en-US" sz="900" b="1" dirty="0"/>
              <a:t> </a:t>
            </a:r>
            <a:r>
              <a:rPr lang="en-US" altLang="ko-KR" sz="900" b="1" dirty="0"/>
              <a:t>/</a:t>
            </a:r>
            <a:r>
              <a:rPr lang="ko-KR" altLang="en-US" sz="900" b="1" dirty="0"/>
              <a:t> </a:t>
            </a:r>
            <a:r>
              <a:rPr lang="en-US" altLang="ko-KR" sz="900" b="1" dirty="0"/>
              <a:t>UI</a:t>
            </a:r>
            <a:r>
              <a:rPr lang="ko-KR" altLang="en-US" sz="900" b="1" dirty="0"/>
              <a:t>크기</a:t>
            </a:r>
            <a:r>
              <a:rPr lang="en-US" altLang="ko-KR" sz="900" b="1" dirty="0"/>
              <a:t>(x1.5) / UI</a:t>
            </a:r>
            <a:r>
              <a:rPr lang="ko-KR" altLang="en-US" sz="900" b="1" dirty="0"/>
              <a:t>크기</a:t>
            </a:r>
            <a:r>
              <a:rPr lang="en-US" altLang="ko-KR" sz="900" b="1" dirty="0"/>
              <a:t>(x2)</a:t>
            </a:r>
            <a:r>
              <a:rPr lang="ko-KR" altLang="en-US" sz="900" b="1" dirty="0"/>
              <a:t> 설정 제공</a:t>
            </a:r>
          </a:p>
          <a:p>
            <a:endParaRPr lang="en-US" altLang="ko-KR" sz="900" b="1" dirty="0"/>
          </a:p>
        </p:txBody>
      </p:sp>
      <p:sp>
        <p:nvSpPr>
          <p:cNvPr id="242" name="TextBox 241">
            <a:extLst>
              <a:ext uri="{FF2B5EF4-FFF2-40B4-BE49-F238E27FC236}">
                <a16:creationId xmlns:a16="http://schemas.microsoft.com/office/drawing/2014/main" id="{3FD9B0F7-F5ED-D47E-DFAD-8333C34048B2}"/>
              </a:ext>
            </a:extLst>
          </p:cNvPr>
          <p:cNvSpPr txBox="1"/>
          <p:nvPr/>
        </p:nvSpPr>
        <p:spPr>
          <a:xfrm>
            <a:off x="3070631" y="957801"/>
            <a:ext cx="284428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900" b="1" dirty="0" err="1"/>
              <a:t>보이는게</a:t>
            </a:r>
            <a:r>
              <a:rPr lang="ko-KR" altLang="en-US" sz="900" b="1" dirty="0"/>
              <a:t> 디폴트 값</a:t>
            </a:r>
            <a:endParaRPr lang="en-US" altLang="ko-KR" sz="900" b="1" dirty="0"/>
          </a:p>
        </p:txBody>
      </p:sp>
      <p:cxnSp>
        <p:nvCxnSpPr>
          <p:cNvPr id="243" name="직선 연결선 242">
            <a:extLst>
              <a:ext uri="{FF2B5EF4-FFF2-40B4-BE49-F238E27FC236}">
                <a16:creationId xmlns:a16="http://schemas.microsoft.com/office/drawing/2014/main" id="{52EA5CF6-BE47-F9BD-08B0-5264FC6C0699}"/>
              </a:ext>
            </a:extLst>
          </p:cNvPr>
          <p:cNvCxnSpPr/>
          <p:nvPr/>
        </p:nvCxnSpPr>
        <p:spPr>
          <a:xfrm>
            <a:off x="6578652" y="3674064"/>
            <a:ext cx="1532467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4" name="TextBox 243">
            <a:extLst>
              <a:ext uri="{FF2B5EF4-FFF2-40B4-BE49-F238E27FC236}">
                <a16:creationId xmlns:a16="http://schemas.microsoft.com/office/drawing/2014/main" id="{2D0337D9-37DB-CD82-CE16-2A7C7C3C6582}"/>
              </a:ext>
            </a:extLst>
          </p:cNvPr>
          <p:cNvSpPr txBox="1"/>
          <p:nvPr/>
        </p:nvSpPr>
        <p:spPr>
          <a:xfrm>
            <a:off x="8207740" y="3569392"/>
            <a:ext cx="284428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b="1" dirty="0"/>
              <a:t>체크 시 </a:t>
            </a:r>
            <a:r>
              <a:rPr lang="en-US" altLang="ko-KR" sz="900" b="1" dirty="0"/>
              <a:t>UI</a:t>
            </a:r>
            <a:r>
              <a:rPr lang="ko-KR" altLang="en-US" sz="900" b="1" dirty="0"/>
              <a:t>항상 최대화</a:t>
            </a:r>
            <a:r>
              <a:rPr lang="en-US" altLang="ko-KR" sz="900" b="1" dirty="0"/>
              <a:t>(+)</a:t>
            </a:r>
          </a:p>
        </p:txBody>
      </p:sp>
      <p:cxnSp>
        <p:nvCxnSpPr>
          <p:cNvPr id="245" name="직선 연결선 244">
            <a:extLst>
              <a:ext uri="{FF2B5EF4-FFF2-40B4-BE49-F238E27FC236}">
                <a16:creationId xmlns:a16="http://schemas.microsoft.com/office/drawing/2014/main" id="{2F92AF64-6546-C020-C543-E8B2CC8FE6CC}"/>
              </a:ext>
            </a:extLst>
          </p:cNvPr>
          <p:cNvCxnSpPr/>
          <p:nvPr/>
        </p:nvCxnSpPr>
        <p:spPr>
          <a:xfrm>
            <a:off x="6578652" y="4081850"/>
            <a:ext cx="1532467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6" name="TextBox 245">
            <a:extLst>
              <a:ext uri="{FF2B5EF4-FFF2-40B4-BE49-F238E27FC236}">
                <a16:creationId xmlns:a16="http://schemas.microsoft.com/office/drawing/2014/main" id="{678DFA7F-330C-1BD6-F130-20B3EB3408DB}"/>
              </a:ext>
            </a:extLst>
          </p:cNvPr>
          <p:cNvSpPr txBox="1"/>
          <p:nvPr/>
        </p:nvSpPr>
        <p:spPr>
          <a:xfrm>
            <a:off x="8207740" y="3977178"/>
            <a:ext cx="284428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b="1" dirty="0"/>
              <a:t>종료 터치 시 바로 종료</a:t>
            </a:r>
            <a:endParaRPr lang="en-US" altLang="ko-KR" sz="900" b="1" dirty="0"/>
          </a:p>
        </p:txBody>
      </p:sp>
      <p:cxnSp>
        <p:nvCxnSpPr>
          <p:cNvPr id="247" name="직선 연결선 246">
            <a:extLst>
              <a:ext uri="{FF2B5EF4-FFF2-40B4-BE49-F238E27FC236}">
                <a16:creationId xmlns:a16="http://schemas.microsoft.com/office/drawing/2014/main" id="{573142D6-BDF0-00A3-6E65-424E9980C03E}"/>
              </a:ext>
            </a:extLst>
          </p:cNvPr>
          <p:cNvCxnSpPr/>
          <p:nvPr/>
        </p:nvCxnSpPr>
        <p:spPr>
          <a:xfrm>
            <a:off x="6578652" y="2330935"/>
            <a:ext cx="1532467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8" name="TextBox 247">
            <a:extLst>
              <a:ext uri="{FF2B5EF4-FFF2-40B4-BE49-F238E27FC236}">
                <a16:creationId xmlns:a16="http://schemas.microsoft.com/office/drawing/2014/main" id="{7539838E-51AD-60E8-8D32-3A3B4F728080}"/>
              </a:ext>
            </a:extLst>
          </p:cNvPr>
          <p:cNvSpPr txBox="1"/>
          <p:nvPr/>
        </p:nvSpPr>
        <p:spPr>
          <a:xfrm>
            <a:off x="8207739" y="2226263"/>
            <a:ext cx="334079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b="1" dirty="0"/>
              <a:t>일단 한글만 있으니 한글만 설정 가능하게</a:t>
            </a:r>
            <a:r>
              <a:rPr lang="en-US" altLang="ko-KR" sz="900" b="1" dirty="0"/>
              <a:t>(</a:t>
            </a:r>
            <a:r>
              <a:rPr lang="ko-KR" altLang="en-US" sz="900" b="1" dirty="0"/>
              <a:t>나중에 추가</a:t>
            </a:r>
            <a:r>
              <a:rPr lang="en-US" altLang="ko-KR" sz="900" b="1" dirty="0"/>
              <a:t>)</a:t>
            </a:r>
          </a:p>
        </p:txBody>
      </p:sp>
      <p:sp>
        <p:nvSpPr>
          <p:cNvPr id="249" name="자유형: 도형 248">
            <a:extLst>
              <a:ext uri="{FF2B5EF4-FFF2-40B4-BE49-F238E27FC236}">
                <a16:creationId xmlns:a16="http://schemas.microsoft.com/office/drawing/2014/main" id="{2F8CFCF6-1300-A857-AE2C-151BEFF9018B}"/>
              </a:ext>
            </a:extLst>
          </p:cNvPr>
          <p:cNvSpPr/>
          <p:nvPr/>
        </p:nvSpPr>
        <p:spPr>
          <a:xfrm>
            <a:off x="1270000" y="2523067"/>
            <a:ext cx="1151467" cy="482600"/>
          </a:xfrm>
          <a:custGeom>
            <a:avLst/>
            <a:gdLst>
              <a:gd name="connsiteX0" fmla="*/ 1151467 w 1151467"/>
              <a:gd name="connsiteY0" fmla="*/ 0 h 482600"/>
              <a:gd name="connsiteX1" fmla="*/ 0 w 1151467"/>
              <a:gd name="connsiteY1" fmla="*/ 0 h 482600"/>
              <a:gd name="connsiteX2" fmla="*/ 0 w 1151467"/>
              <a:gd name="connsiteY2" fmla="*/ 482600 h 482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151467" h="482600">
                <a:moveTo>
                  <a:pt x="1151467" y="0"/>
                </a:moveTo>
                <a:lnTo>
                  <a:pt x="0" y="0"/>
                </a:lnTo>
                <a:lnTo>
                  <a:pt x="0" y="482600"/>
                </a:lnTo>
              </a:path>
            </a:pathLst>
          </a:cu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0" name="TextBox 249">
            <a:extLst>
              <a:ext uri="{FF2B5EF4-FFF2-40B4-BE49-F238E27FC236}">
                <a16:creationId xmlns:a16="http://schemas.microsoft.com/office/drawing/2014/main" id="{465D3CBC-1B59-ED71-BDCB-55B60B392535}"/>
              </a:ext>
            </a:extLst>
          </p:cNvPr>
          <p:cNvSpPr txBox="1"/>
          <p:nvPr/>
        </p:nvSpPr>
        <p:spPr>
          <a:xfrm>
            <a:off x="525158" y="3089386"/>
            <a:ext cx="1489684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b="1" dirty="0"/>
              <a:t>체크 시 다른 달팽이를 만나도 알 생성 금지</a:t>
            </a:r>
            <a:r>
              <a:rPr lang="en-US" altLang="ko-KR" sz="900" b="1" dirty="0"/>
              <a:t>.</a:t>
            </a:r>
          </a:p>
          <a:p>
            <a:r>
              <a:rPr lang="ko-KR" altLang="en-US" sz="900" b="1" dirty="0"/>
              <a:t>디폴트는 체크 해제</a:t>
            </a:r>
            <a:endParaRPr lang="en-US" altLang="ko-KR" sz="900" b="1" dirty="0"/>
          </a:p>
        </p:txBody>
      </p:sp>
    </p:spTree>
    <p:extLst>
      <p:ext uri="{BB962C8B-B14F-4D97-AF65-F5344CB8AC3E}">
        <p14:creationId xmlns:p14="http://schemas.microsoft.com/office/powerpoint/2010/main" val="334409438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2077906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53203168-2906-8582-7B20-373BE23A92A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0" y="0"/>
            <a:ext cx="9144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96941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157</TotalTime>
  <Words>581</Words>
  <Application>Microsoft Office PowerPoint</Application>
  <PresentationFormat>와이드스크린</PresentationFormat>
  <Paragraphs>286</Paragraphs>
  <Slides>15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15</vt:i4>
      </vt:variant>
    </vt:vector>
  </HeadingPairs>
  <TitlesOfParts>
    <vt:vector size="18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재현 서</cp:lastModifiedBy>
  <cp:revision>21</cp:revision>
  <dcterms:created xsi:type="dcterms:W3CDTF">2026-08-10T09:56:11Z</dcterms:created>
  <dcterms:modified xsi:type="dcterms:W3CDTF">2026-08-13T06:46:21Z</dcterms:modified>
</cp:coreProperties>
</file>