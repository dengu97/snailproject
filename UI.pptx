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5" r:id="rId4"/>
    <p:sldId id="256" r:id="rId5"/>
    <p:sldId id="258" r:id="rId6"/>
    <p:sldId id="259" r:id="rId7"/>
    <p:sldId id="260" r:id="rId8"/>
    <p:sldId id="261" r:id="rId9"/>
    <p:sldId id="263" r:id="rId10"/>
    <p:sldId id="266" r:id="rId11"/>
    <p:sldId id="267" r:id="rId12"/>
    <p:sldId id="268" r:id="rId13"/>
    <p:sldId id="269" r:id="rId14"/>
    <p:sldId id="272" r:id="rId15"/>
    <p:sldId id="273" r:id="rId16"/>
    <p:sldId id="275" r:id="rId17"/>
    <p:sldId id="274" r:id="rId18"/>
    <p:sldId id="270" r:id="rId19"/>
    <p:sldId id="262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3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34215-953F-4F82-A409-A0F77615C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2EEC6B-EFAF-424C-9660-1ECC838BDF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87C4B3-9EFB-476C-9F24-5CCABD5E6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2C1A-6004-44D9-86CA-686F02092DF3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6EDFAC-AF5C-4EFD-B539-F508BE863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C740D0-569C-4457-A514-967715C68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53A94-DF0F-4FDF-A52E-B9ACF38CF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847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E15C82-6C24-4D22-9BE6-00B0D934C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6AC0B0-0952-4198-AA26-34E226C71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141D9A-FC34-46FE-9E03-EA3BDF37C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2C1A-6004-44D9-86CA-686F02092DF3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D6AC5-6B54-468C-BAB6-FA81AD8C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657B2F-4DDD-49BB-8B39-59F9D63D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53A94-DF0F-4FDF-A52E-B9ACF38CF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97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E17C7-5BD1-41E0-B898-D58B4AAE0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8B24C2-7785-499E-A51C-75F27A302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280460-D0A8-4BFB-BDC2-00CF1C59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2C1A-6004-44D9-86CA-686F02092DF3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58E997-BC8E-4733-A5D4-2CF0D8A54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A627E5-7BC1-41F2-9A36-236AD738F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53A94-DF0F-4FDF-A52E-B9ACF38CF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257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4FF6F3-3512-4DFC-B7A2-4E87A167F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BC2E2F-AE49-4992-827E-34E15B439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45F068-699E-463D-B03D-6B9D01253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42554D-5885-4055-AD7D-C13C319C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2C1A-6004-44D9-86CA-686F02092DF3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AF6018-9A8B-40D6-A9BC-BCC7A48FA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F0D4F0-02B3-44B5-9E8D-5F5FC81BA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53A94-DF0F-4FDF-A52E-B9ACF38CF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539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E3CB9-606A-48A1-99C3-13ABA10F1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793187-B58E-458F-9D6A-610C378AD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3E2A21-A1AD-47E1-89E3-5F55F7E46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53F6FE-C368-4DED-BA59-CFD9E7FB3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653398-E817-416B-A4C6-E3426537D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63FCAB-7F33-4A26-AB5A-B42B9809E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2C1A-6004-44D9-86CA-686F02092DF3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F37B51D-72D3-402F-8418-61D73FB0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4B95BF-0EF4-4584-B978-BDC0F9BA7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53A94-DF0F-4FDF-A52E-B9ACF38CF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439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DDFB0-D8F3-4B99-961A-070C38DC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168126-AD75-4203-8D69-02585EDB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2C1A-6004-44D9-86CA-686F02092DF3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8680F4-DF49-49E5-9E10-5D5AB0548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DFFD5C-4AD1-4284-8845-CBEB77945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53A94-DF0F-4FDF-A52E-B9ACF38CF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83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8ECE70-FA76-4D29-B70D-015CEB2F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2C1A-6004-44D9-86CA-686F02092DF3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8316CE-D755-4002-A75E-747D5B1CF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8716A4-8756-4844-9F1F-FE9D2917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53A94-DF0F-4FDF-A52E-B9ACF38CF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975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E989BD-EB81-4425-8638-6D2082EA6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59978A-2050-4476-95D1-8A9C773C2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F30C29-891E-45DE-B4D5-AB8EC96A3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E4A08B-2FA8-434D-B404-FEF031BE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2C1A-6004-44D9-86CA-686F02092DF3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64C967-302F-477A-9F63-7AEE2792A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76AFD0-7162-47C9-B2D3-9341391F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53A94-DF0F-4FDF-A52E-B9ACF38CF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976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E86BB1-1FDB-4B0E-9658-F015717F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993200-9B5A-4F73-AED3-3DF86BF4B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F3353B-8AB5-43AE-90C3-49C0BC849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2990A0-3924-4718-9865-BFE9CD5E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2C1A-6004-44D9-86CA-686F02092DF3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ECBF14-6CEB-4A52-90D6-E094F7D9B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4E495E-3334-44A4-B7A8-A652A87F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53A94-DF0F-4FDF-A52E-B9ACF38CF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7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63B10-639A-4FAE-8C6D-1F2E112B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8B643E-26E2-49F2-A356-903651028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C43C12-27CF-4810-97CF-BC37839D9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2C1A-6004-44D9-86CA-686F02092DF3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D35C1C-7C5D-4DCB-8E77-2F7BC09AC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5A57D4-2898-49A3-A0B5-3E36BF90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53A94-DF0F-4FDF-A52E-B9ACF38CF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83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77C77DC-5675-4A09-B22A-80570BB0A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6D3CB9-4224-4BFD-9995-0174F808D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09794A-9A4C-42E4-AF83-54CF9E06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2C1A-6004-44D9-86CA-686F02092DF3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16120D-FC38-486D-A37B-4FFA2BDF4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F2B509-EBA7-4E4A-804B-A1284779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53A94-DF0F-4FDF-A52E-B9ACF38CF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65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681478-8F2B-444C-9654-4D8677D4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124786-C1D6-4B3E-83C1-CB278245E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90BC03-1F46-4E19-BFF6-EC9994700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12C1A-6004-44D9-86CA-686F02092DF3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09DABB-D210-4C75-B8ED-7FE960C0C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06EA7-CAE4-4381-B665-7759CF381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53A94-DF0F-4FDF-A52E-B9ACF38CF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32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microsoft.com/office/2007/relationships/hdphoto" Target="../media/hdphoto1.wdp"/><Relationship Id="rId15" Type="http://schemas.microsoft.com/office/2007/relationships/hdphoto" Target="../media/hdphoto2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12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microsoft.com/office/2007/relationships/hdphoto" Target="../media/hdphoto1.wdp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12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microsoft.com/office/2007/relationships/hdphoto" Target="../media/hdphoto1.wdp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image" Target="../media/image8.png"/><Relationship Id="rId1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13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4" Type="http://schemas.microsoft.com/office/2007/relationships/hdphoto" Target="../media/hdphoto1.wdp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microsoft.com/office/2007/relationships/hdphoto" Target="../media/hdphoto1.wdp"/><Relationship Id="rId12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16.png"/><Relationship Id="rId5" Type="http://schemas.openxmlformats.org/officeDocument/2006/relationships/image" Target="../media/image2.png"/><Relationship Id="rId10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microsoft.com/office/2007/relationships/hdphoto" Target="../media/hdphoto2.wdp"/><Relationship Id="rId1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12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microsoft.com/office/2007/relationships/hdphoto" Target="../media/hdphoto1.wdp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12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19.png"/><Relationship Id="rId5" Type="http://schemas.openxmlformats.org/officeDocument/2006/relationships/image" Target="../media/image3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12" Type="http://schemas.microsoft.com/office/2007/relationships/hdphoto" Target="../media/hdphoto3.wdp"/><Relationship Id="rId17" Type="http://schemas.openxmlformats.org/officeDocument/2006/relationships/image" Target="../media/image25.png"/><Relationship Id="rId2" Type="http://schemas.openxmlformats.org/officeDocument/2006/relationships/image" Target="../media/image1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23.png"/><Relationship Id="rId5" Type="http://schemas.openxmlformats.org/officeDocument/2006/relationships/image" Target="../media/image3.png"/><Relationship Id="rId15" Type="http://schemas.openxmlformats.org/officeDocument/2006/relationships/image" Target="../media/image21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A69789C-A48A-4A3A-9D38-9509C0944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40596"/>
            <a:ext cx="9906000" cy="55768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D1E4FF-4041-400C-97FD-DAF6E157CF7F}"/>
              </a:ext>
            </a:extLst>
          </p:cNvPr>
          <p:cNvSpPr txBox="1"/>
          <p:nvPr/>
        </p:nvSpPr>
        <p:spPr>
          <a:xfrm>
            <a:off x="1143000" y="194330"/>
            <a:ext cx="257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예상 사이즈</a:t>
            </a: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FA6C0703-C330-4247-B968-81CEE4D99B3F}"/>
              </a:ext>
            </a:extLst>
          </p:cNvPr>
          <p:cNvGrpSpPr/>
          <p:nvPr/>
        </p:nvGrpSpPr>
        <p:grpSpPr>
          <a:xfrm>
            <a:off x="9045433" y="4710140"/>
            <a:ext cx="1885033" cy="1337930"/>
            <a:chOff x="6894900" y="1330560"/>
            <a:chExt cx="4489873" cy="3186753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6733AFD9-E61A-4127-C141-E77F74A3A03B}"/>
                </a:ext>
              </a:extLst>
            </p:cNvPr>
            <p:cNvSpPr/>
            <p:nvPr/>
          </p:nvSpPr>
          <p:spPr>
            <a:xfrm>
              <a:off x="6894900" y="1723313"/>
              <a:ext cx="2200521" cy="2794000"/>
            </a:xfrm>
            <a:prstGeom prst="roundRect">
              <a:avLst>
                <a:gd name="adj" fmla="val 2239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1E2C9621-A6C5-09BA-EF8B-9451D5629937}"/>
                </a:ext>
              </a:extLst>
            </p:cNvPr>
            <p:cNvSpPr/>
            <p:nvPr/>
          </p:nvSpPr>
          <p:spPr>
            <a:xfrm>
              <a:off x="7469175" y="1412163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92ED83C-2A02-3C23-CB36-266D93D7D9FF}"/>
                </a:ext>
              </a:extLst>
            </p:cNvPr>
            <p:cNvSpPr/>
            <p:nvPr/>
          </p:nvSpPr>
          <p:spPr>
            <a:xfrm>
              <a:off x="7040593" y="1408728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3DC746E8-29C3-6346-4FCF-A1C76E1E06F8}"/>
                </a:ext>
              </a:extLst>
            </p:cNvPr>
            <p:cNvSpPr/>
            <p:nvPr/>
          </p:nvSpPr>
          <p:spPr>
            <a:xfrm>
              <a:off x="7914779" y="1412163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pic>
          <p:nvPicPr>
            <p:cNvPr id="8" name="Picture 2" descr="잎 - 무료 자연개 아이콘">
              <a:extLst>
                <a:ext uri="{FF2B5EF4-FFF2-40B4-BE49-F238E27FC236}">
                  <a16:creationId xmlns:a16="http://schemas.microsoft.com/office/drawing/2014/main" id="{181BF027-6642-73A8-A49B-17B3B1E23A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2945" y="1441035"/>
              <a:ext cx="251234" cy="2512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Material 디자인 스타일의 달팽이 아이콘">
              <a:extLst>
                <a:ext uri="{FF2B5EF4-FFF2-40B4-BE49-F238E27FC236}">
                  <a16:creationId xmlns:a16="http://schemas.microsoft.com/office/drawing/2014/main" id="{925347D4-1EC6-40B8-43F3-4F10115960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8750" r="91250">
                          <a14:foregroundMark x1="90833" y1="41250" x2="90833" y2="41250"/>
                          <a14:foregroundMark x1="91250" y1="16167" x2="91250" y2="16167"/>
                          <a14:foregroundMark x1="8750" y1="46000" x2="8750" y2="46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1402" y="1415598"/>
              <a:ext cx="297156" cy="297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83B12BE-A9E4-B47C-04A2-F9CAD9FB0A4B}"/>
                </a:ext>
              </a:extLst>
            </p:cNvPr>
            <p:cNvSpPr/>
            <p:nvPr/>
          </p:nvSpPr>
          <p:spPr>
            <a:xfrm>
              <a:off x="9095421" y="1716189"/>
              <a:ext cx="2200521" cy="2794000"/>
            </a:xfrm>
            <a:prstGeom prst="roundRect">
              <a:avLst>
                <a:gd name="adj" fmla="val 2239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F0C7A7AA-0E2A-9F21-84E8-812634A0CFAE}"/>
                </a:ext>
              </a:extLst>
            </p:cNvPr>
            <p:cNvSpPr/>
            <p:nvPr/>
          </p:nvSpPr>
          <p:spPr>
            <a:xfrm>
              <a:off x="11043135" y="1620939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C6B4A74E-E392-1ADB-7D09-F1703C0230FA}"/>
                </a:ext>
              </a:extLst>
            </p:cNvPr>
            <p:cNvSpPr/>
            <p:nvPr/>
          </p:nvSpPr>
          <p:spPr>
            <a:xfrm>
              <a:off x="9339650" y="1849453"/>
              <a:ext cx="1668560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1D096BC4-B7E5-6FB0-4FA3-663A02D5E6B3}"/>
                </a:ext>
              </a:extLst>
            </p:cNvPr>
            <p:cNvSpPr/>
            <p:nvPr/>
          </p:nvSpPr>
          <p:spPr>
            <a:xfrm>
              <a:off x="10764941" y="4109821"/>
              <a:ext cx="310992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4647D3A-BC1D-F00A-9B21-FFDFA6970D6C}"/>
                </a:ext>
              </a:extLst>
            </p:cNvPr>
            <p:cNvGrpSpPr/>
            <p:nvPr/>
          </p:nvGrpSpPr>
          <p:grpSpPr>
            <a:xfrm>
              <a:off x="9387407" y="1888223"/>
              <a:ext cx="200148" cy="200148"/>
              <a:chOff x="3690370" y="5044952"/>
              <a:chExt cx="323850" cy="323850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222585C9-9BFD-CE17-3EAA-74839396C6C1}"/>
                  </a:ext>
                </a:extLst>
              </p:cNvPr>
              <p:cNvSpPr/>
              <p:nvPr/>
            </p:nvSpPr>
            <p:spPr>
              <a:xfrm>
                <a:off x="3690370" y="5044952"/>
                <a:ext cx="323850" cy="32385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pic>
            <p:nvPicPr>
              <p:cNvPr id="16" name="Picture 2" descr="연필 - 무료 편집 도구개 아이콘">
                <a:extLst>
                  <a:ext uri="{FF2B5EF4-FFF2-40B4-BE49-F238E27FC236}">
                    <a16:creationId xmlns:a16="http://schemas.microsoft.com/office/drawing/2014/main" id="{BB2EB720-3184-2C10-B34C-746B1D001B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42086" y="5096668"/>
                <a:ext cx="220417" cy="2204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5ABD7762-E07E-F152-2ED8-A911ABEEE109}"/>
                </a:ext>
              </a:extLst>
            </p:cNvPr>
            <p:cNvSpPr/>
            <p:nvPr/>
          </p:nvSpPr>
          <p:spPr>
            <a:xfrm>
              <a:off x="10385705" y="4109821"/>
              <a:ext cx="310992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6E5B1264-DF0A-FC70-1D72-432A4EAE4217}"/>
                </a:ext>
              </a:extLst>
            </p:cNvPr>
            <p:cNvSpPr/>
            <p:nvPr/>
          </p:nvSpPr>
          <p:spPr>
            <a:xfrm>
              <a:off x="9300821" y="4109821"/>
              <a:ext cx="310992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pic>
          <p:nvPicPr>
            <p:cNvPr id="19" name="Picture 4" descr="돋보기 - 무료 상호 작용개 아이콘">
              <a:extLst>
                <a:ext uri="{FF2B5EF4-FFF2-40B4-BE49-F238E27FC236}">
                  <a16:creationId xmlns:a16="http://schemas.microsoft.com/office/drawing/2014/main" id="{83915BEE-7DD2-E252-04F0-FF9B94E568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1201" y="4148960"/>
              <a:ext cx="202717" cy="202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6" descr="Coin - Free business icons">
              <a:extLst>
                <a:ext uri="{FF2B5EF4-FFF2-40B4-BE49-F238E27FC236}">
                  <a16:creationId xmlns:a16="http://schemas.microsoft.com/office/drawing/2014/main" id="{9AA8C426-7ED1-0BFB-EEC0-935C4F16D5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09603" y="4128207"/>
              <a:ext cx="237879" cy="237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24CBA97-ADD4-2443-DF24-97065F3AD67D}"/>
                </a:ext>
              </a:extLst>
            </p:cNvPr>
            <p:cNvSpPr/>
            <p:nvPr/>
          </p:nvSpPr>
          <p:spPr>
            <a:xfrm>
              <a:off x="9898484" y="3316550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EE2940F-2CDA-0FA0-8EB0-FFD79A6E9D9D}"/>
                </a:ext>
              </a:extLst>
            </p:cNvPr>
            <p:cNvSpPr txBox="1"/>
            <p:nvPr/>
          </p:nvSpPr>
          <p:spPr>
            <a:xfrm>
              <a:off x="9876602" y="3248990"/>
              <a:ext cx="1244600" cy="329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00" b="1" dirty="0"/>
                <a:t>00</a:t>
              </a:r>
              <a:r>
                <a:rPr lang="ko-KR" altLang="en-US" sz="300" b="1" dirty="0"/>
                <a:t>살</a:t>
              </a: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02AC772-9C2E-1337-D289-0FEC3E1B12A1}"/>
                </a:ext>
              </a:extLst>
            </p:cNvPr>
            <p:cNvSpPr/>
            <p:nvPr/>
          </p:nvSpPr>
          <p:spPr>
            <a:xfrm>
              <a:off x="9458057" y="3562457"/>
              <a:ext cx="1617875" cy="15212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260AC8D-247E-C542-728E-C3D0C1A37A06}"/>
                </a:ext>
              </a:extLst>
            </p:cNvPr>
            <p:cNvSpPr/>
            <p:nvPr/>
          </p:nvSpPr>
          <p:spPr>
            <a:xfrm>
              <a:off x="9300822" y="3514366"/>
              <a:ext cx="239965" cy="232964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DA967EA8-7747-EBA4-E03A-602038864175}"/>
                </a:ext>
              </a:extLst>
            </p:cNvPr>
            <p:cNvSpPr/>
            <p:nvPr/>
          </p:nvSpPr>
          <p:spPr>
            <a:xfrm>
              <a:off x="10082270" y="3582077"/>
              <a:ext cx="954520" cy="112887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DB5FC579-AF91-5E2D-711D-48462C65A03C}"/>
                </a:ext>
              </a:extLst>
            </p:cNvPr>
            <p:cNvSpPr/>
            <p:nvPr/>
          </p:nvSpPr>
          <p:spPr>
            <a:xfrm>
              <a:off x="9458057" y="3843051"/>
              <a:ext cx="1617875" cy="15212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22928D72-2C2D-0DFA-BE18-0C959D02C26A}"/>
                </a:ext>
              </a:extLst>
            </p:cNvPr>
            <p:cNvSpPr/>
            <p:nvPr/>
          </p:nvSpPr>
          <p:spPr>
            <a:xfrm>
              <a:off x="9300822" y="3794960"/>
              <a:ext cx="239965" cy="232964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BDCB51A-9A95-A134-15F6-9F884EAC145F}"/>
                </a:ext>
              </a:extLst>
            </p:cNvPr>
            <p:cNvSpPr/>
            <p:nvPr/>
          </p:nvSpPr>
          <p:spPr>
            <a:xfrm>
              <a:off x="10582417" y="3860853"/>
              <a:ext cx="454372" cy="112887"/>
            </a:xfrm>
            <a:prstGeom prst="roundRect">
              <a:avLst>
                <a:gd name="adj" fmla="val 50000"/>
              </a:avLst>
            </a:prstGeom>
            <a:solidFill>
              <a:srgbClr val="F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pic>
          <p:nvPicPr>
            <p:cNvPr id="29" name="Picture 8" descr="Black heart icon | Free SVG">
              <a:extLst>
                <a:ext uri="{FF2B5EF4-FFF2-40B4-BE49-F238E27FC236}">
                  <a16:creationId xmlns:a16="http://schemas.microsoft.com/office/drawing/2014/main" id="{2EDD910E-2A13-498C-6CD5-30CAB9FE1F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5890" y="3822240"/>
              <a:ext cx="180492" cy="1804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" descr="잎 - 무료 자연개 아이콘">
              <a:extLst>
                <a:ext uri="{FF2B5EF4-FFF2-40B4-BE49-F238E27FC236}">
                  <a16:creationId xmlns:a16="http://schemas.microsoft.com/office/drawing/2014/main" id="{EFB36D06-787C-4352-46AF-9F85F9BAE2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16985" y="3528936"/>
              <a:ext cx="197037" cy="197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0" descr="유전자 - 무료 사람들개 아이콘">
              <a:extLst>
                <a:ext uri="{FF2B5EF4-FFF2-40B4-BE49-F238E27FC236}">
                  <a16:creationId xmlns:a16="http://schemas.microsoft.com/office/drawing/2014/main" id="{FD5F6041-E07B-50F5-7563-2E53B32B84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25394" y="4138830"/>
              <a:ext cx="223471" cy="2234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2098486-21AF-9853-A0A5-8078DAE00E38}"/>
                </a:ext>
              </a:extLst>
            </p:cNvPr>
            <p:cNvSpPr txBox="1"/>
            <p:nvPr/>
          </p:nvSpPr>
          <p:spPr>
            <a:xfrm>
              <a:off x="9450543" y="1801705"/>
              <a:ext cx="1617872" cy="403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b="1" dirty="0"/>
                <a:t>달팽이 이름</a:t>
              </a: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3D0BAB44-5183-3CB2-E03C-B11CAA956455}"/>
                </a:ext>
              </a:extLst>
            </p:cNvPr>
            <p:cNvSpPr/>
            <p:nvPr/>
          </p:nvSpPr>
          <p:spPr>
            <a:xfrm>
              <a:off x="9943216" y="2087527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32DBBB3-9869-6609-5B32-7C6AECCB87EE}"/>
                </a:ext>
              </a:extLst>
            </p:cNvPr>
            <p:cNvSpPr txBox="1"/>
            <p:nvPr/>
          </p:nvSpPr>
          <p:spPr>
            <a:xfrm>
              <a:off x="9863085" y="2003403"/>
              <a:ext cx="1244600" cy="329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00" b="1" dirty="0" err="1">
                  <a:solidFill>
                    <a:schemeClr val="bg1"/>
                  </a:solidFill>
                </a:rPr>
                <a:t>에픽</a:t>
              </a:r>
              <a:endParaRPr lang="ko-KR" altLang="en-US" sz="3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곱하기 기호 34">
              <a:extLst>
                <a:ext uri="{FF2B5EF4-FFF2-40B4-BE49-F238E27FC236}">
                  <a16:creationId xmlns:a16="http://schemas.microsoft.com/office/drawing/2014/main" id="{601C47D5-FDA0-8602-C028-0F76D74E9F91}"/>
                </a:ext>
              </a:extLst>
            </p:cNvPr>
            <p:cNvSpPr/>
            <p:nvPr/>
          </p:nvSpPr>
          <p:spPr>
            <a:xfrm>
              <a:off x="11025998" y="1603688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3FF6120C-5E81-BDE9-8C79-91F065463699}"/>
                </a:ext>
              </a:extLst>
            </p:cNvPr>
            <p:cNvSpPr/>
            <p:nvPr/>
          </p:nvSpPr>
          <p:spPr>
            <a:xfrm>
              <a:off x="9685943" y="4109821"/>
              <a:ext cx="310992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pic>
          <p:nvPicPr>
            <p:cNvPr id="37" name="Picture 12" descr="매다는 사람 - 무료 패션개 아이콘">
              <a:extLst>
                <a:ext uri="{FF2B5EF4-FFF2-40B4-BE49-F238E27FC236}">
                  <a16:creationId xmlns:a16="http://schemas.microsoft.com/office/drawing/2014/main" id="{4031E60B-B63B-6DAB-395C-3FA7CC08BA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3963" y="4109515"/>
              <a:ext cx="256324" cy="2563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EF47351-755E-95D0-9855-435191912A2B}"/>
                </a:ext>
              </a:extLst>
            </p:cNvPr>
            <p:cNvSpPr/>
            <p:nvPr/>
          </p:nvSpPr>
          <p:spPr>
            <a:xfrm>
              <a:off x="7025494" y="2060619"/>
              <a:ext cx="1971237" cy="508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4DA7903-7395-49BF-4C3A-35CDA5ACAA30}"/>
                </a:ext>
              </a:extLst>
            </p:cNvPr>
            <p:cNvSpPr txBox="1"/>
            <p:nvPr/>
          </p:nvSpPr>
          <p:spPr>
            <a:xfrm>
              <a:off x="7286462" y="1717580"/>
              <a:ext cx="1424277" cy="403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b="1" dirty="0"/>
                <a:t>달팽이 목록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A2D12646-2283-A3C0-D2CB-F8D8E13764E0}"/>
                </a:ext>
              </a:extLst>
            </p:cNvPr>
            <p:cNvSpPr/>
            <p:nvPr/>
          </p:nvSpPr>
          <p:spPr>
            <a:xfrm>
              <a:off x="7025493" y="2652014"/>
              <a:ext cx="1971237" cy="508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EAFA069A-B2F5-6797-F636-4FEF123C61CC}"/>
                </a:ext>
              </a:extLst>
            </p:cNvPr>
            <p:cNvSpPr/>
            <p:nvPr/>
          </p:nvSpPr>
          <p:spPr>
            <a:xfrm>
              <a:off x="7088596" y="2108843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B4006878-12BB-D96F-A446-81FE3F9DE3F2}"/>
                </a:ext>
              </a:extLst>
            </p:cNvPr>
            <p:cNvSpPr/>
            <p:nvPr/>
          </p:nvSpPr>
          <p:spPr>
            <a:xfrm>
              <a:off x="7025492" y="3244164"/>
              <a:ext cx="1971237" cy="508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6AE886BE-E855-2874-5CBB-F233CAE3814B}"/>
                </a:ext>
              </a:extLst>
            </p:cNvPr>
            <p:cNvSpPr/>
            <p:nvPr/>
          </p:nvSpPr>
          <p:spPr>
            <a:xfrm>
              <a:off x="7025492" y="3840757"/>
              <a:ext cx="1971237" cy="508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8BBA73F3-F20B-0404-B3F6-0FABDDD7DB8E}"/>
                </a:ext>
              </a:extLst>
            </p:cNvPr>
            <p:cNvSpPr/>
            <p:nvPr/>
          </p:nvSpPr>
          <p:spPr>
            <a:xfrm>
              <a:off x="7088596" y="2713139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D5307171-FD84-D186-C6B0-57F24C767105}"/>
                </a:ext>
              </a:extLst>
            </p:cNvPr>
            <p:cNvSpPr/>
            <p:nvPr/>
          </p:nvSpPr>
          <p:spPr>
            <a:xfrm>
              <a:off x="7088596" y="3296528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3F751878-7663-E8EC-C12E-512C24DCB94D}"/>
                </a:ext>
              </a:extLst>
            </p:cNvPr>
            <p:cNvSpPr/>
            <p:nvPr/>
          </p:nvSpPr>
          <p:spPr>
            <a:xfrm>
              <a:off x="7092561" y="3892758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C41EA5F-E8E6-12FA-E54A-B4225D6191AE}"/>
                </a:ext>
              </a:extLst>
            </p:cNvPr>
            <p:cNvSpPr txBox="1"/>
            <p:nvPr/>
          </p:nvSpPr>
          <p:spPr>
            <a:xfrm>
              <a:off x="7494148" y="2088358"/>
              <a:ext cx="1244600" cy="329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00" b="1"/>
                <a:t>달팽이 이름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9B04494-C1AA-D89F-4512-A5C774179A62}"/>
                </a:ext>
              </a:extLst>
            </p:cNvPr>
            <p:cNvSpPr txBox="1"/>
            <p:nvPr/>
          </p:nvSpPr>
          <p:spPr>
            <a:xfrm>
              <a:off x="7488646" y="2684953"/>
              <a:ext cx="1244600" cy="329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00" b="1"/>
                <a:t>달팽이 이름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38864B9-04DD-4F14-0B5F-5A95F0FEFD84}"/>
                </a:ext>
              </a:extLst>
            </p:cNvPr>
            <p:cNvSpPr txBox="1"/>
            <p:nvPr/>
          </p:nvSpPr>
          <p:spPr>
            <a:xfrm>
              <a:off x="7480762" y="3274690"/>
              <a:ext cx="1244600" cy="329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00" b="1"/>
                <a:t>달팽이 이름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E78386E-FF71-7DE6-1F57-562F1BCDCE8F}"/>
                </a:ext>
              </a:extLst>
            </p:cNvPr>
            <p:cNvSpPr txBox="1"/>
            <p:nvPr/>
          </p:nvSpPr>
          <p:spPr>
            <a:xfrm>
              <a:off x="7469174" y="3874682"/>
              <a:ext cx="1244600" cy="329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00" b="1"/>
                <a:t>달팽이 이름</a:t>
              </a: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C55B3C46-6BC6-A899-9132-F1D487117F91}"/>
                </a:ext>
              </a:extLst>
            </p:cNvPr>
            <p:cNvGrpSpPr/>
            <p:nvPr/>
          </p:nvGrpSpPr>
          <p:grpSpPr>
            <a:xfrm>
              <a:off x="8761263" y="2762484"/>
              <a:ext cx="280128" cy="280128"/>
              <a:chOff x="6931576" y="2073771"/>
              <a:chExt cx="312242" cy="312242"/>
            </a:xfrm>
          </p:grpSpPr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0309F93E-B0F9-B03B-9A94-93F8B74FD17D}"/>
                  </a:ext>
                </a:extLst>
              </p:cNvPr>
              <p:cNvSpPr/>
              <p:nvPr/>
            </p:nvSpPr>
            <p:spPr>
              <a:xfrm>
                <a:off x="6931576" y="2073771"/>
                <a:ext cx="312242" cy="312242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pic>
            <p:nvPicPr>
              <p:cNvPr id="53" name="Picture 6" descr="교환 - 무료 화살개 아이콘">
                <a:extLst>
                  <a:ext uri="{FF2B5EF4-FFF2-40B4-BE49-F238E27FC236}">
                    <a16:creationId xmlns:a16="http://schemas.microsoft.com/office/drawing/2014/main" id="{C96EF89C-A734-2A0C-AFB7-922D34DAD1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61794" y="2100570"/>
                <a:ext cx="258865" cy="2588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24DBF814-0568-F903-2711-0875AC57666F}"/>
                </a:ext>
              </a:extLst>
            </p:cNvPr>
            <p:cNvGrpSpPr/>
            <p:nvPr/>
          </p:nvGrpSpPr>
          <p:grpSpPr>
            <a:xfrm>
              <a:off x="8761263" y="3338302"/>
              <a:ext cx="280128" cy="280128"/>
              <a:chOff x="6931576" y="2073771"/>
              <a:chExt cx="312242" cy="312242"/>
            </a:xfrm>
          </p:grpSpPr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1B50CE9A-B89A-6476-408C-3A4840AC3EA0}"/>
                  </a:ext>
                </a:extLst>
              </p:cNvPr>
              <p:cNvSpPr/>
              <p:nvPr/>
            </p:nvSpPr>
            <p:spPr>
              <a:xfrm>
                <a:off x="6931576" y="2073771"/>
                <a:ext cx="312242" cy="312242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pic>
            <p:nvPicPr>
              <p:cNvPr id="56" name="Picture 6" descr="교환 - 무료 화살개 아이콘">
                <a:extLst>
                  <a:ext uri="{FF2B5EF4-FFF2-40B4-BE49-F238E27FC236}">
                    <a16:creationId xmlns:a16="http://schemas.microsoft.com/office/drawing/2014/main" id="{9FBC91AB-B25B-9662-9C68-0837948E44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61794" y="2100570"/>
                <a:ext cx="258865" cy="2588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2C49811E-53B8-416F-639E-C03AA4BECCFD}"/>
                </a:ext>
              </a:extLst>
            </p:cNvPr>
            <p:cNvGrpSpPr/>
            <p:nvPr/>
          </p:nvGrpSpPr>
          <p:grpSpPr>
            <a:xfrm>
              <a:off x="8761263" y="3947469"/>
              <a:ext cx="280128" cy="280128"/>
              <a:chOff x="6931576" y="2073771"/>
              <a:chExt cx="312242" cy="312242"/>
            </a:xfrm>
          </p:grpSpPr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04F6DBF2-0611-53AA-571F-81E48AA891C1}"/>
                  </a:ext>
                </a:extLst>
              </p:cNvPr>
              <p:cNvSpPr/>
              <p:nvPr/>
            </p:nvSpPr>
            <p:spPr>
              <a:xfrm>
                <a:off x="6931576" y="2073771"/>
                <a:ext cx="312242" cy="312242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pic>
            <p:nvPicPr>
              <p:cNvPr id="59" name="Picture 6" descr="교환 - 무료 화살개 아이콘">
                <a:extLst>
                  <a:ext uri="{FF2B5EF4-FFF2-40B4-BE49-F238E27FC236}">
                    <a16:creationId xmlns:a16="http://schemas.microsoft.com/office/drawing/2014/main" id="{6BE0FFA4-59B4-8274-44F5-991BAA4D7B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61794" y="2100570"/>
                <a:ext cx="258865" cy="2588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78645088-49F6-2A9B-3183-6FDFAF53191C}"/>
                </a:ext>
              </a:extLst>
            </p:cNvPr>
            <p:cNvGrpSpPr/>
            <p:nvPr/>
          </p:nvGrpSpPr>
          <p:grpSpPr>
            <a:xfrm>
              <a:off x="7961645" y="2248689"/>
              <a:ext cx="1244601" cy="329885"/>
              <a:chOff x="2362048" y="2870573"/>
              <a:chExt cx="1244601" cy="329885"/>
            </a:xfrm>
          </p:grpSpPr>
          <p:sp>
            <p:nvSpPr>
              <p:cNvPr id="61" name="사각형: 둥근 모서리 60">
                <a:extLst>
                  <a:ext uri="{FF2B5EF4-FFF2-40B4-BE49-F238E27FC236}">
                    <a16:creationId xmlns:a16="http://schemas.microsoft.com/office/drawing/2014/main" id="{B403CFBD-3723-A8BF-BF5F-0A95BD333ACE}"/>
                  </a:ext>
                </a:extLst>
              </p:cNvPr>
              <p:cNvSpPr/>
              <p:nvPr/>
            </p:nvSpPr>
            <p:spPr>
              <a:xfrm>
                <a:off x="2449238" y="2955172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73885D1-F55C-7CFE-5C0A-4D1C5A9EEDFF}"/>
                  </a:ext>
                </a:extLst>
              </p:cNvPr>
              <p:cNvSpPr txBox="1"/>
              <p:nvPr/>
            </p:nvSpPr>
            <p:spPr>
              <a:xfrm>
                <a:off x="2362048" y="2870573"/>
                <a:ext cx="1244601" cy="329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00" b="1"/>
                  <a:t>00</a:t>
                </a:r>
                <a:r>
                  <a:rPr lang="ko-KR" altLang="en-US" sz="300" b="1"/>
                  <a:t>살</a:t>
                </a:r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F31989AC-7CFC-C116-717E-2471EAADCE3A}"/>
                </a:ext>
              </a:extLst>
            </p:cNvPr>
            <p:cNvGrpSpPr/>
            <p:nvPr/>
          </p:nvGrpSpPr>
          <p:grpSpPr>
            <a:xfrm>
              <a:off x="7969991" y="2873757"/>
              <a:ext cx="1244601" cy="329885"/>
              <a:chOff x="2370394" y="2883649"/>
              <a:chExt cx="1244601" cy="329885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902BB22C-E4A0-199D-8A73-E2405E565A8F}"/>
                  </a:ext>
                </a:extLst>
              </p:cNvPr>
              <p:cNvSpPr/>
              <p:nvPr/>
            </p:nvSpPr>
            <p:spPr>
              <a:xfrm>
                <a:off x="2449238" y="2955172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D7ECDCC-BC2D-2673-195F-A24DE809103C}"/>
                  </a:ext>
                </a:extLst>
              </p:cNvPr>
              <p:cNvSpPr txBox="1"/>
              <p:nvPr/>
            </p:nvSpPr>
            <p:spPr>
              <a:xfrm>
                <a:off x="2370394" y="2883649"/>
                <a:ext cx="1244601" cy="329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00" b="1"/>
                  <a:t>00</a:t>
                </a:r>
                <a:r>
                  <a:rPr lang="ko-KR" altLang="en-US" sz="300" b="1"/>
                  <a:t>살</a:t>
                </a:r>
              </a:p>
            </p:txBody>
          </p:sp>
        </p:grp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61DA93F6-0AB7-F9D5-C799-FC0EDCB293AC}"/>
                </a:ext>
              </a:extLst>
            </p:cNvPr>
            <p:cNvGrpSpPr/>
            <p:nvPr/>
          </p:nvGrpSpPr>
          <p:grpSpPr>
            <a:xfrm>
              <a:off x="7969991" y="3471104"/>
              <a:ext cx="1244601" cy="329885"/>
              <a:chOff x="2370394" y="2883649"/>
              <a:chExt cx="1244601" cy="329885"/>
            </a:xfrm>
          </p:grpSpPr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65A99D48-4C77-9F19-61EC-214E5ED43EBB}"/>
                  </a:ext>
                </a:extLst>
              </p:cNvPr>
              <p:cNvSpPr/>
              <p:nvPr/>
            </p:nvSpPr>
            <p:spPr>
              <a:xfrm>
                <a:off x="2449238" y="2955172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BDCD111-4B8C-B291-B04D-5D04FB959B57}"/>
                  </a:ext>
                </a:extLst>
              </p:cNvPr>
              <p:cNvSpPr txBox="1"/>
              <p:nvPr/>
            </p:nvSpPr>
            <p:spPr>
              <a:xfrm>
                <a:off x="2370394" y="2883649"/>
                <a:ext cx="1244601" cy="329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00" b="1"/>
                  <a:t>00</a:t>
                </a:r>
                <a:r>
                  <a:rPr lang="ko-KR" altLang="en-US" sz="300" b="1"/>
                  <a:t>살</a:t>
                </a:r>
              </a:p>
            </p:txBody>
          </p:sp>
        </p:grp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9E2105F9-5D0E-559F-05C9-7C4C682B7B7B}"/>
                </a:ext>
              </a:extLst>
            </p:cNvPr>
            <p:cNvGrpSpPr/>
            <p:nvPr/>
          </p:nvGrpSpPr>
          <p:grpSpPr>
            <a:xfrm>
              <a:off x="7969991" y="4070396"/>
              <a:ext cx="1244601" cy="329885"/>
              <a:chOff x="2370394" y="2883649"/>
              <a:chExt cx="1244601" cy="329885"/>
            </a:xfrm>
          </p:grpSpPr>
          <p:sp>
            <p:nvSpPr>
              <p:cNvPr id="70" name="사각형: 둥근 모서리 69">
                <a:extLst>
                  <a:ext uri="{FF2B5EF4-FFF2-40B4-BE49-F238E27FC236}">
                    <a16:creationId xmlns:a16="http://schemas.microsoft.com/office/drawing/2014/main" id="{F4807EBE-A6D8-B05E-FCF2-D0E39B167802}"/>
                  </a:ext>
                </a:extLst>
              </p:cNvPr>
              <p:cNvSpPr/>
              <p:nvPr/>
            </p:nvSpPr>
            <p:spPr>
              <a:xfrm>
                <a:off x="2449238" y="2955172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0A9CA22-2A55-B950-BDFB-8D282F8C8A38}"/>
                  </a:ext>
                </a:extLst>
              </p:cNvPr>
              <p:cNvSpPr txBox="1"/>
              <p:nvPr/>
            </p:nvSpPr>
            <p:spPr>
              <a:xfrm>
                <a:off x="2370394" y="2883649"/>
                <a:ext cx="1244601" cy="329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00" b="1"/>
                  <a:t>00</a:t>
                </a:r>
                <a:r>
                  <a:rPr lang="ko-KR" altLang="en-US" sz="300" b="1"/>
                  <a:t>살</a:t>
                </a:r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8FAE7C27-00B6-0751-A797-1B098DA5DD1E}"/>
                </a:ext>
              </a:extLst>
            </p:cNvPr>
            <p:cNvGrpSpPr/>
            <p:nvPr/>
          </p:nvGrpSpPr>
          <p:grpSpPr>
            <a:xfrm>
              <a:off x="7499672" y="2245710"/>
              <a:ext cx="1244599" cy="329885"/>
              <a:chOff x="3968086" y="2849056"/>
              <a:chExt cx="1244599" cy="329885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91DB96AE-B3E9-5B66-E946-E1493E36FC6B}"/>
                  </a:ext>
                </a:extLst>
              </p:cNvPr>
              <p:cNvSpPr/>
              <p:nvPr/>
            </p:nvSpPr>
            <p:spPr>
              <a:xfrm>
                <a:off x="4032153" y="2932258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44739A7-9AF7-95CC-28F1-C610642074A1}"/>
                  </a:ext>
                </a:extLst>
              </p:cNvPr>
              <p:cNvSpPr txBox="1"/>
              <p:nvPr/>
            </p:nvSpPr>
            <p:spPr>
              <a:xfrm>
                <a:off x="3968086" y="2849056"/>
                <a:ext cx="1244599" cy="329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00" b="1" dirty="0" err="1">
                    <a:solidFill>
                      <a:schemeClr val="bg1"/>
                    </a:solidFill>
                  </a:rPr>
                  <a:t>에픽</a:t>
                </a:r>
                <a:endParaRPr lang="ko-KR" altLang="en-US" sz="3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7B55F800-5E16-9907-3CD5-7E35F8F96F19}"/>
                </a:ext>
              </a:extLst>
            </p:cNvPr>
            <p:cNvGrpSpPr/>
            <p:nvPr/>
          </p:nvGrpSpPr>
          <p:grpSpPr>
            <a:xfrm>
              <a:off x="7467630" y="2885667"/>
              <a:ext cx="1244599" cy="329885"/>
              <a:chOff x="3941231" y="2872103"/>
              <a:chExt cx="1244599" cy="329885"/>
            </a:xfrm>
          </p:grpSpPr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52372D76-2113-057B-039B-1E11213CA52A}"/>
                  </a:ext>
                </a:extLst>
              </p:cNvPr>
              <p:cNvSpPr/>
              <p:nvPr/>
            </p:nvSpPr>
            <p:spPr>
              <a:xfrm>
                <a:off x="4032153" y="2932258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3CBF24F-E08C-8C8F-9FDF-37F26E07F181}"/>
                  </a:ext>
                </a:extLst>
              </p:cNvPr>
              <p:cNvSpPr txBox="1"/>
              <p:nvPr/>
            </p:nvSpPr>
            <p:spPr>
              <a:xfrm>
                <a:off x="3941231" y="2872103"/>
                <a:ext cx="1244599" cy="329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00" b="1" dirty="0" err="1">
                    <a:solidFill>
                      <a:schemeClr val="bg1"/>
                    </a:solidFill>
                  </a:rPr>
                  <a:t>에픽</a:t>
                </a:r>
                <a:endParaRPr lang="ko-KR" altLang="en-US" sz="3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C226A394-A384-86F1-87D7-2D6200A85660}"/>
                </a:ext>
              </a:extLst>
            </p:cNvPr>
            <p:cNvGrpSpPr/>
            <p:nvPr/>
          </p:nvGrpSpPr>
          <p:grpSpPr>
            <a:xfrm>
              <a:off x="7472817" y="3483156"/>
              <a:ext cx="1244599" cy="329885"/>
              <a:chOff x="3941231" y="2872103"/>
              <a:chExt cx="1244599" cy="329885"/>
            </a:xfrm>
          </p:grpSpPr>
          <p:sp>
            <p:nvSpPr>
              <p:cNvPr id="79" name="사각형: 둥근 모서리 78">
                <a:extLst>
                  <a:ext uri="{FF2B5EF4-FFF2-40B4-BE49-F238E27FC236}">
                    <a16:creationId xmlns:a16="http://schemas.microsoft.com/office/drawing/2014/main" id="{81E51015-4654-7131-2477-94DD395A961F}"/>
                  </a:ext>
                </a:extLst>
              </p:cNvPr>
              <p:cNvSpPr/>
              <p:nvPr/>
            </p:nvSpPr>
            <p:spPr>
              <a:xfrm>
                <a:off x="4032153" y="2932258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221EC41-27DD-AC63-1A7D-B68A47C85D72}"/>
                  </a:ext>
                </a:extLst>
              </p:cNvPr>
              <p:cNvSpPr txBox="1"/>
              <p:nvPr/>
            </p:nvSpPr>
            <p:spPr>
              <a:xfrm>
                <a:off x="3941231" y="2872103"/>
                <a:ext cx="1244599" cy="329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0A6FA66F-FB57-73CE-E8F9-2E7F8109BB2D}"/>
                </a:ext>
              </a:extLst>
            </p:cNvPr>
            <p:cNvGrpSpPr/>
            <p:nvPr/>
          </p:nvGrpSpPr>
          <p:grpSpPr>
            <a:xfrm>
              <a:off x="7467630" y="4081016"/>
              <a:ext cx="1244599" cy="329885"/>
              <a:chOff x="3941231" y="2872103"/>
              <a:chExt cx="1244599" cy="329885"/>
            </a:xfrm>
          </p:grpSpPr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FFCC41B5-A280-49CE-4DBA-C2DCADF3C596}"/>
                  </a:ext>
                </a:extLst>
              </p:cNvPr>
              <p:cNvSpPr/>
              <p:nvPr/>
            </p:nvSpPr>
            <p:spPr>
              <a:xfrm>
                <a:off x="4032153" y="2932258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669D1AB-3D0E-A030-2E7D-1B3A6997F1F2}"/>
                  </a:ext>
                </a:extLst>
              </p:cNvPr>
              <p:cNvSpPr txBox="1"/>
              <p:nvPr/>
            </p:nvSpPr>
            <p:spPr>
              <a:xfrm>
                <a:off x="3941231" y="2872103"/>
                <a:ext cx="1244599" cy="329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A034321E-85A0-86D0-3515-1FC753633E22}"/>
                </a:ext>
              </a:extLst>
            </p:cNvPr>
            <p:cNvGrpSpPr/>
            <p:nvPr/>
          </p:nvGrpSpPr>
          <p:grpSpPr>
            <a:xfrm>
              <a:off x="9690808" y="1330560"/>
              <a:ext cx="1141042" cy="443354"/>
              <a:chOff x="6711477" y="1465221"/>
              <a:chExt cx="1416357" cy="550328"/>
            </a:xfrm>
          </p:grpSpPr>
          <p:sp>
            <p:nvSpPr>
              <p:cNvPr id="85" name="사각형: 둥근 모서리 84">
                <a:extLst>
                  <a:ext uri="{FF2B5EF4-FFF2-40B4-BE49-F238E27FC236}">
                    <a16:creationId xmlns:a16="http://schemas.microsoft.com/office/drawing/2014/main" id="{9FAFE911-8D05-252C-62F7-6CDBA14E7A6D}"/>
                  </a:ext>
                </a:extLst>
              </p:cNvPr>
              <p:cNvSpPr/>
              <p:nvPr/>
            </p:nvSpPr>
            <p:spPr>
              <a:xfrm>
                <a:off x="6839352" y="1586038"/>
                <a:ext cx="955998" cy="274512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pic>
            <p:nvPicPr>
              <p:cNvPr id="86" name="그림 85">
                <a:extLst>
                  <a:ext uri="{FF2B5EF4-FFF2-40B4-BE49-F238E27FC236}">
                    <a16:creationId xmlns:a16="http://schemas.microsoft.com/office/drawing/2014/main" id="{8F7F390F-9D24-E9CA-FE31-A5C4A0EF2D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11477" y="1465221"/>
                <a:ext cx="548711" cy="548711"/>
              </a:xfrm>
              <a:prstGeom prst="rect">
                <a:avLst/>
              </a:prstGeom>
            </p:spPr>
          </p:pic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A6982E6-E7DA-136E-71B5-A3A52741B8D2}"/>
                  </a:ext>
                </a:extLst>
              </p:cNvPr>
              <p:cNvSpPr txBox="1"/>
              <p:nvPr/>
            </p:nvSpPr>
            <p:spPr>
              <a:xfrm>
                <a:off x="6883235" y="1560570"/>
                <a:ext cx="1244599" cy="454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400" b="1"/>
                  <a:t>5,000</a:t>
                </a:r>
                <a:endParaRPr lang="ko-KR" altLang="en-US" sz="400" b="1"/>
              </a:p>
            </p:txBody>
          </p:sp>
        </p:grpSp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69EBBAFF-06EC-8CE0-C3D7-37943B4A8B26}"/>
                </a:ext>
              </a:extLst>
            </p:cNvPr>
            <p:cNvSpPr/>
            <p:nvPr/>
          </p:nvSpPr>
          <p:spPr>
            <a:xfrm>
              <a:off x="8365481" y="1411603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pic>
          <p:nvPicPr>
            <p:cNvPr id="89" name="Picture 4" descr="상점 아이콘 구매 기호입니다 장바구니 아이콘재고에 대 한 가방에 대한 스톡 벡터 아트 및 기타 이미지 - 가방, 고객, 구매 -  iStock">
              <a:extLst>
                <a:ext uri="{FF2B5EF4-FFF2-40B4-BE49-F238E27FC236}">
                  <a16:creationId xmlns:a16="http://schemas.microsoft.com/office/drawing/2014/main" id="{00F54643-A3D1-5138-5FD4-A4167B56E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0000" b="90000" l="10000" r="90000">
                          <a14:foregroundMark x1="46154" y1="42067" x2="53846" y2="41106"/>
                          <a14:foregroundMark x1="63462" y1="32452" x2="63462" y2="32452"/>
                          <a14:foregroundMark x1="41587" y1="29087" x2="40144" y2="295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4536" y="1377806"/>
              <a:ext cx="385763" cy="385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Picture 8" descr="Eggs - Free food icons">
              <a:extLst>
                <a:ext uri="{FF2B5EF4-FFF2-40B4-BE49-F238E27FC236}">
                  <a16:creationId xmlns:a16="http://schemas.microsoft.com/office/drawing/2014/main" id="{A67A68B5-94CC-5B1D-6590-B8B0C3B87C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3224" y="1442971"/>
              <a:ext cx="241884" cy="241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A19D6804-D94C-2F16-AA9D-A091306CA2A7}"/>
                </a:ext>
              </a:extLst>
            </p:cNvPr>
            <p:cNvSpPr/>
            <p:nvPr/>
          </p:nvSpPr>
          <p:spPr>
            <a:xfrm>
              <a:off x="9203463" y="1406610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pic>
          <p:nvPicPr>
            <p:cNvPr id="92" name="Picture 2" descr="설정 - 무료 ui개 아이콘">
              <a:extLst>
                <a:ext uri="{FF2B5EF4-FFF2-40B4-BE49-F238E27FC236}">
                  <a16:creationId xmlns:a16="http://schemas.microsoft.com/office/drawing/2014/main" id="{0A0FC300-994F-DFFC-59ED-6509264DC8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5628" y="1428625"/>
              <a:ext cx="265099" cy="265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1384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55E565CE-0691-408D-91A0-81EBAB657CAF}"/>
              </a:ext>
            </a:extLst>
          </p:cNvPr>
          <p:cNvGrpSpPr/>
          <p:nvPr/>
        </p:nvGrpSpPr>
        <p:grpSpPr>
          <a:xfrm>
            <a:off x="1156631" y="1701513"/>
            <a:ext cx="4489873" cy="3186752"/>
            <a:chOff x="615853" y="1361895"/>
            <a:chExt cx="4489873" cy="3186752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550FF361-3558-476D-B131-009518BF2BB2}"/>
                </a:ext>
              </a:extLst>
            </p:cNvPr>
            <p:cNvSpPr/>
            <p:nvPr/>
          </p:nvSpPr>
          <p:spPr>
            <a:xfrm>
              <a:off x="615853" y="1754647"/>
              <a:ext cx="2200521" cy="2794000"/>
            </a:xfrm>
            <a:prstGeom prst="roundRect">
              <a:avLst>
                <a:gd name="adj" fmla="val 2239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B7C9D77B-7437-4174-80B1-74D23C37BDE9}"/>
                </a:ext>
              </a:extLst>
            </p:cNvPr>
            <p:cNvSpPr/>
            <p:nvPr/>
          </p:nvSpPr>
          <p:spPr>
            <a:xfrm>
              <a:off x="1190128" y="1443497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932DD00-A58A-4192-A77B-CA8D50085468}"/>
                </a:ext>
              </a:extLst>
            </p:cNvPr>
            <p:cNvSpPr/>
            <p:nvPr/>
          </p:nvSpPr>
          <p:spPr>
            <a:xfrm>
              <a:off x="761546" y="1440062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E59DC630-D10B-42C8-9B33-E43EEA8D3CDB}"/>
                </a:ext>
              </a:extLst>
            </p:cNvPr>
            <p:cNvSpPr/>
            <p:nvPr/>
          </p:nvSpPr>
          <p:spPr>
            <a:xfrm>
              <a:off x="1635732" y="1443497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1" name="Picture 2" descr="잎 - 무료 자연개 아이콘">
              <a:extLst>
                <a:ext uri="{FF2B5EF4-FFF2-40B4-BE49-F238E27FC236}">
                  <a16:creationId xmlns:a16="http://schemas.microsoft.com/office/drawing/2014/main" id="{252A5A3F-3955-4E86-9AE6-B19095A9B1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3898" y="1472369"/>
              <a:ext cx="251234" cy="2512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" descr="Material 디자인 스타일의 달팽이 아이콘">
              <a:extLst>
                <a:ext uri="{FF2B5EF4-FFF2-40B4-BE49-F238E27FC236}">
                  <a16:creationId xmlns:a16="http://schemas.microsoft.com/office/drawing/2014/main" id="{4114790D-874A-4EA3-88A3-20AE3551C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8750" r="91250">
                          <a14:foregroundMark x1="90833" y1="41250" x2="90833" y2="41250"/>
                          <a14:foregroundMark x1="91250" y1="16167" x2="91250" y2="16167"/>
                          <a14:foregroundMark x1="8750" y1="46000" x2="8750" y2="46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355" y="1446932"/>
              <a:ext cx="297156" cy="297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1F6CE2CE-A65A-4D90-A2F9-D48DCDD2087A}"/>
                </a:ext>
              </a:extLst>
            </p:cNvPr>
            <p:cNvSpPr/>
            <p:nvPr/>
          </p:nvSpPr>
          <p:spPr>
            <a:xfrm>
              <a:off x="2816374" y="1747523"/>
              <a:ext cx="2200521" cy="2794000"/>
            </a:xfrm>
            <a:prstGeom prst="roundRect">
              <a:avLst>
                <a:gd name="adj" fmla="val 2239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1B0589F0-F1AD-4D2C-BA43-BAC6C17ED1B1}"/>
                </a:ext>
              </a:extLst>
            </p:cNvPr>
            <p:cNvSpPr/>
            <p:nvPr/>
          </p:nvSpPr>
          <p:spPr>
            <a:xfrm>
              <a:off x="3060603" y="1880787"/>
              <a:ext cx="1668560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A495CF4-943B-4930-9E04-ECD00241C1C2}"/>
                </a:ext>
              </a:extLst>
            </p:cNvPr>
            <p:cNvGrpSpPr/>
            <p:nvPr/>
          </p:nvGrpSpPr>
          <p:grpSpPr>
            <a:xfrm>
              <a:off x="3108360" y="1919557"/>
              <a:ext cx="200148" cy="200148"/>
              <a:chOff x="3690370" y="5044952"/>
              <a:chExt cx="323850" cy="323850"/>
            </a:xfrm>
          </p:grpSpPr>
          <p:sp>
            <p:nvSpPr>
              <p:cNvPr id="95" name="사각형: 둥근 모서리 94">
                <a:extLst>
                  <a:ext uri="{FF2B5EF4-FFF2-40B4-BE49-F238E27FC236}">
                    <a16:creationId xmlns:a16="http://schemas.microsoft.com/office/drawing/2014/main" id="{3160BCA7-3EAE-42A7-9CDF-DEC74545D977}"/>
                  </a:ext>
                </a:extLst>
              </p:cNvPr>
              <p:cNvSpPr/>
              <p:nvPr/>
            </p:nvSpPr>
            <p:spPr>
              <a:xfrm>
                <a:off x="3690370" y="5044952"/>
                <a:ext cx="323850" cy="32385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pic>
            <p:nvPicPr>
              <p:cNvPr id="96" name="Picture 2" descr="연필 - 무료 편집 도구개 아이콘">
                <a:extLst>
                  <a:ext uri="{FF2B5EF4-FFF2-40B4-BE49-F238E27FC236}">
                    <a16:creationId xmlns:a16="http://schemas.microsoft.com/office/drawing/2014/main" id="{AF2FF7CF-87F2-43A0-847F-629FE1DF37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42086" y="5096668"/>
                <a:ext cx="220417" cy="2204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6" name="TextBox 31">
              <a:extLst>
                <a:ext uri="{FF2B5EF4-FFF2-40B4-BE49-F238E27FC236}">
                  <a16:creationId xmlns:a16="http://schemas.microsoft.com/office/drawing/2014/main" id="{740C43D0-EDD0-4BDD-B471-307147BDF561}"/>
                </a:ext>
              </a:extLst>
            </p:cNvPr>
            <p:cNvSpPr txBox="1"/>
            <p:nvPr/>
          </p:nvSpPr>
          <p:spPr>
            <a:xfrm>
              <a:off x="3294334" y="1897413"/>
              <a:ext cx="1244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100" b="1"/>
                <a:t>달팽이 이름</a:t>
              </a: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F705DE4-F7D8-4C86-9E46-56B93CF6805D}"/>
                </a:ext>
              </a:extLst>
            </p:cNvPr>
            <p:cNvGrpSpPr/>
            <p:nvPr/>
          </p:nvGrpSpPr>
          <p:grpSpPr>
            <a:xfrm>
              <a:off x="4746951" y="1635022"/>
              <a:ext cx="358775" cy="358775"/>
              <a:chOff x="4746951" y="1635022"/>
              <a:chExt cx="358775" cy="358775"/>
            </a:xfrm>
          </p:grpSpPr>
          <p:sp>
            <p:nvSpPr>
              <p:cNvPr id="93" name="사각형: 둥근 모서리 92">
                <a:extLst>
                  <a:ext uri="{FF2B5EF4-FFF2-40B4-BE49-F238E27FC236}">
                    <a16:creationId xmlns:a16="http://schemas.microsoft.com/office/drawing/2014/main" id="{E821C8CD-B67E-49D9-BD5D-B191370A5B74}"/>
                  </a:ext>
                </a:extLst>
              </p:cNvPr>
              <p:cNvSpPr/>
              <p:nvPr/>
            </p:nvSpPr>
            <p:spPr>
              <a:xfrm>
                <a:off x="4764088" y="1652273"/>
                <a:ext cx="323850" cy="32385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94" name="곱하기 기호 93">
                <a:extLst>
                  <a:ext uri="{FF2B5EF4-FFF2-40B4-BE49-F238E27FC236}">
                    <a16:creationId xmlns:a16="http://schemas.microsoft.com/office/drawing/2014/main" id="{874EA15A-0C41-4D67-9CB6-279A22BF5AB7}"/>
                  </a:ext>
                </a:extLst>
              </p:cNvPr>
              <p:cNvSpPr/>
              <p:nvPr/>
            </p:nvSpPr>
            <p:spPr>
              <a:xfrm>
                <a:off x="4746951" y="1635022"/>
                <a:ext cx="358775" cy="358775"/>
              </a:xfrm>
              <a:prstGeom prst="mathMultiply">
                <a:avLst>
                  <a:gd name="adj1" fmla="val 16941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sp>
          <p:nvSpPr>
            <p:cNvPr id="28" name="TextBox 38">
              <a:extLst>
                <a:ext uri="{FF2B5EF4-FFF2-40B4-BE49-F238E27FC236}">
                  <a16:creationId xmlns:a16="http://schemas.microsoft.com/office/drawing/2014/main" id="{02DCC98B-8E68-49AB-B26B-5D697CAF690F}"/>
                </a:ext>
              </a:extLst>
            </p:cNvPr>
            <p:cNvSpPr txBox="1"/>
            <p:nvPr/>
          </p:nvSpPr>
          <p:spPr>
            <a:xfrm>
              <a:off x="1109765" y="1794285"/>
              <a:ext cx="1244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100" b="1"/>
                <a:t>보유 특징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66879B4-6325-4BD7-AD08-DC04CE176DA1}"/>
                </a:ext>
              </a:extLst>
            </p:cNvPr>
            <p:cNvGrpSpPr/>
            <p:nvPr/>
          </p:nvGrpSpPr>
          <p:grpSpPr>
            <a:xfrm>
              <a:off x="3411760" y="1361895"/>
              <a:ext cx="1141042" cy="442052"/>
              <a:chOff x="6711477" y="1465221"/>
              <a:chExt cx="1416357" cy="548711"/>
            </a:xfrm>
          </p:grpSpPr>
          <p:sp>
            <p:nvSpPr>
              <p:cNvPr id="90" name="사각형: 둥근 모서리 89">
                <a:extLst>
                  <a:ext uri="{FF2B5EF4-FFF2-40B4-BE49-F238E27FC236}">
                    <a16:creationId xmlns:a16="http://schemas.microsoft.com/office/drawing/2014/main" id="{5A830B04-1EC7-4523-BB98-9C0366D1EA8D}"/>
                  </a:ext>
                </a:extLst>
              </p:cNvPr>
              <p:cNvSpPr/>
              <p:nvPr/>
            </p:nvSpPr>
            <p:spPr>
              <a:xfrm>
                <a:off x="6839352" y="1586038"/>
                <a:ext cx="955998" cy="274512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pic>
            <p:nvPicPr>
              <p:cNvPr id="91" name="그림 90">
                <a:extLst>
                  <a:ext uri="{FF2B5EF4-FFF2-40B4-BE49-F238E27FC236}">
                    <a16:creationId xmlns:a16="http://schemas.microsoft.com/office/drawing/2014/main" id="{4DAF5DB5-2770-4E2F-9969-94E60FDAF2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11477" y="1465221"/>
                <a:ext cx="548711" cy="548711"/>
              </a:xfrm>
              <a:prstGeom prst="rect">
                <a:avLst/>
              </a:prstGeom>
            </p:spPr>
          </p:pic>
          <p:sp>
            <p:nvSpPr>
              <p:cNvPr id="92" name="TextBox 89">
                <a:extLst>
                  <a:ext uri="{FF2B5EF4-FFF2-40B4-BE49-F238E27FC236}">
                    <a16:creationId xmlns:a16="http://schemas.microsoft.com/office/drawing/2014/main" id="{E1A18C31-6C8B-4E3B-B991-B0D8D09F1EAE}"/>
                  </a:ext>
                </a:extLst>
              </p:cNvPr>
              <p:cNvSpPr txBox="1"/>
              <p:nvPr/>
            </p:nvSpPr>
            <p:spPr>
              <a:xfrm>
                <a:off x="6883235" y="1560569"/>
                <a:ext cx="1244599" cy="315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050" b="1"/>
                  <a:t>5,000</a:t>
                </a:r>
                <a:endParaRPr lang="ko-KR" altLang="en-US" sz="1050" b="1"/>
              </a:p>
            </p:txBody>
          </p:sp>
        </p:grp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71F0581B-C092-4CB6-A80A-DD06B5E32C5E}"/>
                </a:ext>
              </a:extLst>
            </p:cNvPr>
            <p:cNvSpPr/>
            <p:nvPr/>
          </p:nvSpPr>
          <p:spPr>
            <a:xfrm>
              <a:off x="2086434" y="1442937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31" name="Picture 4" descr="상점 아이콘 구매 기호입니다 장바구니 아이콘재고에 대 한 가방에 대한 스톡 벡터 아트 및 기타 이미지 - 가방, 고객, 구매 -  iStock">
              <a:extLst>
                <a:ext uri="{FF2B5EF4-FFF2-40B4-BE49-F238E27FC236}">
                  <a16:creationId xmlns:a16="http://schemas.microsoft.com/office/drawing/2014/main" id="{39741715-983A-44AD-8DE8-37B5D7BF85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6154" y1="42067" x2="53846" y2="41106"/>
                          <a14:foregroundMark x1="63462" y1="32452" x2="63462" y2="32452"/>
                          <a14:foregroundMark x1="41587" y1="29087" x2="40144" y2="295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5489" y="1409140"/>
              <a:ext cx="385763" cy="385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8" descr="Eggs - Free food icons">
              <a:extLst>
                <a:ext uri="{FF2B5EF4-FFF2-40B4-BE49-F238E27FC236}">
                  <a16:creationId xmlns:a16="http://schemas.microsoft.com/office/drawing/2014/main" id="{BAF861CD-7E49-4CFC-BE77-BBA975B33C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4177" y="1474305"/>
              <a:ext cx="241884" cy="241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BC47BEDE-5E21-44F6-9242-68091E087E1C}"/>
                </a:ext>
              </a:extLst>
            </p:cNvPr>
            <p:cNvSpPr/>
            <p:nvPr/>
          </p:nvSpPr>
          <p:spPr>
            <a:xfrm>
              <a:off x="2924416" y="1437944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34" name="Picture 2" descr="설정 - 무료 ui개 아이콘">
              <a:extLst>
                <a:ext uri="{FF2B5EF4-FFF2-40B4-BE49-F238E27FC236}">
                  <a16:creationId xmlns:a16="http://schemas.microsoft.com/office/drawing/2014/main" id="{CD51C124-F2C5-45D7-BF8C-2AE8F8AB8E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581" y="1459959"/>
              <a:ext cx="265099" cy="265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F7F16009-B5A7-4E35-A3B7-3990403B5F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4581" y="2232206"/>
              <a:ext cx="1586360" cy="1332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8238AC5E-1F90-4CCE-A4F7-55F7B9BC5A3D}"/>
                </a:ext>
              </a:extLst>
            </p:cNvPr>
            <p:cNvSpPr/>
            <p:nvPr/>
          </p:nvSpPr>
          <p:spPr>
            <a:xfrm>
              <a:off x="942422" y="2091953"/>
              <a:ext cx="1775262" cy="508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7" name="TextBox 97">
              <a:extLst>
                <a:ext uri="{FF2B5EF4-FFF2-40B4-BE49-F238E27FC236}">
                  <a16:creationId xmlns:a16="http://schemas.microsoft.com/office/drawing/2014/main" id="{33184209-06B5-4811-BF1B-4385653C1E4F}"/>
                </a:ext>
              </a:extLst>
            </p:cNvPr>
            <p:cNvSpPr txBox="1"/>
            <p:nvPr/>
          </p:nvSpPr>
          <p:spPr>
            <a:xfrm>
              <a:off x="958553" y="2127271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패각 이름</a:t>
              </a:r>
            </a:p>
          </p:txBody>
        </p:sp>
        <p:sp>
          <p:nvSpPr>
            <p:cNvPr id="38" name="TextBox 98">
              <a:extLst>
                <a:ext uri="{FF2B5EF4-FFF2-40B4-BE49-F238E27FC236}">
                  <a16:creationId xmlns:a16="http://schemas.microsoft.com/office/drawing/2014/main" id="{29D5452D-DFB1-4F97-BE10-96CB6E809228}"/>
                </a:ext>
              </a:extLst>
            </p:cNvPr>
            <p:cNvSpPr txBox="1"/>
            <p:nvPr/>
          </p:nvSpPr>
          <p:spPr>
            <a:xfrm>
              <a:off x="954838" y="2321204"/>
              <a:ext cx="16295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패각 설명 어쩌구저쩌구</a:t>
              </a: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99F6290-0311-4686-B44B-CC655B928DAD}"/>
                </a:ext>
              </a:extLst>
            </p:cNvPr>
            <p:cNvSpPr/>
            <p:nvPr/>
          </p:nvSpPr>
          <p:spPr>
            <a:xfrm>
              <a:off x="712508" y="2187082"/>
              <a:ext cx="317742" cy="3177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B6FBB534-9525-4D1B-AEB5-3BE9E36DDD7E}"/>
                </a:ext>
              </a:extLst>
            </p:cNvPr>
            <p:cNvGrpSpPr/>
            <p:nvPr/>
          </p:nvGrpSpPr>
          <p:grpSpPr>
            <a:xfrm>
              <a:off x="2195257" y="2115121"/>
              <a:ext cx="1256151" cy="230832"/>
              <a:chOff x="3664169" y="2092252"/>
              <a:chExt cx="1256151" cy="230832"/>
            </a:xfrm>
          </p:grpSpPr>
          <p:sp>
            <p:nvSpPr>
              <p:cNvPr id="88" name="사각형: 둥근 모서리 87">
                <a:extLst>
                  <a:ext uri="{FF2B5EF4-FFF2-40B4-BE49-F238E27FC236}">
                    <a16:creationId xmlns:a16="http://schemas.microsoft.com/office/drawing/2014/main" id="{BE927DB0-3118-41D8-8786-C22B18424F0E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89" name="TextBox 33">
                <a:extLst>
                  <a:ext uri="{FF2B5EF4-FFF2-40B4-BE49-F238E27FC236}">
                    <a16:creationId xmlns:a16="http://schemas.microsoft.com/office/drawing/2014/main" id="{28BAA9AD-EFDE-4235-9A48-9A6DC2F2D860}"/>
                  </a:ext>
                </a:extLst>
              </p:cNvPr>
              <p:cNvSpPr txBox="1"/>
              <p:nvPr/>
            </p:nvSpPr>
            <p:spPr>
              <a:xfrm>
                <a:off x="3675720" y="2092252"/>
                <a:ext cx="1244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9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92BBBE5B-6266-42C7-B2D7-7C690CD8F06A}"/>
                </a:ext>
              </a:extLst>
            </p:cNvPr>
            <p:cNvSpPr/>
            <p:nvPr/>
          </p:nvSpPr>
          <p:spPr>
            <a:xfrm>
              <a:off x="942422" y="2690290"/>
              <a:ext cx="1775262" cy="508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42" name="TextBox 102">
              <a:extLst>
                <a:ext uri="{FF2B5EF4-FFF2-40B4-BE49-F238E27FC236}">
                  <a16:creationId xmlns:a16="http://schemas.microsoft.com/office/drawing/2014/main" id="{E2BF1B74-0C7E-4AF9-8145-BFA4ABDD0FE6}"/>
                </a:ext>
              </a:extLst>
            </p:cNvPr>
            <p:cNvSpPr txBox="1"/>
            <p:nvPr/>
          </p:nvSpPr>
          <p:spPr>
            <a:xfrm>
              <a:off x="958553" y="2725608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몸통 이름</a:t>
              </a:r>
            </a:p>
          </p:txBody>
        </p:sp>
        <p:sp>
          <p:nvSpPr>
            <p:cNvPr id="43" name="TextBox 103">
              <a:extLst>
                <a:ext uri="{FF2B5EF4-FFF2-40B4-BE49-F238E27FC236}">
                  <a16:creationId xmlns:a16="http://schemas.microsoft.com/office/drawing/2014/main" id="{9F7AA1F8-2DD3-4F43-9653-80655E06BAD4}"/>
                </a:ext>
              </a:extLst>
            </p:cNvPr>
            <p:cNvSpPr txBox="1"/>
            <p:nvPr/>
          </p:nvSpPr>
          <p:spPr>
            <a:xfrm>
              <a:off x="954838" y="2919541"/>
              <a:ext cx="16295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몸통 설명 어쩌구저쩌구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98DB33C-BF99-4102-86B2-DB0495CD7D62}"/>
                </a:ext>
              </a:extLst>
            </p:cNvPr>
            <p:cNvSpPr/>
            <p:nvPr/>
          </p:nvSpPr>
          <p:spPr>
            <a:xfrm>
              <a:off x="712508" y="2785419"/>
              <a:ext cx="317742" cy="3177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24469AE2-8FDC-4D14-993A-3ACE388C6CDA}"/>
                </a:ext>
              </a:extLst>
            </p:cNvPr>
            <p:cNvSpPr/>
            <p:nvPr/>
          </p:nvSpPr>
          <p:spPr>
            <a:xfrm>
              <a:off x="937268" y="3300386"/>
              <a:ext cx="1775262" cy="508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46" name="TextBox 106">
              <a:extLst>
                <a:ext uri="{FF2B5EF4-FFF2-40B4-BE49-F238E27FC236}">
                  <a16:creationId xmlns:a16="http://schemas.microsoft.com/office/drawing/2014/main" id="{0D9D9D48-E4F9-47F0-A914-B2F60BD5A947}"/>
                </a:ext>
              </a:extLst>
            </p:cNvPr>
            <p:cNvSpPr txBox="1"/>
            <p:nvPr/>
          </p:nvSpPr>
          <p:spPr>
            <a:xfrm>
              <a:off x="953399" y="3335704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더듬이 이름</a:t>
              </a:r>
            </a:p>
          </p:txBody>
        </p:sp>
        <p:sp>
          <p:nvSpPr>
            <p:cNvPr id="47" name="TextBox 107">
              <a:extLst>
                <a:ext uri="{FF2B5EF4-FFF2-40B4-BE49-F238E27FC236}">
                  <a16:creationId xmlns:a16="http://schemas.microsoft.com/office/drawing/2014/main" id="{62B96F1F-4207-4E2A-93F8-691677B9D4AB}"/>
                </a:ext>
              </a:extLst>
            </p:cNvPr>
            <p:cNvSpPr txBox="1"/>
            <p:nvPr/>
          </p:nvSpPr>
          <p:spPr>
            <a:xfrm>
              <a:off x="949684" y="3529637"/>
              <a:ext cx="16295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더듬이 설명 어쩌구저쩌구</a:t>
              </a: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91B09B2-C18B-43B7-ADBE-B024B1C3038A}"/>
                </a:ext>
              </a:extLst>
            </p:cNvPr>
            <p:cNvSpPr/>
            <p:nvPr/>
          </p:nvSpPr>
          <p:spPr>
            <a:xfrm>
              <a:off x="707354" y="3395515"/>
              <a:ext cx="317742" cy="3177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D67A9E24-0DF4-43C6-ACE4-E60E33D6BAEF}"/>
                </a:ext>
              </a:extLst>
            </p:cNvPr>
            <p:cNvSpPr/>
            <p:nvPr/>
          </p:nvSpPr>
          <p:spPr>
            <a:xfrm>
              <a:off x="937268" y="3913647"/>
              <a:ext cx="1775262" cy="508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50" name="TextBox 110">
              <a:extLst>
                <a:ext uri="{FF2B5EF4-FFF2-40B4-BE49-F238E27FC236}">
                  <a16:creationId xmlns:a16="http://schemas.microsoft.com/office/drawing/2014/main" id="{95929D2C-F756-461C-BDFD-2C5588DB544C}"/>
                </a:ext>
              </a:extLst>
            </p:cNvPr>
            <p:cNvSpPr txBox="1"/>
            <p:nvPr/>
          </p:nvSpPr>
          <p:spPr>
            <a:xfrm>
              <a:off x="953399" y="3948965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얼굴 이름</a:t>
              </a:r>
            </a:p>
          </p:txBody>
        </p:sp>
        <p:sp>
          <p:nvSpPr>
            <p:cNvPr id="51" name="TextBox 111">
              <a:extLst>
                <a:ext uri="{FF2B5EF4-FFF2-40B4-BE49-F238E27FC236}">
                  <a16:creationId xmlns:a16="http://schemas.microsoft.com/office/drawing/2014/main" id="{C4903039-6F88-4AE3-9EB9-1DE07CEFF02A}"/>
                </a:ext>
              </a:extLst>
            </p:cNvPr>
            <p:cNvSpPr txBox="1"/>
            <p:nvPr/>
          </p:nvSpPr>
          <p:spPr>
            <a:xfrm>
              <a:off x="949684" y="4142898"/>
              <a:ext cx="16295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얼굴 설명 어쩌구저쩌구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4395E6B1-4E5C-43C2-B04F-9C9C2A1286F1}"/>
                </a:ext>
              </a:extLst>
            </p:cNvPr>
            <p:cNvSpPr/>
            <p:nvPr/>
          </p:nvSpPr>
          <p:spPr>
            <a:xfrm>
              <a:off x="707354" y="4008776"/>
              <a:ext cx="317742" cy="3177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0D790BDA-8485-4AD4-8826-956075746E5F}"/>
                </a:ext>
              </a:extLst>
            </p:cNvPr>
            <p:cNvGrpSpPr/>
            <p:nvPr/>
          </p:nvGrpSpPr>
          <p:grpSpPr>
            <a:xfrm>
              <a:off x="2209553" y="2710347"/>
              <a:ext cx="1256151" cy="230832"/>
              <a:chOff x="3664169" y="2092252"/>
              <a:chExt cx="1256151" cy="230832"/>
            </a:xfrm>
          </p:grpSpPr>
          <p:sp>
            <p:nvSpPr>
              <p:cNvPr id="86" name="사각형: 둥근 모서리 85">
                <a:extLst>
                  <a:ext uri="{FF2B5EF4-FFF2-40B4-BE49-F238E27FC236}">
                    <a16:creationId xmlns:a16="http://schemas.microsoft.com/office/drawing/2014/main" id="{22481E71-ABEB-41F3-B062-EFA4C6A4ABB5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87" name="TextBox 115">
                <a:extLst>
                  <a:ext uri="{FF2B5EF4-FFF2-40B4-BE49-F238E27FC236}">
                    <a16:creationId xmlns:a16="http://schemas.microsoft.com/office/drawing/2014/main" id="{FAC03107-56D7-4EB8-BC92-D5D0528AD420}"/>
                  </a:ext>
                </a:extLst>
              </p:cNvPr>
              <p:cNvSpPr txBox="1"/>
              <p:nvPr/>
            </p:nvSpPr>
            <p:spPr>
              <a:xfrm>
                <a:off x="3675720" y="2092252"/>
                <a:ext cx="1244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9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B0FFB6BC-27EC-41E6-ACD6-1629B053BC3D}"/>
                </a:ext>
              </a:extLst>
            </p:cNvPr>
            <p:cNvGrpSpPr/>
            <p:nvPr/>
          </p:nvGrpSpPr>
          <p:grpSpPr>
            <a:xfrm>
              <a:off x="2209553" y="3314544"/>
              <a:ext cx="1256151" cy="230832"/>
              <a:chOff x="3664169" y="2092252"/>
              <a:chExt cx="1256151" cy="230832"/>
            </a:xfrm>
          </p:grpSpPr>
          <p:sp>
            <p:nvSpPr>
              <p:cNvPr id="84" name="사각형: 둥근 모서리 83">
                <a:extLst>
                  <a:ext uri="{FF2B5EF4-FFF2-40B4-BE49-F238E27FC236}">
                    <a16:creationId xmlns:a16="http://schemas.microsoft.com/office/drawing/2014/main" id="{3FEC2EA5-B225-44EF-BAB0-5BF8E06530FC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85" name="TextBox 118">
                <a:extLst>
                  <a:ext uri="{FF2B5EF4-FFF2-40B4-BE49-F238E27FC236}">
                    <a16:creationId xmlns:a16="http://schemas.microsoft.com/office/drawing/2014/main" id="{553136EF-1474-4ACC-9EE0-EFAA77A6ADCC}"/>
                  </a:ext>
                </a:extLst>
              </p:cNvPr>
              <p:cNvSpPr txBox="1"/>
              <p:nvPr/>
            </p:nvSpPr>
            <p:spPr>
              <a:xfrm>
                <a:off x="3675720" y="2092252"/>
                <a:ext cx="1244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9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07C07BA8-4DA0-401B-A6C9-3553055FE165}"/>
                </a:ext>
              </a:extLst>
            </p:cNvPr>
            <p:cNvGrpSpPr/>
            <p:nvPr/>
          </p:nvGrpSpPr>
          <p:grpSpPr>
            <a:xfrm>
              <a:off x="2209553" y="3937719"/>
              <a:ext cx="1256151" cy="230832"/>
              <a:chOff x="3664169" y="2092252"/>
              <a:chExt cx="1256151" cy="230832"/>
            </a:xfrm>
          </p:grpSpPr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73B22DEF-7049-4C22-819E-D225A78C93B3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83" name="TextBox 121">
                <a:extLst>
                  <a:ext uri="{FF2B5EF4-FFF2-40B4-BE49-F238E27FC236}">
                    <a16:creationId xmlns:a16="http://schemas.microsoft.com/office/drawing/2014/main" id="{A9FFAAFE-8A78-4BD7-AEF2-85B186C0FCFC}"/>
                  </a:ext>
                </a:extLst>
              </p:cNvPr>
              <p:cNvSpPr txBox="1"/>
              <p:nvPr/>
            </p:nvSpPr>
            <p:spPr>
              <a:xfrm>
                <a:off x="3675720" y="2092252"/>
                <a:ext cx="1244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9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52869D2F-5F6B-4083-B6BC-023B65B5F7D8}"/>
                </a:ext>
              </a:extLst>
            </p:cNvPr>
            <p:cNvSpPr/>
            <p:nvPr/>
          </p:nvSpPr>
          <p:spPr>
            <a:xfrm>
              <a:off x="3664169" y="2118861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57" name="TextBox 123">
              <a:extLst>
                <a:ext uri="{FF2B5EF4-FFF2-40B4-BE49-F238E27FC236}">
                  <a16:creationId xmlns:a16="http://schemas.microsoft.com/office/drawing/2014/main" id="{E9B951D5-5CF7-4D8F-B301-79BB7CD47033}"/>
                </a:ext>
              </a:extLst>
            </p:cNvPr>
            <p:cNvSpPr txBox="1"/>
            <p:nvPr/>
          </p:nvSpPr>
          <p:spPr>
            <a:xfrm>
              <a:off x="3675720" y="2092252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CE0302DD-F497-4AF4-805D-372B1C02957E}"/>
                </a:ext>
              </a:extLst>
            </p:cNvPr>
            <p:cNvSpPr/>
            <p:nvPr/>
          </p:nvSpPr>
          <p:spPr>
            <a:xfrm>
              <a:off x="3198972" y="3554680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821DE2CE-37BF-4B2F-87D2-867E1C480973}"/>
                </a:ext>
              </a:extLst>
            </p:cNvPr>
            <p:cNvSpPr/>
            <p:nvPr/>
          </p:nvSpPr>
          <p:spPr>
            <a:xfrm>
              <a:off x="3068036" y="3532544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F2269D0A-7116-4B96-8AE8-94FD941D2A46}"/>
                </a:ext>
              </a:extLst>
            </p:cNvPr>
            <p:cNvSpPr/>
            <p:nvPr/>
          </p:nvSpPr>
          <p:spPr>
            <a:xfrm>
              <a:off x="3198972" y="3788654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93FE6979-7618-4FCE-918F-254B6172F32C}"/>
                </a:ext>
              </a:extLst>
            </p:cNvPr>
            <p:cNvSpPr/>
            <p:nvPr/>
          </p:nvSpPr>
          <p:spPr>
            <a:xfrm>
              <a:off x="3068036" y="3766518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4683BCC9-ED26-4A54-A2D4-D6A45DF628AC}"/>
                </a:ext>
              </a:extLst>
            </p:cNvPr>
            <p:cNvSpPr/>
            <p:nvPr/>
          </p:nvSpPr>
          <p:spPr>
            <a:xfrm>
              <a:off x="3198972" y="4017111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5B4A1CE7-0C6D-4F4B-A40E-F0CA4D1CB208}"/>
                </a:ext>
              </a:extLst>
            </p:cNvPr>
            <p:cNvSpPr/>
            <p:nvPr/>
          </p:nvSpPr>
          <p:spPr>
            <a:xfrm>
              <a:off x="3068036" y="3994974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5B76C8CD-E775-478E-A475-2DAB38B6DD96}"/>
                </a:ext>
              </a:extLst>
            </p:cNvPr>
            <p:cNvSpPr/>
            <p:nvPr/>
          </p:nvSpPr>
          <p:spPr>
            <a:xfrm>
              <a:off x="3198972" y="4246882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1170277-2D7C-4D13-BDFC-F45A7DD63398}"/>
                </a:ext>
              </a:extLst>
            </p:cNvPr>
            <p:cNvSpPr/>
            <p:nvPr/>
          </p:nvSpPr>
          <p:spPr>
            <a:xfrm>
              <a:off x="3068036" y="4224746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6A05BF7C-358D-476D-BF37-893ED01B28D6}"/>
                </a:ext>
              </a:extLst>
            </p:cNvPr>
            <p:cNvGrpSpPr/>
            <p:nvPr/>
          </p:nvGrpSpPr>
          <p:grpSpPr>
            <a:xfrm>
              <a:off x="3294337" y="3540372"/>
              <a:ext cx="1061221" cy="200055"/>
              <a:chOff x="3663804" y="2086294"/>
              <a:chExt cx="1244600" cy="234625"/>
            </a:xfrm>
          </p:grpSpPr>
          <p:sp>
            <p:nvSpPr>
              <p:cNvPr id="80" name="사각형: 둥근 모서리 79">
                <a:extLst>
                  <a:ext uri="{FF2B5EF4-FFF2-40B4-BE49-F238E27FC236}">
                    <a16:creationId xmlns:a16="http://schemas.microsoft.com/office/drawing/2014/main" id="{F41369D4-0691-4EA3-891B-6C48E9CBFBD3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81" name="TextBox 138">
                <a:extLst>
                  <a:ext uri="{FF2B5EF4-FFF2-40B4-BE49-F238E27FC236}">
                    <a16:creationId xmlns:a16="http://schemas.microsoft.com/office/drawing/2014/main" id="{227EE85B-BC2C-4667-9311-4FF08091CD34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1583ED2F-02FB-4F77-B7F2-8C296CC143FC}"/>
                </a:ext>
              </a:extLst>
            </p:cNvPr>
            <p:cNvGrpSpPr/>
            <p:nvPr/>
          </p:nvGrpSpPr>
          <p:grpSpPr>
            <a:xfrm>
              <a:off x="3300407" y="3784525"/>
              <a:ext cx="1061221" cy="200055"/>
              <a:chOff x="3663804" y="2086294"/>
              <a:chExt cx="1244600" cy="234625"/>
            </a:xfrm>
          </p:grpSpPr>
          <p:sp>
            <p:nvSpPr>
              <p:cNvPr id="78" name="사각형: 둥근 모서리 77">
                <a:extLst>
                  <a:ext uri="{FF2B5EF4-FFF2-40B4-BE49-F238E27FC236}">
                    <a16:creationId xmlns:a16="http://schemas.microsoft.com/office/drawing/2014/main" id="{972A2E37-198F-43B1-9578-C61A4BDB4C0E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79" name="TextBox 141">
                <a:extLst>
                  <a:ext uri="{FF2B5EF4-FFF2-40B4-BE49-F238E27FC236}">
                    <a16:creationId xmlns:a16="http://schemas.microsoft.com/office/drawing/2014/main" id="{6E939C3C-5139-4EE7-8017-BCF83F68B2B9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BCCCBBB4-3A77-4ECD-8038-4487BD95F270}"/>
                </a:ext>
              </a:extLst>
            </p:cNvPr>
            <p:cNvGrpSpPr/>
            <p:nvPr/>
          </p:nvGrpSpPr>
          <p:grpSpPr>
            <a:xfrm>
              <a:off x="3300407" y="4007564"/>
              <a:ext cx="1061221" cy="200055"/>
              <a:chOff x="3663804" y="2086294"/>
              <a:chExt cx="1244600" cy="234625"/>
            </a:xfrm>
          </p:grpSpPr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0A66232E-31CD-40E8-9381-17321893CD99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77" name="TextBox 144">
                <a:extLst>
                  <a:ext uri="{FF2B5EF4-FFF2-40B4-BE49-F238E27FC236}">
                    <a16:creationId xmlns:a16="http://schemas.microsoft.com/office/drawing/2014/main" id="{483B9A16-AE38-4AC8-A99F-D344BB942F4A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076AFAF9-51CC-4531-95D6-97E967F4EDB0}"/>
                </a:ext>
              </a:extLst>
            </p:cNvPr>
            <p:cNvGrpSpPr/>
            <p:nvPr/>
          </p:nvGrpSpPr>
          <p:grpSpPr>
            <a:xfrm>
              <a:off x="3306477" y="4236145"/>
              <a:ext cx="1061221" cy="200055"/>
              <a:chOff x="3663804" y="2086294"/>
              <a:chExt cx="1244600" cy="234625"/>
            </a:xfrm>
          </p:grpSpPr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646C0A41-C0A7-4D5A-AD73-BEA4C1AF464B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75" name="TextBox 147">
                <a:extLst>
                  <a:ext uri="{FF2B5EF4-FFF2-40B4-BE49-F238E27FC236}">
                    <a16:creationId xmlns:a16="http://schemas.microsoft.com/office/drawing/2014/main" id="{E17A60E4-A279-4FBF-9822-BB55DFE624A1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sp>
          <p:nvSpPr>
            <p:cNvPr id="70" name="TextBox 148">
              <a:extLst>
                <a:ext uri="{FF2B5EF4-FFF2-40B4-BE49-F238E27FC236}">
                  <a16:creationId xmlns:a16="http://schemas.microsoft.com/office/drawing/2014/main" id="{88922A46-D9AC-41EC-8D51-A70CBD6AB5C4}"/>
                </a:ext>
              </a:extLst>
            </p:cNvPr>
            <p:cNvSpPr txBox="1"/>
            <p:nvPr/>
          </p:nvSpPr>
          <p:spPr>
            <a:xfrm>
              <a:off x="3646362" y="3537400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패각 이름</a:t>
              </a:r>
            </a:p>
          </p:txBody>
        </p:sp>
        <p:sp>
          <p:nvSpPr>
            <p:cNvPr id="71" name="TextBox 149">
              <a:extLst>
                <a:ext uri="{FF2B5EF4-FFF2-40B4-BE49-F238E27FC236}">
                  <a16:creationId xmlns:a16="http://schemas.microsoft.com/office/drawing/2014/main" id="{AD53FBEA-3A23-4D79-A91C-0F63CE769DA5}"/>
                </a:ext>
              </a:extLst>
            </p:cNvPr>
            <p:cNvSpPr txBox="1"/>
            <p:nvPr/>
          </p:nvSpPr>
          <p:spPr>
            <a:xfrm>
              <a:off x="3646362" y="3775349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몸통 이름</a:t>
              </a:r>
            </a:p>
          </p:txBody>
        </p:sp>
        <p:sp>
          <p:nvSpPr>
            <p:cNvPr id="72" name="TextBox 150">
              <a:extLst>
                <a:ext uri="{FF2B5EF4-FFF2-40B4-BE49-F238E27FC236}">
                  <a16:creationId xmlns:a16="http://schemas.microsoft.com/office/drawing/2014/main" id="{1AD9479E-8303-46D0-8508-7667269CE6CA}"/>
                </a:ext>
              </a:extLst>
            </p:cNvPr>
            <p:cNvSpPr txBox="1"/>
            <p:nvPr/>
          </p:nvSpPr>
          <p:spPr>
            <a:xfrm>
              <a:off x="3641208" y="4008776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더듬이 이름</a:t>
              </a:r>
            </a:p>
          </p:txBody>
        </p:sp>
        <p:sp>
          <p:nvSpPr>
            <p:cNvPr id="73" name="TextBox 151">
              <a:extLst>
                <a:ext uri="{FF2B5EF4-FFF2-40B4-BE49-F238E27FC236}">
                  <a16:creationId xmlns:a16="http://schemas.microsoft.com/office/drawing/2014/main" id="{8389BA23-7340-492A-A4B4-305562CC545F}"/>
                </a:ext>
              </a:extLst>
            </p:cNvPr>
            <p:cNvSpPr txBox="1"/>
            <p:nvPr/>
          </p:nvSpPr>
          <p:spPr>
            <a:xfrm>
              <a:off x="3641208" y="4224220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얼굴 이름</a:t>
              </a: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C34E442C-9995-867F-A1B9-B2F738874B4B}"/>
              </a:ext>
            </a:extLst>
          </p:cNvPr>
          <p:cNvSpPr txBox="1"/>
          <p:nvPr/>
        </p:nvSpPr>
        <p:spPr>
          <a:xfrm>
            <a:off x="280509" y="153899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판매 팝업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1EB7409E-9D4A-5D3D-7299-DE38CC8113F8}"/>
              </a:ext>
            </a:extLst>
          </p:cNvPr>
          <p:cNvSpPr/>
          <p:nvPr/>
        </p:nvSpPr>
        <p:spPr>
          <a:xfrm>
            <a:off x="1834420" y="2526850"/>
            <a:ext cx="3063410" cy="1839608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75F5907A-251F-03C2-EFEB-91E7315352F0}"/>
              </a:ext>
            </a:extLst>
          </p:cNvPr>
          <p:cNvGrpSpPr/>
          <p:nvPr/>
        </p:nvGrpSpPr>
        <p:grpSpPr>
          <a:xfrm>
            <a:off x="4625371" y="2447351"/>
            <a:ext cx="358775" cy="358775"/>
            <a:chOff x="4746951" y="1635022"/>
            <a:chExt cx="358775" cy="358775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14254B64-6CF2-5610-5D47-29F293E2438F}"/>
                </a:ext>
              </a:extLst>
            </p:cNvPr>
            <p:cNvSpPr/>
            <p:nvPr/>
          </p:nvSpPr>
          <p:spPr>
            <a:xfrm>
              <a:off x="4764088" y="1652273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3" name="곱하기 기호 112">
              <a:extLst>
                <a:ext uri="{FF2B5EF4-FFF2-40B4-BE49-F238E27FC236}">
                  <a16:creationId xmlns:a16="http://schemas.microsoft.com/office/drawing/2014/main" id="{DCA1217A-C726-29DB-0F31-AC4CF3C17216}"/>
                </a:ext>
              </a:extLst>
            </p:cNvPr>
            <p:cNvSpPr/>
            <p:nvPr/>
          </p:nvSpPr>
          <p:spPr>
            <a:xfrm>
              <a:off x="4746951" y="1635022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14" name="TextBox 155">
            <a:extLst>
              <a:ext uri="{FF2B5EF4-FFF2-40B4-BE49-F238E27FC236}">
                <a16:creationId xmlns:a16="http://schemas.microsoft.com/office/drawing/2014/main" id="{FAB2F625-9443-4E42-1E8B-97AFA43CB36C}"/>
              </a:ext>
            </a:extLst>
          </p:cNvPr>
          <p:cNvSpPr txBox="1"/>
          <p:nvPr/>
        </p:nvSpPr>
        <p:spPr>
          <a:xfrm>
            <a:off x="2555578" y="2767944"/>
            <a:ext cx="16658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 dirty="0"/>
              <a:t>알을 판매할까요</a:t>
            </a:r>
            <a:r>
              <a:rPr lang="en-US" altLang="ko-KR" sz="1100" b="1" dirty="0"/>
              <a:t>?</a:t>
            </a:r>
            <a:endParaRPr lang="ko-KR" altLang="en-US" sz="1100" b="1" dirty="0"/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5DC97592-33B3-25D5-DF5C-002E14AC4934}"/>
              </a:ext>
            </a:extLst>
          </p:cNvPr>
          <p:cNvSpPr/>
          <p:nvPr/>
        </p:nvSpPr>
        <p:spPr>
          <a:xfrm>
            <a:off x="3543615" y="3957063"/>
            <a:ext cx="797735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6" name="TextBox 157">
            <a:extLst>
              <a:ext uri="{FF2B5EF4-FFF2-40B4-BE49-F238E27FC236}">
                <a16:creationId xmlns:a16="http://schemas.microsoft.com/office/drawing/2014/main" id="{A00D58FC-5E84-B283-C2A0-A707CB4B2FCF}"/>
              </a:ext>
            </a:extLst>
          </p:cNvPr>
          <p:cNvSpPr txBox="1"/>
          <p:nvPr/>
        </p:nvSpPr>
        <p:spPr>
          <a:xfrm>
            <a:off x="3798015" y="3985818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예</a:t>
            </a:r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371FC287-3545-3ACD-157C-54E2112D752F}"/>
              </a:ext>
            </a:extLst>
          </p:cNvPr>
          <p:cNvSpPr/>
          <p:nvPr/>
        </p:nvSpPr>
        <p:spPr>
          <a:xfrm>
            <a:off x="2304097" y="3950048"/>
            <a:ext cx="797735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8" name="TextBox 159">
            <a:extLst>
              <a:ext uri="{FF2B5EF4-FFF2-40B4-BE49-F238E27FC236}">
                <a16:creationId xmlns:a16="http://schemas.microsoft.com/office/drawing/2014/main" id="{AF18447C-00B1-A513-C176-B91123719F91}"/>
              </a:ext>
            </a:extLst>
          </p:cNvPr>
          <p:cNvSpPr txBox="1"/>
          <p:nvPr/>
        </p:nvSpPr>
        <p:spPr>
          <a:xfrm>
            <a:off x="2437377" y="3978803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아니오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9F9504ED-7854-7931-D860-6C2D1BBA679B}"/>
              </a:ext>
            </a:extLst>
          </p:cNvPr>
          <p:cNvSpPr/>
          <p:nvPr/>
        </p:nvSpPr>
        <p:spPr>
          <a:xfrm>
            <a:off x="2811982" y="3577179"/>
            <a:ext cx="1081390" cy="221152"/>
          </a:xfrm>
          <a:prstGeom prst="roundRect">
            <a:avLst>
              <a:gd name="adj" fmla="val 50000"/>
            </a:avLst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CCE8682A-249D-D321-2716-2AA06188EC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964" y="3479847"/>
            <a:ext cx="442051" cy="442051"/>
          </a:xfrm>
          <a:prstGeom prst="rect">
            <a:avLst/>
          </a:prstGeom>
        </p:spPr>
      </p:pic>
      <p:sp>
        <p:nvSpPr>
          <p:cNvPr id="121" name="TextBox 168">
            <a:extLst>
              <a:ext uri="{FF2B5EF4-FFF2-40B4-BE49-F238E27FC236}">
                <a16:creationId xmlns:a16="http://schemas.microsoft.com/office/drawing/2014/main" id="{E2F11802-FBB9-346A-7A35-ADB90B7A82A3}"/>
              </a:ext>
            </a:extLst>
          </p:cNvPr>
          <p:cNvSpPr txBox="1"/>
          <p:nvPr/>
        </p:nvSpPr>
        <p:spPr>
          <a:xfrm>
            <a:off x="3081891" y="3547476"/>
            <a:ext cx="10026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/>
              <a:t>5,000</a:t>
            </a:r>
            <a:endParaRPr lang="ko-KR" altLang="en-US" sz="1050" b="1" dirty="0"/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203FCF56-7CBD-2BBC-C3D7-CDAA9C2BD265}"/>
              </a:ext>
            </a:extLst>
          </p:cNvPr>
          <p:cNvGrpSpPr/>
          <p:nvPr/>
        </p:nvGrpSpPr>
        <p:grpSpPr>
          <a:xfrm>
            <a:off x="3720471" y="3249931"/>
            <a:ext cx="195325" cy="195325"/>
            <a:chOff x="3522226" y="659095"/>
            <a:chExt cx="276999" cy="276999"/>
          </a:xfrm>
        </p:grpSpPr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CD5544BF-5BAC-C8FF-938E-22F31DED2392}"/>
                </a:ext>
              </a:extLst>
            </p:cNvPr>
            <p:cNvSpPr/>
            <p:nvPr/>
          </p:nvSpPr>
          <p:spPr>
            <a:xfrm>
              <a:off x="3522226" y="659095"/>
              <a:ext cx="276999" cy="276999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곱하기 기호 123">
              <a:extLst>
                <a:ext uri="{FF2B5EF4-FFF2-40B4-BE49-F238E27FC236}">
                  <a16:creationId xmlns:a16="http://schemas.microsoft.com/office/drawing/2014/main" id="{F64AF0DC-8879-31B5-6E2A-9FFBB6F3C223}"/>
                </a:ext>
              </a:extLst>
            </p:cNvPr>
            <p:cNvSpPr/>
            <p:nvPr/>
          </p:nvSpPr>
          <p:spPr>
            <a:xfrm rot="2700000">
              <a:off x="3533175" y="667404"/>
              <a:ext cx="260233" cy="260233"/>
            </a:xfrm>
            <a:prstGeom prst="mathMultiply">
              <a:avLst>
                <a:gd name="adj1" fmla="val 1694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002C5EF1-CA62-BA9F-EC32-043BE3DE7110}"/>
              </a:ext>
            </a:extLst>
          </p:cNvPr>
          <p:cNvGrpSpPr/>
          <p:nvPr/>
        </p:nvGrpSpPr>
        <p:grpSpPr>
          <a:xfrm>
            <a:off x="2794758" y="3243808"/>
            <a:ext cx="195325" cy="195325"/>
            <a:chOff x="2591582" y="2897201"/>
            <a:chExt cx="195325" cy="195325"/>
          </a:xfrm>
        </p:grpSpPr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30525BE3-8CC3-D362-0A55-C3596475B273}"/>
                </a:ext>
              </a:extLst>
            </p:cNvPr>
            <p:cNvSpPr/>
            <p:nvPr/>
          </p:nvSpPr>
          <p:spPr>
            <a:xfrm>
              <a:off x="2591582" y="2897201"/>
              <a:ext cx="195325" cy="19532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8BE9CFDA-6AF4-FFF2-3AAD-F70CCA8C73D1}"/>
                </a:ext>
              </a:extLst>
            </p:cNvPr>
            <p:cNvSpPr/>
            <p:nvPr/>
          </p:nvSpPr>
          <p:spPr>
            <a:xfrm>
              <a:off x="2627921" y="2969665"/>
              <a:ext cx="119264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F7959F09-0E3E-E43F-D017-75EBA71A8B87}"/>
              </a:ext>
            </a:extLst>
          </p:cNvPr>
          <p:cNvSpPr/>
          <p:nvPr/>
        </p:nvSpPr>
        <p:spPr>
          <a:xfrm>
            <a:off x="3018851" y="3239179"/>
            <a:ext cx="664796" cy="221152"/>
          </a:xfrm>
          <a:prstGeom prst="roundRect">
            <a:avLst>
              <a:gd name="adj" fmla="val 50000"/>
            </a:avLst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9" name="TextBox 168">
            <a:extLst>
              <a:ext uri="{FF2B5EF4-FFF2-40B4-BE49-F238E27FC236}">
                <a16:creationId xmlns:a16="http://schemas.microsoft.com/office/drawing/2014/main" id="{F1A97F0E-4FB0-6AF9-6240-552F3864CD19}"/>
              </a:ext>
            </a:extLst>
          </p:cNvPr>
          <p:cNvSpPr txBox="1"/>
          <p:nvPr/>
        </p:nvSpPr>
        <p:spPr>
          <a:xfrm>
            <a:off x="2855809" y="3213219"/>
            <a:ext cx="10026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/>
              <a:t>1</a:t>
            </a:r>
            <a:endParaRPr lang="ko-KR" altLang="en-US" sz="1050" b="1" dirty="0"/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BA883832-7477-C00C-6200-045EE4E9B4B9}"/>
              </a:ext>
            </a:extLst>
          </p:cNvPr>
          <p:cNvSpPr/>
          <p:nvPr/>
        </p:nvSpPr>
        <p:spPr>
          <a:xfrm>
            <a:off x="7294170" y="2545992"/>
            <a:ext cx="3063410" cy="1839608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9646AE57-4E9C-4EEA-AEC2-6E8DD77AC54A}"/>
              </a:ext>
            </a:extLst>
          </p:cNvPr>
          <p:cNvGrpSpPr/>
          <p:nvPr/>
        </p:nvGrpSpPr>
        <p:grpSpPr>
          <a:xfrm>
            <a:off x="10085121" y="2466493"/>
            <a:ext cx="358775" cy="358775"/>
            <a:chOff x="4746951" y="1635022"/>
            <a:chExt cx="358775" cy="358775"/>
          </a:xfrm>
        </p:grpSpPr>
        <p:sp>
          <p:nvSpPr>
            <p:cNvPr id="132" name="사각형: 둥근 모서리 131">
              <a:extLst>
                <a:ext uri="{FF2B5EF4-FFF2-40B4-BE49-F238E27FC236}">
                  <a16:creationId xmlns:a16="http://schemas.microsoft.com/office/drawing/2014/main" id="{F4749DC5-82FF-55FB-2DAD-12285DD4E247}"/>
                </a:ext>
              </a:extLst>
            </p:cNvPr>
            <p:cNvSpPr/>
            <p:nvPr/>
          </p:nvSpPr>
          <p:spPr>
            <a:xfrm>
              <a:off x="4764088" y="1652273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곱하기 기호 132">
              <a:extLst>
                <a:ext uri="{FF2B5EF4-FFF2-40B4-BE49-F238E27FC236}">
                  <a16:creationId xmlns:a16="http://schemas.microsoft.com/office/drawing/2014/main" id="{0A5A4422-00CC-794B-44F0-EC8918522D65}"/>
                </a:ext>
              </a:extLst>
            </p:cNvPr>
            <p:cNvSpPr/>
            <p:nvPr/>
          </p:nvSpPr>
          <p:spPr>
            <a:xfrm>
              <a:off x="4746951" y="1635022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4" name="TextBox 155">
            <a:extLst>
              <a:ext uri="{FF2B5EF4-FFF2-40B4-BE49-F238E27FC236}">
                <a16:creationId xmlns:a16="http://schemas.microsoft.com/office/drawing/2014/main" id="{3095599B-8F21-25E1-18C9-39F4BD02BFC1}"/>
              </a:ext>
            </a:extLst>
          </p:cNvPr>
          <p:cNvSpPr txBox="1"/>
          <p:nvPr/>
        </p:nvSpPr>
        <p:spPr>
          <a:xfrm>
            <a:off x="8015328" y="2787086"/>
            <a:ext cx="16658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 dirty="0"/>
              <a:t>알을 판매할까요</a:t>
            </a:r>
            <a:r>
              <a:rPr lang="en-US" altLang="ko-KR" sz="1100" b="1" dirty="0"/>
              <a:t>?</a:t>
            </a:r>
            <a:endParaRPr lang="ko-KR" altLang="en-US" sz="1100" b="1" dirty="0"/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AC9C9684-BFAD-8B07-1800-13B5279E863F}"/>
              </a:ext>
            </a:extLst>
          </p:cNvPr>
          <p:cNvSpPr/>
          <p:nvPr/>
        </p:nvSpPr>
        <p:spPr>
          <a:xfrm>
            <a:off x="9003365" y="3976205"/>
            <a:ext cx="797735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6" name="TextBox 157">
            <a:extLst>
              <a:ext uri="{FF2B5EF4-FFF2-40B4-BE49-F238E27FC236}">
                <a16:creationId xmlns:a16="http://schemas.microsoft.com/office/drawing/2014/main" id="{A850E341-B421-091F-60D2-55BCCF9ED660}"/>
              </a:ext>
            </a:extLst>
          </p:cNvPr>
          <p:cNvSpPr txBox="1"/>
          <p:nvPr/>
        </p:nvSpPr>
        <p:spPr>
          <a:xfrm>
            <a:off x="9257765" y="4004960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예</a:t>
            </a: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5D2CB568-2B00-AE2C-1CA2-27DC3EEB1784}"/>
              </a:ext>
            </a:extLst>
          </p:cNvPr>
          <p:cNvSpPr/>
          <p:nvPr/>
        </p:nvSpPr>
        <p:spPr>
          <a:xfrm>
            <a:off x="7763847" y="3969190"/>
            <a:ext cx="797735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8" name="TextBox 159">
            <a:extLst>
              <a:ext uri="{FF2B5EF4-FFF2-40B4-BE49-F238E27FC236}">
                <a16:creationId xmlns:a16="http://schemas.microsoft.com/office/drawing/2014/main" id="{1DB8ECF7-0F7F-B7CE-AECB-83B7B23DC9D6}"/>
              </a:ext>
            </a:extLst>
          </p:cNvPr>
          <p:cNvSpPr txBox="1"/>
          <p:nvPr/>
        </p:nvSpPr>
        <p:spPr>
          <a:xfrm>
            <a:off x="7897127" y="3997945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아니오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DD338251-12F8-967B-0170-60694EB21144}"/>
              </a:ext>
            </a:extLst>
          </p:cNvPr>
          <p:cNvSpPr/>
          <p:nvPr/>
        </p:nvSpPr>
        <p:spPr>
          <a:xfrm>
            <a:off x="8271732" y="3596321"/>
            <a:ext cx="1081390" cy="221152"/>
          </a:xfrm>
          <a:prstGeom prst="roundRect">
            <a:avLst>
              <a:gd name="adj" fmla="val 50000"/>
            </a:avLst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140" name="그림 139">
            <a:extLst>
              <a:ext uri="{FF2B5EF4-FFF2-40B4-BE49-F238E27FC236}">
                <a16:creationId xmlns:a16="http://schemas.microsoft.com/office/drawing/2014/main" id="{809A8C13-9450-DBA9-9AC1-1B7FD99BC0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714" y="3498989"/>
            <a:ext cx="442051" cy="442051"/>
          </a:xfrm>
          <a:prstGeom prst="rect">
            <a:avLst/>
          </a:prstGeom>
        </p:spPr>
      </p:pic>
      <p:sp>
        <p:nvSpPr>
          <p:cNvPr id="141" name="TextBox 168">
            <a:extLst>
              <a:ext uri="{FF2B5EF4-FFF2-40B4-BE49-F238E27FC236}">
                <a16:creationId xmlns:a16="http://schemas.microsoft.com/office/drawing/2014/main" id="{F44E3D05-0239-CBA7-E404-2FCD730C2DCF}"/>
              </a:ext>
            </a:extLst>
          </p:cNvPr>
          <p:cNvSpPr txBox="1"/>
          <p:nvPr/>
        </p:nvSpPr>
        <p:spPr>
          <a:xfrm>
            <a:off x="8541641" y="3566618"/>
            <a:ext cx="10026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/>
              <a:t>5,000</a:t>
            </a:r>
            <a:endParaRPr lang="ko-KR" altLang="en-US" sz="1050" b="1" dirty="0"/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82ABA87E-0AB2-4A17-8A3B-36237A6D8C31}"/>
              </a:ext>
            </a:extLst>
          </p:cNvPr>
          <p:cNvGrpSpPr/>
          <p:nvPr/>
        </p:nvGrpSpPr>
        <p:grpSpPr>
          <a:xfrm>
            <a:off x="9180221" y="3269073"/>
            <a:ext cx="195325" cy="195325"/>
            <a:chOff x="3522226" y="659095"/>
            <a:chExt cx="276999" cy="276999"/>
          </a:xfrm>
        </p:grpSpPr>
        <p:sp>
          <p:nvSpPr>
            <p:cNvPr id="143" name="사각형: 둥근 모서리 142">
              <a:extLst>
                <a:ext uri="{FF2B5EF4-FFF2-40B4-BE49-F238E27FC236}">
                  <a16:creationId xmlns:a16="http://schemas.microsoft.com/office/drawing/2014/main" id="{7FA22B6C-63EC-8AC1-0E70-32CC9C0CE01B}"/>
                </a:ext>
              </a:extLst>
            </p:cNvPr>
            <p:cNvSpPr/>
            <p:nvPr/>
          </p:nvSpPr>
          <p:spPr>
            <a:xfrm>
              <a:off x="3522226" y="659095"/>
              <a:ext cx="276999" cy="276999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곱하기 기호 143">
              <a:extLst>
                <a:ext uri="{FF2B5EF4-FFF2-40B4-BE49-F238E27FC236}">
                  <a16:creationId xmlns:a16="http://schemas.microsoft.com/office/drawing/2014/main" id="{501A6E56-5A29-9AD0-9044-D366AD1EF33B}"/>
                </a:ext>
              </a:extLst>
            </p:cNvPr>
            <p:cNvSpPr/>
            <p:nvPr/>
          </p:nvSpPr>
          <p:spPr>
            <a:xfrm rot="2700000">
              <a:off x="3533175" y="667404"/>
              <a:ext cx="260233" cy="260233"/>
            </a:xfrm>
            <a:prstGeom prst="mathMultiply">
              <a:avLst>
                <a:gd name="adj1" fmla="val 1694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93E6BBE4-15B9-34D2-3502-1BD29284D992}"/>
              </a:ext>
            </a:extLst>
          </p:cNvPr>
          <p:cNvGrpSpPr/>
          <p:nvPr/>
        </p:nvGrpSpPr>
        <p:grpSpPr>
          <a:xfrm>
            <a:off x="8254508" y="3262950"/>
            <a:ext cx="195325" cy="195325"/>
            <a:chOff x="2591582" y="2897201"/>
            <a:chExt cx="195325" cy="19532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A99FA2BB-4765-D14C-96D8-81D52C150D93}"/>
                </a:ext>
              </a:extLst>
            </p:cNvPr>
            <p:cNvSpPr/>
            <p:nvPr/>
          </p:nvSpPr>
          <p:spPr>
            <a:xfrm>
              <a:off x="2591582" y="2897201"/>
              <a:ext cx="195325" cy="19532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A5CEBB36-8EE9-5D85-A8CC-E63AC9BEC080}"/>
                </a:ext>
              </a:extLst>
            </p:cNvPr>
            <p:cNvSpPr/>
            <p:nvPr/>
          </p:nvSpPr>
          <p:spPr>
            <a:xfrm>
              <a:off x="2627921" y="2969665"/>
              <a:ext cx="119264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AE3F5B4C-29FD-EF12-E610-07288BCEF210}"/>
              </a:ext>
            </a:extLst>
          </p:cNvPr>
          <p:cNvSpPr/>
          <p:nvPr/>
        </p:nvSpPr>
        <p:spPr>
          <a:xfrm>
            <a:off x="8478601" y="3258321"/>
            <a:ext cx="664796" cy="221152"/>
          </a:xfrm>
          <a:prstGeom prst="roundRect">
            <a:avLst>
              <a:gd name="adj" fmla="val 50000"/>
            </a:avLst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49" name="TextBox 168">
            <a:extLst>
              <a:ext uri="{FF2B5EF4-FFF2-40B4-BE49-F238E27FC236}">
                <a16:creationId xmlns:a16="http://schemas.microsoft.com/office/drawing/2014/main" id="{0B42901D-6335-623F-3282-FAE4FB8CE9C1}"/>
              </a:ext>
            </a:extLst>
          </p:cNvPr>
          <p:cNvSpPr txBox="1"/>
          <p:nvPr/>
        </p:nvSpPr>
        <p:spPr>
          <a:xfrm>
            <a:off x="8315559" y="3232361"/>
            <a:ext cx="10026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/>
              <a:t>1</a:t>
            </a:r>
            <a:endParaRPr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93596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55E565CE-0691-408D-91A0-81EBAB657CAF}"/>
              </a:ext>
            </a:extLst>
          </p:cNvPr>
          <p:cNvGrpSpPr/>
          <p:nvPr/>
        </p:nvGrpSpPr>
        <p:grpSpPr>
          <a:xfrm>
            <a:off x="1168823" y="1457673"/>
            <a:ext cx="4489873" cy="3186752"/>
            <a:chOff x="615853" y="1361895"/>
            <a:chExt cx="4489873" cy="3186752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550FF361-3558-476D-B131-009518BF2BB2}"/>
                </a:ext>
              </a:extLst>
            </p:cNvPr>
            <p:cNvSpPr/>
            <p:nvPr/>
          </p:nvSpPr>
          <p:spPr>
            <a:xfrm>
              <a:off x="615853" y="1754647"/>
              <a:ext cx="2200521" cy="2794000"/>
            </a:xfrm>
            <a:prstGeom prst="roundRect">
              <a:avLst>
                <a:gd name="adj" fmla="val 2239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B7C9D77B-7437-4174-80B1-74D23C37BDE9}"/>
                </a:ext>
              </a:extLst>
            </p:cNvPr>
            <p:cNvSpPr/>
            <p:nvPr/>
          </p:nvSpPr>
          <p:spPr>
            <a:xfrm>
              <a:off x="1190128" y="1443497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932DD00-A58A-4192-A77B-CA8D50085468}"/>
                </a:ext>
              </a:extLst>
            </p:cNvPr>
            <p:cNvSpPr/>
            <p:nvPr/>
          </p:nvSpPr>
          <p:spPr>
            <a:xfrm>
              <a:off x="761546" y="1440062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E59DC630-D10B-42C8-9B33-E43EEA8D3CDB}"/>
                </a:ext>
              </a:extLst>
            </p:cNvPr>
            <p:cNvSpPr/>
            <p:nvPr/>
          </p:nvSpPr>
          <p:spPr>
            <a:xfrm>
              <a:off x="1635732" y="1443497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1" name="Picture 2" descr="잎 - 무료 자연개 아이콘">
              <a:extLst>
                <a:ext uri="{FF2B5EF4-FFF2-40B4-BE49-F238E27FC236}">
                  <a16:creationId xmlns:a16="http://schemas.microsoft.com/office/drawing/2014/main" id="{252A5A3F-3955-4E86-9AE6-B19095A9B1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3898" y="1472369"/>
              <a:ext cx="251234" cy="2512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" descr="Material 디자인 스타일의 달팽이 아이콘">
              <a:extLst>
                <a:ext uri="{FF2B5EF4-FFF2-40B4-BE49-F238E27FC236}">
                  <a16:creationId xmlns:a16="http://schemas.microsoft.com/office/drawing/2014/main" id="{4114790D-874A-4EA3-88A3-20AE3551C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8750" r="91250">
                          <a14:foregroundMark x1="90833" y1="41250" x2="90833" y2="41250"/>
                          <a14:foregroundMark x1="91250" y1="16167" x2="91250" y2="16167"/>
                          <a14:foregroundMark x1="8750" y1="46000" x2="8750" y2="46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355" y="1446932"/>
              <a:ext cx="297156" cy="297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1F6CE2CE-A65A-4D90-A2F9-D48DCDD2087A}"/>
                </a:ext>
              </a:extLst>
            </p:cNvPr>
            <p:cNvSpPr/>
            <p:nvPr/>
          </p:nvSpPr>
          <p:spPr>
            <a:xfrm>
              <a:off x="2816374" y="1747523"/>
              <a:ext cx="2200521" cy="2794000"/>
            </a:xfrm>
            <a:prstGeom prst="roundRect">
              <a:avLst>
                <a:gd name="adj" fmla="val 2239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1B0589F0-F1AD-4D2C-BA43-BAC6C17ED1B1}"/>
                </a:ext>
              </a:extLst>
            </p:cNvPr>
            <p:cNvSpPr/>
            <p:nvPr/>
          </p:nvSpPr>
          <p:spPr>
            <a:xfrm>
              <a:off x="3060603" y="1880787"/>
              <a:ext cx="1668560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A495CF4-943B-4930-9E04-ECD00241C1C2}"/>
                </a:ext>
              </a:extLst>
            </p:cNvPr>
            <p:cNvGrpSpPr/>
            <p:nvPr/>
          </p:nvGrpSpPr>
          <p:grpSpPr>
            <a:xfrm>
              <a:off x="3108360" y="1919557"/>
              <a:ext cx="200148" cy="200148"/>
              <a:chOff x="3690370" y="5044952"/>
              <a:chExt cx="323850" cy="323850"/>
            </a:xfrm>
          </p:grpSpPr>
          <p:sp>
            <p:nvSpPr>
              <p:cNvPr id="95" name="사각형: 둥근 모서리 94">
                <a:extLst>
                  <a:ext uri="{FF2B5EF4-FFF2-40B4-BE49-F238E27FC236}">
                    <a16:creationId xmlns:a16="http://schemas.microsoft.com/office/drawing/2014/main" id="{3160BCA7-3EAE-42A7-9CDF-DEC74545D977}"/>
                  </a:ext>
                </a:extLst>
              </p:cNvPr>
              <p:cNvSpPr/>
              <p:nvPr/>
            </p:nvSpPr>
            <p:spPr>
              <a:xfrm>
                <a:off x="3690370" y="5044952"/>
                <a:ext cx="323850" cy="32385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pic>
            <p:nvPicPr>
              <p:cNvPr id="96" name="Picture 2" descr="연필 - 무료 편집 도구개 아이콘">
                <a:extLst>
                  <a:ext uri="{FF2B5EF4-FFF2-40B4-BE49-F238E27FC236}">
                    <a16:creationId xmlns:a16="http://schemas.microsoft.com/office/drawing/2014/main" id="{AF2FF7CF-87F2-43A0-847F-629FE1DF37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42086" y="5096668"/>
                <a:ext cx="220417" cy="2204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6" name="TextBox 31">
              <a:extLst>
                <a:ext uri="{FF2B5EF4-FFF2-40B4-BE49-F238E27FC236}">
                  <a16:creationId xmlns:a16="http://schemas.microsoft.com/office/drawing/2014/main" id="{740C43D0-EDD0-4BDD-B471-307147BDF561}"/>
                </a:ext>
              </a:extLst>
            </p:cNvPr>
            <p:cNvSpPr txBox="1"/>
            <p:nvPr/>
          </p:nvSpPr>
          <p:spPr>
            <a:xfrm>
              <a:off x="3294334" y="1897413"/>
              <a:ext cx="1244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100" b="1"/>
                <a:t>달팽이 이름</a:t>
              </a: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F705DE4-F7D8-4C86-9E46-56B93CF6805D}"/>
                </a:ext>
              </a:extLst>
            </p:cNvPr>
            <p:cNvGrpSpPr/>
            <p:nvPr/>
          </p:nvGrpSpPr>
          <p:grpSpPr>
            <a:xfrm>
              <a:off x="4746951" y="1635022"/>
              <a:ext cx="358775" cy="358775"/>
              <a:chOff x="4746951" y="1635022"/>
              <a:chExt cx="358775" cy="358775"/>
            </a:xfrm>
          </p:grpSpPr>
          <p:sp>
            <p:nvSpPr>
              <p:cNvPr id="93" name="사각형: 둥근 모서리 92">
                <a:extLst>
                  <a:ext uri="{FF2B5EF4-FFF2-40B4-BE49-F238E27FC236}">
                    <a16:creationId xmlns:a16="http://schemas.microsoft.com/office/drawing/2014/main" id="{E821C8CD-B67E-49D9-BD5D-B191370A5B74}"/>
                  </a:ext>
                </a:extLst>
              </p:cNvPr>
              <p:cNvSpPr/>
              <p:nvPr/>
            </p:nvSpPr>
            <p:spPr>
              <a:xfrm>
                <a:off x="4764088" y="1652273"/>
                <a:ext cx="323850" cy="32385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94" name="곱하기 기호 93">
                <a:extLst>
                  <a:ext uri="{FF2B5EF4-FFF2-40B4-BE49-F238E27FC236}">
                    <a16:creationId xmlns:a16="http://schemas.microsoft.com/office/drawing/2014/main" id="{874EA15A-0C41-4D67-9CB6-279A22BF5AB7}"/>
                  </a:ext>
                </a:extLst>
              </p:cNvPr>
              <p:cNvSpPr/>
              <p:nvPr/>
            </p:nvSpPr>
            <p:spPr>
              <a:xfrm>
                <a:off x="4746951" y="1635022"/>
                <a:ext cx="358775" cy="358775"/>
              </a:xfrm>
              <a:prstGeom prst="mathMultiply">
                <a:avLst>
                  <a:gd name="adj1" fmla="val 16941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sp>
          <p:nvSpPr>
            <p:cNvPr id="28" name="TextBox 38">
              <a:extLst>
                <a:ext uri="{FF2B5EF4-FFF2-40B4-BE49-F238E27FC236}">
                  <a16:creationId xmlns:a16="http://schemas.microsoft.com/office/drawing/2014/main" id="{02DCC98B-8E68-49AB-B26B-5D697CAF690F}"/>
                </a:ext>
              </a:extLst>
            </p:cNvPr>
            <p:cNvSpPr txBox="1"/>
            <p:nvPr/>
          </p:nvSpPr>
          <p:spPr>
            <a:xfrm>
              <a:off x="1109765" y="1794285"/>
              <a:ext cx="1244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100" b="1"/>
                <a:t>보유 특징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66879B4-6325-4BD7-AD08-DC04CE176DA1}"/>
                </a:ext>
              </a:extLst>
            </p:cNvPr>
            <p:cNvGrpSpPr/>
            <p:nvPr/>
          </p:nvGrpSpPr>
          <p:grpSpPr>
            <a:xfrm>
              <a:off x="3411760" y="1361895"/>
              <a:ext cx="1141042" cy="442052"/>
              <a:chOff x="6711477" y="1465221"/>
              <a:chExt cx="1416357" cy="548711"/>
            </a:xfrm>
          </p:grpSpPr>
          <p:sp>
            <p:nvSpPr>
              <p:cNvPr id="90" name="사각형: 둥근 모서리 89">
                <a:extLst>
                  <a:ext uri="{FF2B5EF4-FFF2-40B4-BE49-F238E27FC236}">
                    <a16:creationId xmlns:a16="http://schemas.microsoft.com/office/drawing/2014/main" id="{5A830B04-1EC7-4523-BB98-9C0366D1EA8D}"/>
                  </a:ext>
                </a:extLst>
              </p:cNvPr>
              <p:cNvSpPr/>
              <p:nvPr/>
            </p:nvSpPr>
            <p:spPr>
              <a:xfrm>
                <a:off x="6839352" y="1586038"/>
                <a:ext cx="955998" cy="274512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pic>
            <p:nvPicPr>
              <p:cNvPr id="91" name="그림 90">
                <a:extLst>
                  <a:ext uri="{FF2B5EF4-FFF2-40B4-BE49-F238E27FC236}">
                    <a16:creationId xmlns:a16="http://schemas.microsoft.com/office/drawing/2014/main" id="{4DAF5DB5-2770-4E2F-9969-94E60FDAF2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11477" y="1465221"/>
                <a:ext cx="548711" cy="548711"/>
              </a:xfrm>
              <a:prstGeom prst="rect">
                <a:avLst/>
              </a:prstGeom>
            </p:spPr>
          </p:pic>
          <p:sp>
            <p:nvSpPr>
              <p:cNvPr id="92" name="TextBox 89">
                <a:extLst>
                  <a:ext uri="{FF2B5EF4-FFF2-40B4-BE49-F238E27FC236}">
                    <a16:creationId xmlns:a16="http://schemas.microsoft.com/office/drawing/2014/main" id="{E1A18C31-6C8B-4E3B-B991-B0D8D09F1EAE}"/>
                  </a:ext>
                </a:extLst>
              </p:cNvPr>
              <p:cNvSpPr txBox="1"/>
              <p:nvPr/>
            </p:nvSpPr>
            <p:spPr>
              <a:xfrm>
                <a:off x="6883235" y="1560569"/>
                <a:ext cx="1244599" cy="315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050" b="1"/>
                  <a:t>5,000</a:t>
                </a:r>
                <a:endParaRPr lang="ko-KR" altLang="en-US" sz="1050" b="1"/>
              </a:p>
            </p:txBody>
          </p:sp>
        </p:grp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71F0581B-C092-4CB6-A80A-DD06B5E32C5E}"/>
                </a:ext>
              </a:extLst>
            </p:cNvPr>
            <p:cNvSpPr/>
            <p:nvPr/>
          </p:nvSpPr>
          <p:spPr>
            <a:xfrm>
              <a:off x="2086434" y="1442937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31" name="Picture 4" descr="상점 아이콘 구매 기호입니다 장바구니 아이콘재고에 대 한 가방에 대한 스톡 벡터 아트 및 기타 이미지 - 가방, 고객, 구매 -  iStock">
              <a:extLst>
                <a:ext uri="{FF2B5EF4-FFF2-40B4-BE49-F238E27FC236}">
                  <a16:creationId xmlns:a16="http://schemas.microsoft.com/office/drawing/2014/main" id="{39741715-983A-44AD-8DE8-37B5D7BF85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6154" y1="42067" x2="53846" y2="41106"/>
                          <a14:foregroundMark x1="63462" y1="32452" x2="63462" y2="32452"/>
                          <a14:foregroundMark x1="41587" y1="29087" x2="40144" y2="295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5489" y="1409140"/>
              <a:ext cx="385763" cy="385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8" descr="Eggs - Free food icons">
              <a:extLst>
                <a:ext uri="{FF2B5EF4-FFF2-40B4-BE49-F238E27FC236}">
                  <a16:creationId xmlns:a16="http://schemas.microsoft.com/office/drawing/2014/main" id="{BAF861CD-7E49-4CFC-BE77-BBA975B33C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4177" y="1474305"/>
              <a:ext cx="241884" cy="241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BC47BEDE-5E21-44F6-9242-68091E087E1C}"/>
                </a:ext>
              </a:extLst>
            </p:cNvPr>
            <p:cNvSpPr/>
            <p:nvPr/>
          </p:nvSpPr>
          <p:spPr>
            <a:xfrm>
              <a:off x="2924416" y="1437944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34" name="Picture 2" descr="설정 - 무료 ui개 아이콘">
              <a:extLst>
                <a:ext uri="{FF2B5EF4-FFF2-40B4-BE49-F238E27FC236}">
                  <a16:creationId xmlns:a16="http://schemas.microsoft.com/office/drawing/2014/main" id="{CD51C124-F2C5-45D7-BF8C-2AE8F8AB8E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581" y="1459959"/>
              <a:ext cx="265099" cy="265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F7F16009-B5A7-4E35-A3B7-3990403B5F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4581" y="2232206"/>
              <a:ext cx="1586360" cy="1332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8238AC5E-1F90-4CCE-A4F7-55F7B9BC5A3D}"/>
                </a:ext>
              </a:extLst>
            </p:cNvPr>
            <p:cNvSpPr/>
            <p:nvPr/>
          </p:nvSpPr>
          <p:spPr>
            <a:xfrm>
              <a:off x="942422" y="2091953"/>
              <a:ext cx="1775262" cy="508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7" name="TextBox 97">
              <a:extLst>
                <a:ext uri="{FF2B5EF4-FFF2-40B4-BE49-F238E27FC236}">
                  <a16:creationId xmlns:a16="http://schemas.microsoft.com/office/drawing/2014/main" id="{33184209-06B5-4811-BF1B-4385653C1E4F}"/>
                </a:ext>
              </a:extLst>
            </p:cNvPr>
            <p:cNvSpPr txBox="1"/>
            <p:nvPr/>
          </p:nvSpPr>
          <p:spPr>
            <a:xfrm>
              <a:off x="958553" y="2127271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패각 이름</a:t>
              </a:r>
            </a:p>
          </p:txBody>
        </p:sp>
        <p:sp>
          <p:nvSpPr>
            <p:cNvPr id="38" name="TextBox 98">
              <a:extLst>
                <a:ext uri="{FF2B5EF4-FFF2-40B4-BE49-F238E27FC236}">
                  <a16:creationId xmlns:a16="http://schemas.microsoft.com/office/drawing/2014/main" id="{29D5452D-DFB1-4F97-BE10-96CB6E809228}"/>
                </a:ext>
              </a:extLst>
            </p:cNvPr>
            <p:cNvSpPr txBox="1"/>
            <p:nvPr/>
          </p:nvSpPr>
          <p:spPr>
            <a:xfrm>
              <a:off x="954838" y="2321204"/>
              <a:ext cx="16295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패각 설명 어쩌구저쩌구</a:t>
              </a: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99F6290-0311-4686-B44B-CC655B928DAD}"/>
                </a:ext>
              </a:extLst>
            </p:cNvPr>
            <p:cNvSpPr/>
            <p:nvPr/>
          </p:nvSpPr>
          <p:spPr>
            <a:xfrm>
              <a:off x="712508" y="2187082"/>
              <a:ext cx="317742" cy="3177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B6FBB534-9525-4D1B-AEB5-3BE9E36DDD7E}"/>
                </a:ext>
              </a:extLst>
            </p:cNvPr>
            <p:cNvGrpSpPr/>
            <p:nvPr/>
          </p:nvGrpSpPr>
          <p:grpSpPr>
            <a:xfrm>
              <a:off x="2195257" y="2115121"/>
              <a:ext cx="1256151" cy="230832"/>
              <a:chOff x="3664169" y="2092252"/>
              <a:chExt cx="1256151" cy="230832"/>
            </a:xfrm>
          </p:grpSpPr>
          <p:sp>
            <p:nvSpPr>
              <p:cNvPr id="88" name="사각형: 둥근 모서리 87">
                <a:extLst>
                  <a:ext uri="{FF2B5EF4-FFF2-40B4-BE49-F238E27FC236}">
                    <a16:creationId xmlns:a16="http://schemas.microsoft.com/office/drawing/2014/main" id="{BE927DB0-3118-41D8-8786-C22B18424F0E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89" name="TextBox 33">
                <a:extLst>
                  <a:ext uri="{FF2B5EF4-FFF2-40B4-BE49-F238E27FC236}">
                    <a16:creationId xmlns:a16="http://schemas.microsoft.com/office/drawing/2014/main" id="{28BAA9AD-EFDE-4235-9A48-9A6DC2F2D860}"/>
                  </a:ext>
                </a:extLst>
              </p:cNvPr>
              <p:cNvSpPr txBox="1"/>
              <p:nvPr/>
            </p:nvSpPr>
            <p:spPr>
              <a:xfrm>
                <a:off x="3675720" y="2092252"/>
                <a:ext cx="1244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9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92BBBE5B-6266-42C7-B2D7-7C690CD8F06A}"/>
                </a:ext>
              </a:extLst>
            </p:cNvPr>
            <p:cNvSpPr/>
            <p:nvPr/>
          </p:nvSpPr>
          <p:spPr>
            <a:xfrm>
              <a:off x="942422" y="2690290"/>
              <a:ext cx="1775262" cy="508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42" name="TextBox 102">
              <a:extLst>
                <a:ext uri="{FF2B5EF4-FFF2-40B4-BE49-F238E27FC236}">
                  <a16:creationId xmlns:a16="http://schemas.microsoft.com/office/drawing/2014/main" id="{E2BF1B74-0C7E-4AF9-8145-BFA4ABDD0FE6}"/>
                </a:ext>
              </a:extLst>
            </p:cNvPr>
            <p:cNvSpPr txBox="1"/>
            <p:nvPr/>
          </p:nvSpPr>
          <p:spPr>
            <a:xfrm>
              <a:off x="958553" y="2725608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몸통 이름</a:t>
              </a:r>
            </a:p>
          </p:txBody>
        </p:sp>
        <p:sp>
          <p:nvSpPr>
            <p:cNvPr id="43" name="TextBox 103">
              <a:extLst>
                <a:ext uri="{FF2B5EF4-FFF2-40B4-BE49-F238E27FC236}">
                  <a16:creationId xmlns:a16="http://schemas.microsoft.com/office/drawing/2014/main" id="{9F7AA1F8-2DD3-4F43-9653-80655E06BAD4}"/>
                </a:ext>
              </a:extLst>
            </p:cNvPr>
            <p:cNvSpPr txBox="1"/>
            <p:nvPr/>
          </p:nvSpPr>
          <p:spPr>
            <a:xfrm>
              <a:off x="954838" y="2919541"/>
              <a:ext cx="16295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몸통 설명 어쩌구저쩌구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98DB33C-BF99-4102-86B2-DB0495CD7D62}"/>
                </a:ext>
              </a:extLst>
            </p:cNvPr>
            <p:cNvSpPr/>
            <p:nvPr/>
          </p:nvSpPr>
          <p:spPr>
            <a:xfrm>
              <a:off x="712508" y="2785419"/>
              <a:ext cx="317742" cy="3177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24469AE2-8FDC-4D14-993A-3ACE388C6CDA}"/>
                </a:ext>
              </a:extLst>
            </p:cNvPr>
            <p:cNvSpPr/>
            <p:nvPr/>
          </p:nvSpPr>
          <p:spPr>
            <a:xfrm>
              <a:off x="937268" y="3300386"/>
              <a:ext cx="1775262" cy="508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46" name="TextBox 106">
              <a:extLst>
                <a:ext uri="{FF2B5EF4-FFF2-40B4-BE49-F238E27FC236}">
                  <a16:creationId xmlns:a16="http://schemas.microsoft.com/office/drawing/2014/main" id="{0D9D9D48-E4F9-47F0-A914-B2F60BD5A947}"/>
                </a:ext>
              </a:extLst>
            </p:cNvPr>
            <p:cNvSpPr txBox="1"/>
            <p:nvPr/>
          </p:nvSpPr>
          <p:spPr>
            <a:xfrm>
              <a:off x="953399" y="3335704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더듬이 이름</a:t>
              </a:r>
            </a:p>
          </p:txBody>
        </p:sp>
        <p:sp>
          <p:nvSpPr>
            <p:cNvPr id="47" name="TextBox 107">
              <a:extLst>
                <a:ext uri="{FF2B5EF4-FFF2-40B4-BE49-F238E27FC236}">
                  <a16:creationId xmlns:a16="http://schemas.microsoft.com/office/drawing/2014/main" id="{62B96F1F-4207-4E2A-93F8-691677B9D4AB}"/>
                </a:ext>
              </a:extLst>
            </p:cNvPr>
            <p:cNvSpPr txBox="1"/>
            <p:nvPr/>
          </p:nvSpPr>
          <p:spPr>
            <a:xfrm>
              <a:off x="949684" y="3529637"/>
              <a:ext cx="16295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더듬이 설명 어쩌구저쩌구</a:t>
              </a: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91B09B2-C18B-43B7-ADBE-B024B1C3038A}"/>
                </a:ext>
              </a:extLst>
            </p:cNvPr>
            <p:cNvSpPr/>
            <p:nvPr/>
          </p:nvSpPr>
          <p:spPr>
            <a:xfrm>
              <a:off x="707354" y="3395515"/>
              <a:ext cx="317742" cy="3177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D67A9E24-0DF4-43C6-ACE4-E60E33D6BAEF}"/>
                </a:ext>
              </a:extLst>
            </p:cNvPr>
            <p:cNvSpPr/>
            <p:nvPr/>
          </p:nvSpPr>
          <p:spPr>
            <a:xfrm>
              <a:off x="937268" y="3913647"/>
              <a:ext cx="1775262" cy="508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50" name="TextBox 110">
              <a:extLst>
                <a:ext uri="{FF2B5EF4-FFF2-40B4-BE49-F238E27FC236}">
                  <a16:creationId xmlns:a16="http://schemas.microsoft.com/office/drawing/2014/main" id="{95929D2C-F756-461C-BDFD-2C5588DB544C}"/>
                </a:ext>
              </a:extLst>
            </p:cNvPr>
            <p:cNvSpPr txBox="1"/>
            <p:nvPr/>
          </p:nvSpPr>
          <p:spPr>
            <a:xfrm>
              <a:off x="953399" y="3948965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얼굴 이름</a:t>
              </a:r>
            </a:p>
          </p:txBody>
        </p:sp>
        <p:sp>
          <p:nvSpPr>
            <p:cNvPr id="51" name="TextBox 111">
              <a:extLst>
                <a:ext uri="{FF2B5EF4-FFF2-40B4-BE49-F238E27FC236}">
                  <a16:creationId xmlns:a16="http://schemas.microsoft.com/office/drawing/2014/main" id="{C4903039-6F88-4AE3-9EB9-1DE07CEFF02A}"/>
                </a:ext>
              </a:extLst>
            </p:cNvPr>
            <p:cNvSpPr txBox="1"/>
            <p:nvPr/>
          </p:nvSpPr>
          <p:spPr>
            <a:xfrm>
              <a:off x="949684" y="4142898"/>
              <a:ext cx="16295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/>
                <a:t>얼굴 설명 어쩌구저쩌구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4395E6B1-4E5C-43C2-B04F-9C9C2A1286F1}"/>
                </a:ext>
              </a:extLst>
            </p:cNvPr>
            <p:cNvSpPr/>
            <p:nvPr/>
          </p:nvSpPr>
          <p:spPr>
            <a:xfrm>
              <a:off x="707354" y="4008776"/>
              <a:ext cx="317742" cy="3177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0D790BDA-8485-4AD4-8826-956075746E5F}"/>
                </a:ext>
              </a:extLst>
            </p:cNvPr>
            <p:cNvGrpSpPr/>
            <p:nvPr/>
          </p:nvGrpSpPr>
          <p:grpSpPr>
            <a:xfrm>
              <a:off x="2209553" y="2710347"/>
              <a:ext cx="1256151" cy="230832"/>
              <a:chOff x="3664169" y="2092252"/>
              <a:chExt cx="1256151" cy="230832"/>
            </a:xfrm>
          </p:grpSpPr>
          <p:sp>
            <p:nvSpPr>
              <p:cNvPr id="86" name="사각형: 둥근 모서리 85">
                <a:extLst>
                  <a:ext uri="{FF2B5EF4-FFF2-40B4-BE49-F238E27FC236}">
                    <a16:creationId xmlns:a16="http://schemas.microsoft.com/office/drawing/2014/main" id="{22481E71-ABEB-41F3-B062-EFA4C6A4ABB5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87" name="TextBox 115">
                <a:extLst>
                  <a:ext uri="{FF2B5EF4-FFF2-40B4-BE49-F238E27FC236}">
                    <a16:creationId xmlns:a16="http://schemas.microsoft.com/office/drawing/2014/main" id="{FAC03107-56D7-4EB8-BC92-D5D0528AD420}"/>
                  </a:ext>
                </a:extLst>
              </p:cNvPr>
              <p:cNvSpPr txBox="1"/>
              <p:nvPr/>
            </p:nvSpPr>
            <p:spPr>
              <a:xfrm>
                <a:off x="3675720" y="2092252"/>
                <a:ext cx="1244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9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B0FFB6BC-27EC-41E6-ACD6-1629B053BC3D}"/>
                </a:ext>
              </a:extLst>
            </p:cNvPr>
            <p:cNvGrpSpPr/>
            <p:nvPr/>
          </p:nvGrpSpPr>
          <p:grpSpPr>
            <a:xfrm>
              <a:off x="2209553" y="3314544"/>
              <a:ext cx="1256151" cy="230832"/>
              <a:chOff x="3664169" y="2092252"/>
              <a:chExt cx="1256151" cy="230832"/>
            </a:xfrm>
          </p:grpSpPr>
          <p:sp>
            <p:nvSpPr>
              <p:cNvPr id="84" name="사각형: 둥근 모서리 83">
                <a:extLst>
                  <a:ext uri="{FF2B5EF4-FFF2-40B4-BE49-F238E27FC236}">
                    <a16:creationId xmlns:a16="http://schemas.microsoft.com/office/drawing/2014/main" id="{3FEC2EA5-B225-44EF-BAB0-5BF8E06530FC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85" name="TextBox 118">
                <a:extLst>
                  <a:ext uri="{FF2B5EF4-FFF2-40B4-BE49-F238E27FC236}">
                    <a16:creationId xmlns:a16="http://schemas.microsoft.com/office/drawing/2014/main" id="{553136EF-1474-4ACC-9EE0-EFAA77A6ADCC}"/>
                  </a:ext>
                </a:extLst>
              </p:cNvPr>
              <p:cNvSpPr txBox="1"/>
              <p:nvPr/>
            </p:nvSpPr>
            <p:spPr>
              <a:xfrm>
                <a:off x="3675720" y="2092252"/>
                <a:ext cx="1244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9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07C07BA8-4DA0-401B-A6C9-3553055FE165}"/>
                </a:ext>
              </a:extLst>
            </p:cNvPr>
            <p:cNvGrpSpPr/>
            <p:nvPr/>
          </p:nvGrpSpPr>
          <p:grpSpPr>
            <a:xfrm>
              <a:off x="2209553" y="3937719"/>
              <a:ext cx="1256151" cy="230832"/>
              <a:chOff x="3664169" y="2092252"/>
              <a:chExt cx="1256151" cy="230832"/>
            </a:xfrm>
          </p:grpSpPr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73B22DEF-7049-4C22-819E-D225A78C93B3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83" name="TextBox 121">
                <a:extLst>
                  <a:ext uri="{FF2B5EF4-FFF2-40B4-BE49-F238E27FC236}">
                    <a16:creationId xmlns:a16="http://schemas.microsoft.com/office/drawing/2014/main" id="{A9FFAAFE-8A78-4BD7-AEF2-85B186C0FCFC}"/>
                  </a:ext>
                </a:extLst>
              </p:cNvPr>
              <p:cNvSpPr txBox="1"/>
              <p:nvPr/>
            </p:nvSpPr>
            <p:spPr>
              <a:xfrm>
                <a:off x="3675720" y="2092252"/>
                <a:ext cx="1244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9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52869D2F-5F6B-4083-B6BC-023B65B5F7D8}"/>
                </a:ext>
              </a:extLst>
            </p:cNvPr>
            <p:cNvSpPr/>
            <p:nvPr/>
          </p:nvSpPr>
          <p:spPr>
            <a:xfrm>
              <a:off x="3664169" y="2118861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57" name="TextBox 123">
              <a:extLst>
                <a:ext uri="{FF2B5EF4-FFF2-40B4-BE49-F238E27FC236}">
                  <a16:creationId xmlns:a16="http://schemas.microsoft.com/office/drawing/2014/main" id="{E9B951D5-5CF7-4D8F-B301-79BB7CD47033}"/>
                </a:ext>
              </a:extLst>
            </p:cNvPr>
            <p:cNvSpPr txBox="1"/>
            <p:nvPr/>
          </p:nvSpPr>
          <p:spPr>
            <a:xfrm>
              <a:off x="3675720" y="2092252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CE0302DD-F497-4AF4-805D-372B1C02957E}"/>
                </a:ext>
              </a:extLst>
            </p:cNvPr>
            <p:cNvSpPr/>
            <p:nvPr/>
          </p:nvSpPr>
          <p:spPr>
            <a:xfrm>
              <a:off x="3198972" y="3554680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821DE2CE-37BF-4B2F-87D2-867E1C480973}"/>
                </a:ext>
              </a:extLst>
            </p:cNvPr>
            <p:cNvSpPr/>
            <p:nvPr/>
          </p:nvSpPr>
          <p:spPr>
            <a:xfrm>
              <a:off x="3068036" y="3532544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F2269D0A-7116-4B96-8AE8-94FD941D2A46}"/>
                </a:ext>
              </a:extLst>
            </p:cNvPr>
            <p:cNvSpPr/>
            <p:nvPr/>
          </p:nvSpPr>
          <p:spPr>
            <a:xfrm>
              <a:off x="3198972" y="3788654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93FE6979-7618-4FCE-918F-254B6172F32C}"/>
                </a:ext>
              </a:extLst>
            </p:cNvPr>
            <p:cNvSpPr/>
            <p:nvPr/>
          </p:nvSpPr>
          <p:spPr>
            <a:xfrm>
              <a:off x="3068036" y="3766518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4683BCC9-ED26-4A54-A2D4-D6A45DF628AC}"/>
                </a:ext>
              </a:extLst>
            </p:cNvPr>
            <p:cNvSpPr/>
            <p:nvPr/>
          </p:nvSpPr>
          <p:spPr>
            <a:xfrm>
              <a:off x="3198972" y="4017111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5B4A1CE7-0C6D-4F4B-A40E-F0CA4D1CB208}"/>
                </a:ext>
              </a:extLst>
            </p:cNvPr>
            <p:cNvSpPr/>
            <p:nvPr/>
          </p:nvSpPr>
          <p:spPr>
            <a:xfrm>
              <a:off x="3068036" y="3994974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5B76C8CD-E775-478E-A475-2DAB38B6DD96}"/>
                </a:ext>
              </a:extLst>
            </p:cNvPr>
            <p:cNvSpPr/>
            <p:nvPr/>
          </p:nvSpPr>
          <p:spPr>
            <a:xfrm>
              <a:off x="3198972" y="4246882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1170277-2D7C-4D13-BDFC-F45A7DD63398}"/>
                </a:ext>
              </a:extLst>
            </p:cNvPr>
            <p:cNvSpPr/>
            <p:nvPr/>
          </p:nvSpPr>
          <p:spPr>
            <a:xfrm>
              <a:off x="3068036" y="4224746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6A05BF7C-358D-476D-BF37-893ED01B28D6}"/>
                </a:ext>
              </a:extLst>
            </p:cNvPr>
            <p:cNvGrpSpPr/>
            <p:nvPr/>
          </p:nvGrpSpPr>
          <p:grpSpPr>
            <a:xfrm>
              <a:off x="3294337" y="3540372"/>
              <a:ext cx="1061221" cy="200055"/>
              <a:chOff x="3663804" y="2086294"/>
              <a:chExt cx="1244600" cy="234625"/>
            </a:xfrm>
          </p:grpSpPr>
          <p:sp>
            <p:nvSpPr>
              <p:cNvPr id="80" name="사각형: 둥근 모서리 79">
                <a:extLst>
                  <a:ext uri="{FF2B5EF4-FFF2-40B4-BE49-F238E27FC236}">
                    <a16:creationId xmlns:a16="http://schemas.microsoft.com/office/drawing/2014/main" id="{F41369D4-0691-4EA3-891B-6C48E9CBFBD3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81" name="TextBox 138">
                <a:extLst>
                  <a:ext uri="{FF2B5EF4-FFF2-40B4-BE49-F238E27FC236}">
                    <a16:creationId xmlns:a16="http://schemas.microsoft.com/office/drawing/2014/main" id="{227EE85B-BC2C-4667-9311-4FF08091CD34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1583ED2F-02FB-4F77-B7F2-8C296CC143FC}"/>
                </a:ext>
              </a:extLst>
            </p:cNvPr>
            <p:cNvGrpSpPr/>
            <p:nvPr/>
          </p:nvGrpSpPr>
          <p:grpSpPr>
            <a:xfrm>
              <a:off x="3300407" y="3784525"/>
              <a:ext cx="1061221" cy="200055"/>
              <a:chOff x="3663804" y="2086294"/>
              <a:chExt cx="1244600" cy="234625"/>
            </a:xfrm>
          </p:grpSpPr>
          <p:sp>
            <p:nvSpPr>
              <p:cNvPr id="78" name="사각형: 둥근 모서리 77">
                <a:extLst>
                  <a:ext uri="{FF2B5EF4-FFF2-40B4-BE49-F238E27FC236}">
                    <a16:creationId xmlns:a16="http://schemas.microsoft.com/office/drawing/2014/main" id="{972A2E37-198F-43B1-9578-C61A4BDB4C0E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79" name="TextBox 141">
                <a:extLst>
                  <a:ext uri="{FF2B5EF4-FFF2-40B4-BE49-F238E27FC236}">
                    <a16:creationId xmlns:a16="http://schemas.microsoft.com/office/drawing/2014/main" id="{6E939C3C-5139-4EE7-8017-BCF83F68B2B9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BCCCBBB4-3A77-4ECD-8038-4487BD95F270}"/>
                </a:ext>
              </a:extLst>
            </p:cNvPr>
            <p:cNvGrpSpPr/>
            <p:nvPr/>
          </p:nvGrpSpPr>
          <p:grpSpPr>
            <a:xfrm>
              <a:off x="3300407" y="4007564"/>
              <a:ext cx="1061221" cy="200055"/>
              <a:chOff x="3663804" y="2086294"/>
              <a:chExt cx="1244600" cy="234625"/>
            </a:xfrm>
          </p:grpSpPr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0A66232E-31CD-40E8-9381-17321893CD99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77" name="TextBox 144">
                <a:extLst>
                  <a:ext uri="{FF2B5EF4-FFF2-40B4-BE49-F238E27FC236}">
                    <a16:creationId xmlns:a16="http://schemas.microsoft.com/office/drawing/2014/main" id="{483B9A16-AE38-4AC8-A99F-D344BB942F4A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076AFAF9-51CC-4531-95D6-97E967F4EDB0}"/>
                </a:ext>
              </a:extLst>
            </p:cNvPr>
            <p:cNvGrpSpPr/>
            <p:nvPr/>
          </p:nvGrpSpPr>
          <p:grpSpPr>
            <a:xfrm>
              <a:off x="3306477" y="4236145"/>
              <a:ext cx="1061221" cy="200055"/>
              <a:chOff x="3663804" y="2086294"/>
              <a:chExt cx="1244600" cy="234625"/>
            </a:xfrm>
          </p:grpSpPr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646C0A41-C0A7-4D5A-AD73-BEA4C1AF464B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75" name="TextBox 147">
                <a:extLst>
                  <a:ext uri="{FF2B5EF4-FFF2-40B4-BE49-F238E27FC236}">
                    <a16:creationId xmlns:a16="http://schemas.microsoft.com/office/drawing/2014/main" id="{E17A60E4-A279-4FBF-9822-BB55DFE624A1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sp>
          <p:nvSpPr>
            <p:cNvPr id="70" name="TextBox 148">
              <a:extLst>
                <a:ext uri="{FF2B5EF4-FFF2-40B4-BE49-F238E27FC236}">
                  <a16:creationId xmlns:a16="http://schemas.microsoft.com/office/drawing/2014/main" id="{88922A46-D9AC-41EC-8D51-A70CBD6AB5C4}"/>
                </a:ext>
              </a:extLst>
            </p:cNvPr>
            <p:cNvSpPr txBox="1"/>
            <p:nvPr/>
          </p:nvSpPr>
          <p:spPr>
            <a:xfrm>
              <a:off x="3646362" y="3537400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패각 이름</a:t>
              </a:r>
            </a:p>
          </p:txBody>
        </p:sp>
        <p:sp>
          <p:nvSpPr>
            <p:cNvPr id="71" name="TextBox 149">
              <a:extLst>
                <a:ext uri="{FF2B5EF4-FFF2-40B4-BE49-F238E27FC236}">
                  <a16:creationId xmlns:a16="http://schemas.microsoft.com/office/drawing/2014/main" id="{AD53FBEA-3A23-4D79-A91C-0F63CE769DA5}"/>
                </a:ext>
              </a:extLst>
            </p:cNvPr>
            <p:cNvSpPr txBox="1"/>
            <p:nvPr/>
          </p:nvSpPr>
          <p:spPr>
            <a:xfrm>
              <a:off x="3646362" y="3775349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몸통 이름</a:t>
              </a:r>
            </a:p>
          </p:txBody>
        </p:sp>
        <p:sp>
          <p:nvSpPr>
            <p:cNvPr id="72" name="TextBox 150">
              <a:extLst>
                <a:ext uri="{FF2B5EF4-FFF2-40B4-BE49-F238E27FC236}">
                  <a16:creationId xmlns:a16="http://schemas.microsoft.com/office/drawing/2014/main" id="{1AD9479E-8303-46D0-8508-7667269CE6CA}"/>
                </a:ext>
              </a:extLst>
            </p:cNvPr>
            <p:cNvSpPr txBox="1"/>
            <p:nvPr/>
          </p:nvSpPr>
          <p:spPr>
            <a:xfrm>
              <a:off x="3641208" y="4008776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더듬이 이름</a:t>
              </a:r>
            </a:p>
          </p:txBody>
        </p:sp>
        <p:sp>
          <p:nvSpPr>
            <p:cNvPr id="73" name="TextBox 151">
              <a:extLst>
                <a:ext uri="{FF2B5EF4-FFF2-40B4-BE49-F238E27FC236}">
                  <a16:creationId xmlns:a16="http://schemas.microsoft.com/office/drawing/2014/main" id="{8389BA23-7340-492A-A4B4-305562CC545F}"/>
                </a:ext>
              </a:extLst>
            </p:cNvPr>
            <p:cNvSpPr txBox="1"/>
            <p:nvPr/>
          </p:nvSpPr>
          <p:spPr>
            <a:xfrm>
              <a:off x="3641208" y="4224220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얼굴 이름</a:t>
              </a:r>
            </a:p>
          </p:txBody>
        </p:sp>
      </p:grp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616EBC8-4C1A-4251-A4A8-71127F08D14C}"/>
              </a:ext>
            </a:extLst>
          </p:cNvPr>
          <p:cNvSpPr/>
          <p:nvPr/>
        </p:nvSpPr>
        <p:spPr>
          <a:xfrm>
            <a:off x="1834420" y="2293745"/>
            <a:ext cx="3063410" cy="1839608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681C482-5755-4D6C-A00D-C7E3625498BD}"/>
              </a:ext>
            </a:extLst>
          </p:cNvPr>
          <p:cNvGrpSpPr/>
          <p:nvPr/>
        </p:nvGrpSpPr>
        <p:grpSpPr>
          <a:xfrm>
            <a:off x="4625371" y="2214246"/>
            <a:ext cx="358775" cy="358775"/>
            <a:chOff x="4746951" y="1635022"/>
            <a:chExt cx="358775" cy="358775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18A3C84C-4E45-47D5-8465-B9C6FCF54ED1}"/>
                </a:ext>
              </a:extLst>
            </p:cNvPr>
            <p:cNvSpPr/>
            <p:nvPr/>
          </p:nvSpPr>
          <p:spPr>
            <a:xfrm>
              <a:off x="4764088" y="1652273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6" name="곱하기 기호 15">
              <a:extLst>
                <a:ext uri="{FF2B5EF4-FFF2-40B4-BE49-F238E27FC236}">
                  <a16:creationId xmlns:a16="http://schemas.microsoft.com/office/drawing/2014/main" id="{1656D18A-5A04-468C-B9EB-D17CB314F076}"/>
                </a:ext>
              </a:extLst>
            </p:cNvPr>
            <p:cNvSpPr/>
            <p:nvPr/>
          </p:nvSpPr>
          <p:spPr>
            <a:xfrm>
              <a:off x="4746951" y="1635022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7" name="TextBox 155">
            <a:extLst>
              <a:ext uri="{FF2B5EF4-FFF2-40B4-BE49-F238E27FC236}">
                <a16:creationId xmlns:a16="http://schemas.microsoft.com/office/drawing/2014/main" id="{7306AD02-E74F-4773-AD39-67327B547C0F}"/>
              </a:ext>
            </a:extLst>
          </p:cNvPr>
          <p:cNvSpPr txBox="1"/>
          <p:nvPr/>
        </p:nvSpPr>
        <p:spPr>
          <a:xfrm>
            <a:off x="2555578" y="2534839"/>
            <a:ext cx="16658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 dirty="0"/>
              <a:t>알을 구매할까요</a:t>
            </a:r>
            <a:r>
              <a:rPr lang="en-US" altLang="ko-KR" sz="1100" b="1" dirty="0"/>
              <a:t>?</a:t>
            </a:r>
            <a:endParaRPr lang="ko-KR" altLang="en-US" sz="11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CA9F019-8ED3-4B12-BE4F-B1BAE28FC270}"/>
              </a:ext>
            </a:extLst>
          </p:cNvPr>
          <p:cNvSpPr/>
          <p:nvPr/>
        </p:nvSpPr>
        <p:spPr>
          <a:xfrm>
            <a:off x="3543615" y="3723958"/>
            <a:ext cx="797735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" name="TextBox 157">
            <a:extLst>
              <a:ext uri="{FF2B5EF4-FFF2-40B4-BE49-F238E27FC236}">
                <a16:creationId xmlns:a16="http://schemas.microsoft.com/office/drawing/2014/main" id="{6447B479-89F7-44C7-A6B9-328C0F2B8075}"/>
              </a:ext>
            </a:extLst>
          </p:cNvPr>
          <p:cNvSpPr txBox="1"/>
          <p:nvPr/>
        </p:nvSpPr>
        <p:spPr>
          <a:xfrm>
            <a:off x="3798015" y="3752713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예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AD06137-28E7-4898-A414-1A4B61A43B46}"/>
              </a:ext>
            </a:extLst>
          </p:cNvPr>
          <p:cNvSpPr/>
          <p:nvPr/>
        </p:nvSpPr>
        <p:spPr>
          <a:xfrm>
            <a:off x="2304097" y="3716943"/>
            <a:ext cx="797735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" name="TextBox 159">
            <a:extLst>
              <a:ext uri="{FF2B5EF4-FFF2-40B4-BE49-F238E27FC236}">
                <a16:creationId xmlns:a16="http://schemas.microsoft.com/office/drawing/2014/main" id="{B03A5AC1-1D93-4A61-9152-8511D2168EFC}"/>
              </a:ext>
            </a:extLst>
          </p:cNvPr>
          <p:cNvSpPr txBox="1"/>
          <p:nvPr/>
        </p:nvSpPr>
        <p:spPr>
          <a:xfrm>
            <a:off x="2437377" y="3745698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아니오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189B78E-85D0-4F11-995F-C0445D2A4126}"/>
              </a:ext>
            </a:extLst>
          </p:cNvPr>
          <p:cNvSpPr/>
          <p:nvPr/>
        </p:nvSpPr>
        <p:spPr>
          <a:xfrm>
            <a:off x="2811982" y="3344074"/>
            <a:ext cx="1081390" cy="221152"/>
          </a:xfrm>
          <a:prstGeom prst="roundRect">
            <a:avLst>
              <a:gd name="adj" fmla="val 50000"/>
            </a:avLst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0818AAD-82A9-48E8-A3A0-352F1F50A5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964" y="3246742"/>
            <a:ext cx="442051" cy="442051"/>
          </a:xfrm>
          <a:prstGeom prst="rect">
            <a:avLst/>
          </a:prstGeom>
        </p:spPr>
      </p:pic>
      <p:sp>
        <p:nvSpPr>
          <p:cNvPr id="14" name="TextBox 168">
            <a:extLst>
              <a:ext uri="{FF2B5EF4-FFF2-40B4-BE49-F238E27FC236}">
                <a16:creationId xmlns:a16="http://schemas.microsoft.com/office/drawing/2014/main" id="{7CFB719C-B495-478C-BE41-483A61858647}"/>
              </a:ext>
            </a:extLst>
          </p:cNvPr>
          <p:cNvSpPr txBox="1"/>
          <p:nvPr/>
        </p:nvSpPr>
        <p:spPr>
          <a:xfrm>
            <a:off x="3081891" y="3314371"/>
            <a:ext cx="10026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/>
              <a:t>-5,000</a:t>
            </a:r>
            <a:endParaRPr lang="ko-KR" altLang="en-US" sz="1050" b="1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740F096-ED59-CD46-7ACA-B58AD3C66FE9}"/>
              </a:ext>
            </a:extLst>
          </p:cNvPr>
          <p:cNvSpPr txBox="1"/>
          <p:nvPr/>
        </p:nvSpPr>
        <p:spPr>
          <a:xfrm>
            <a:off x="280509" y="153899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구매 팝업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60FAB3A-E3E8-5071-8CDA-4AAB0E08BD86}"/>
              </a:ext>
            </a:extLst>
          </p:cNvPr>
          <p:cNvGrpSpPr/>
          <p:nvPr/>
        </p:nvGrpSpPr>
        <p:grpSpPr>
          <a:xfrm>
            <a:off x="3720471" y="3016826"/>
            <a:ext cx="195325" cy="195325"/>
            <a:chOff x="3522226" y="659095"/>
            <a:chExt cx="276999" cy="276999"/>
          </a:xfrm>
        </p:grpSpPr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4D9883A9-6F26-F213-BC6E-F5EB46BEC7C2}"/>
                </a:ext>
              </a:extLst>
            </p:cNvPr>
            <p:cNvSpPr/>
            <p:nvPr/>
          </p:nvSpPr>
          <p:spPr>
            <a:xfrm>
              <a:off x="3522226" y="659095"/>
              <a:ext cx="276999" cy="276999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곱하기 기호 110">
              <a:extLst>
                <a:ext uri="{FF2B5EF4-FFF2-40B4-BE49-F238E27FC236}">
                  <a16:creationId xmlns:a16="http://schemas.microsoft.com/office/drawing/2014/main" id="{B2530AFB-C299-E4B0-DF11-B5B92FFEBB67}"/>
                </a:ext>
              </a:extLst>
            </p:cNvPr>
            <p:cNvSpPr/>
            <p:nvPr/>
          </p:nvSpPr>
          <p:spPr>
            <a:xfrm rot="2700000">
              <a:off x="3533175" y="667404"/>
              <a:ext cx="260233" cy="260233"/>
            </a:xfrm>
            <a:prstGeom prst="mathMultiply">
              <a:avLst>
                <a:gd name="adj1" fmla="val 1694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4E0DE18B-B0CE-DDF2-F52C-CB849891C9F4}"/>
              </a:ext>
            </a:extLst>
          </p:cNvPr>
          <p:cNvGrpSpPr/>
          <p:nvPr/>
        </p:nvGrpSpPr>
        <p:grpSpPr>
          <a:xfrm>
            <a:off x="2794758" y="3010703"/>
            <a:ext cx="195325" cy="195325"/>
            <a:chOff x="2591582" y="2897201"/>
            <a:chExt cx="195325" cy="195325"/>
          </a:xfrm>
        </p:grpSpPr>
        <p:sp>
          <p:nvSpPr>
            <p:cNvPr id="114" name="사각형: 둥근 모서리 113">
              <a:extLst>
                <a:ext uri="{FF2B5EF4-FFF2-40B4-BE49-F238E27FC236}">
                  <a16:creationId xmlns:a16="http://schemas.microsoft.com/office/drawing/2014/main" id="{3EA105CF-7111-33FE-BBB7-5FCA43C67B5F}"/>
                </a:ext>
              </a:extLst>
            </p:cNvPr>
            <p:cNvSpPr/>
            <p:nvPr/>
          </p:nvSpPr>
          <p:spPr>
            <a:xfrm>
              <a:off x="2591582" y="2897201"/>
              <a:ext cx="195325" cy="19532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22FA1D47-F773-0F30-B2CD-02E60ED71A4D}"/>
                </a:ext>
              </a:extLst>
            </p:cNvPr>
            <p:cNvSpPr/>
            <p:nvPr/>
          </p:nvSpPr>
          <p:spPr>
            <a:xfrm>
              <a:off x="2627921" y="2969665"/>
              <a:ext cx="119264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86461EF0-845C-F100-0BC9-BEEB5206F5DC}"/>
              </a:ext>
            </a:extLst>
          </p:cNvPr>
          <p:cNvSpPr/>
          <p:nvPr/>
        </p:nvSpPr>
        <p:spPr>
          <a:xfrm>
            <a:off x="3018851" y="3006074"/>
            <a:ext cx="664796" cy="221152"/>
          </a:xfrm>
          <a:prstGeom prst="roundRect">
            <a:avLst>
              <a:gd name="adj" fmla="val 50000"/>
            </a:avLst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9" name="TextBox 168">
            <a:extLst>
              <a:ext uri="{FF2B5EF4-FFF2-40B4-BE49-F238E27FC236}">
                <a16:creationId xmlns:a16="http://schemas.microsoft.com/office/drawing/2014/main" id="{2429B356-3B3C-07A5-A018-E34806C7BBFE}"/>
              </a:ext>
            </a:extLst>
          </p:cNvPr>
          <p:cNvSpPr txBox="1"/>
          <p:nvPr/>
        </p:nvSpPr>
        <p:spPr>
          <a:xfrm>
            <a:off x="2855809" y="2980114"/>
            <a:ext cx="10026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/>
              <a:t>1</a:t>
            </a:r>
            <a:endParaRPr lang="ko-KR" altLang="en-US" sz="1050" b="1" dirty="0"/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C2BFB784-3378-F2CD-AF98-70AA71796F63}"/>
              </a:ext>
            </a:extLst>
          </p:cNvPr>
          <p:cNvSpPr/>
          <p:nvPr/>
        </p:nvSpPr>
        <p:spPr>
          <a:xfrm>
            <a:off x="7528107" y="2394567"/>
            <a:ext cx="3063410" cy="1839608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6D9A727E-3291-4B80-DB63-EE6F34A35DED}"/>
              </a:ext>
            </a:extLst>
          </p:cNvPr>
          <p:cNvGrpSpPr/>
          <p:nvPr/>
        </p:nvGrpSpPr>
        <p:grpSpPr>
          <a:xfrm>
            <a:off x="10319058" y="2315068"/>
            <a:ext cx="358775" cy="358775"/>
            <a:chOff x="4746951" y="1635022"/>
            <a:chExt cx="358775" cy="358775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73643D1C-78D1-20B6-89E0-145EC3F77D31}"/>
                </a:ext>
              </a:extLst>
            </p:cNvPr>
            <p:cNvSpPr/>
            <p:nvPr/>
          </p:nvSpPr>
          <p:spPr>
            <a:xfrm>
              <a:off x="4764088" y="1652273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23" name="곱하기 기호 122">
              <a:extLst>
                <a:ext uri="{FF2B5EF4-FFF2-40B4-BE49-F238E27FC236}">
                  <a16:creationId xmlns:a16="http://schemas.microsoft.com/office/drawing/2014/main" id="{66BBA7F3-83BE-9E56-FF21-319044670FFB}"/>
                </a:ext>
              </a:extLst>
            </p:cNvPr>
            <p:cNvSpPr/>
            <p:nvPr/>
          </p:nvSpPr>
          <p:spPr>
            <a:xfrm>
              <a:off x="4746951" y="1635022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24" name="TextBox 155">
            <a:extLst>
              <a:ext uri="{FF2B5EF4-FFF2-40B4-BE49-F238E27FC236}">
                <a16:creationId xmlns:a16="http://schemas.microsoft.com/office/drawing/2014/main" id="{467CAE6D-75CA-ABE2-4014-ED4B35F33CF2}"/>
              </a:ext>
            </a:extLst>
          </p:cNvPr>
          <p:cNvSpPr txBox="1"/>
          <p:nvPr/>
        </p:nvSpPr>
        <p:spPr>
          <a:xfrm>
            <a:off x="8249265" y="2635661"/>
            <a:ext cx="16658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 dirty="0"/>
              <a:t>알을 구매할까요</a:t>
            </a:r>
            <a:r>
              <a:rPr lang="en-US" altLang="ko-KR" sz="1100" b="1" dirty="0"/>
              <a:t>?</a:t>
            </a:r>
            <a:endParaRPr lang="ko-KR" altLang="en-US" sz="1100" b="1" dirty="0"/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C1BB1325-A82F-289E-E35A-A632CB257285}"/>
              </a:ext>
            </a:extLst>
          </p:cNvPr>
          <p:cNvSpPr/>
          <p:nvPr/>
        </p:nvSpPr>
        <p:spPr>
          <a:xfrm>
            <a:off x="9237302" y="3824780"/>
            <a:ext cx="797735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6" name="TextBox 157">
            <a:extLst>
              <a:ext uri="{FF2B5EF4-FFF2-40B4-BE49-F238E27FC236}">
                <a16:creationId xmlns:a16="http://schemas.microsoft.com/office/drawing/2014/main" id="{3D2496D9-CF1E-9B3D-CF4F-EE1AAAB555B0}"/>
              </a:ext>
            </a:extLst>
          </p:cNvPr>
          <p:cNvSpPr txBox="1"/>
          <p:nvPr/>
        </p:nvSpPr>
        <p:spPr>
          <a:xfrm>
            <a:off x="9491702" y="3853535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예</a:t>
            </a: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06DEC165-292C-1C1A-BCD8-5A19AFCD820B}"/>
              </a:ext>
            </a:extLst>
          </p:cNvPr>
          <p:cNvSpPr/>
          <p:nvPr/>
        </p:nvSpPr>
        <p:spPr>
          <a:xfrm>
            <a:off x="7997784" y="3817765"/>
            <a:ext cx="797735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8" name="TextBox 159">
            <a:extLst>
              <a:ext uri="{FF2B5EF4-FFF2-40B4-BE49-F238E27FC236}">
                <a16:creationId xmlns:a16="http://schemas.microsoft.com/office/drawing/2014/main" id="{868CDDCE-3015-3831-98C2-70C9CD16C5F6}"/>
              </a:ext>
            </a:extLst>
          </p:cNvPr>
          <p:cNvSpPr txBox="1"/>
          <p:nvPr/>
        </p:nvSpPr>
        <p:spPr>
          <a:xfrm>
            <a:off x="8131064" y="3846520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아니오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1FC531D3-6C8D-9D97-7379-76CBC1844117}"/>
              </a:ext>
            </a:extLst>
          </p:cNvPr>
          <p:cNvSpPr/>
          <p:nvPr/>
        </p:nvSpPr>
        <p:spPr>
          <a:xfrm>
            <a:off x="8505669" y="3444896"/>
            <a:ext cx="1081390" cy="221152"/>
          </a:xfrm>
          <a:prstGeom prst="roundRect">
            <a:avLst>
              <a:gd name="adj" fmla="val 50000"/>
            </a:avLst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130" name="그림 129">
            <a:extLst>
              <a:ext uri="{FF2B5EF4-FFF2-40B4-BE49-F238E27FC236}">
                <a16:creationId xmlns:a16="http://schemas.microsoft.com/office/drawing/2014/main" id="{589FF771-0820-73F5-3657-B9C57C6928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651" y="3347564"/>
            <a:ext cx="442051" cy="442051"/>
          </a:xfrm>
          <a:prstGeom prst="rect">
            <a:avLst/>
          </a:prstGeom>
        </p:spPr>
      </p:pic>
      <p:sp>
        <p:nvSpPr>
          <p:cNvPr id="131" name="TextBox 168">
            <a:extLst>
              <a:ext uri="{FF2B5EF4-FFF2-40B4-BE49-F238E27FC236}">
                <a16:creationId xmlns:a16="http://schemas.microsoft.com/office/drawing/2014/main" id="{59D3F79A-3EC5-6C82-0F43-8F3B45B1C766}"/>
              </a:ext>
            </a:extLst>
          </p:cNvPr>
          <p:cNvSpPr txBox="1"/>
          <p:nvPr/>
        </p:nvSpPr>
        <p:spPr>
          <a:xfrm>
            <a:off x="8775578" y="3415193"/>
            <a:ext cx="10026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/>
              <a:t>-5,000</a:t>
            </a:r>
            <a:endParaRPr lang="ko-KR" altLang="en-US" sz="1050" b="1" dirty="0"/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AC1E293C-597D-1054-6442-6B0A13A3CDFE}"/>
              </a:ext>
            </a:extLst>
          </p:cNvPr>
          <p:cNvGrpSpPr/>
          <p:nvPr/>
        </p:nvGrpSpPr>
        <p:grpSpPr>
          <a:xfrm>
            <a:off x="9414158" y="3117648"/>
            <a:ext cx="195325" cy="195325"/>
            <a:chOff x="3522226" y="659095"/>
            <a:chExt cx="276999" cy="276999"/>
          </a:xfrm>
        </p:grpSpPr>
        <p:sp>
          <p:nvSpPr>
            <p:cNvPr id="133" name="사각형: 둥근 모서리 132">
              <a:extLst>
                <a:ext uri="{FF2B5EF4-FFF2-40B4-BE49-F238E27FC236}">
                  <a16:creationId xmlns:a16="http://schemas.microsoft.com/office/drawing/2014/main" id="{1C983066-5655-5776-D124-BD5C5A4CCB4F}"/>
                </a:ext>
              </a:extLst>
            </p:cNvPr>
            <p:cNvSpPr/>
            <p:nvPr/>
          </p:nvSpPr>
          <p:spPr>
            <a:xfrm>
              <a:off x="3522226" y="659095"/>
              <a:ext cx="276999" cy="276999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곱하기 기호 133">
              <a:extLst>
                <a:ext uri="{FF2B5EF4-FFF2-40B4-BE49-F238E27FC236}">
                  <a16:creationId xmlns:a16="http://schemas.microsoft.com/office/drawing/2014/main" id="{457493DA-15E5-898E-EC9E-6C4FE90FA9A7}"/>
                </a:ext>
              </a:extLst>
            </p:cNvPr>
            <p:cNvSpPr/>
            <p:nvPr/>
          </p:nvSpPr>
          <p:spPr>
            <a:xfrm rot="2700000">
              <a:off x="3533175" y="667404"/>
              <a:ext cx="260233" cy="260233"/>
            </a:xfrm>
            <a:prstGeom prst="mathMultiply">
              <a:avLst>
                <a:gd name="adj1" fmla="val 1694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23904CE5-7E2F-9BF4-C466-74CCAF637149}"/>
              </a:ext>
            </a:extLst>
          </p:cNvPr>
          <p:cNvGrpSpPr/>
          <p:nvPr/>
        </p:nvGrpSpPr>
        <p:grpSpPr>
          <a:xfrm>
            <a:off x="8488445" y="3111525"/>
            <a:ext cx="195325" cy="195325"/>
            <a:chOff x="2591582" y="2897201"/>
            <a:chExt cx="195325" cy="195325"/>
          </a:xfrm>
        </p:grpSpPr>
        <p:sp>
          <p:nvSpPr>
            <p:cNvPr id="136" name="사각형: 둥근 모서리 135">
              <a:extLst>
                <a:ext uri="{FF2B5EF4-FFF2-40B4-BE49-F238E27FC236}">
                  <a16:creationId xmlns:a16="http://schemas.microsoft.com/office/drawing/2014/main" id="{F759ED55-598D-EFB6-F07A-3D913CF92AED}"/>
                </a:ext>
              </a:extLst>
            </p:cNvPr>
            <p:cNvSpPr/>
            <p:nvPr/>
          </p:nvSpPr>
          <p:spPr>
            <a:xfrm>
              <a:off x="2591582" y="2897201"/>
              <a:ext cx="195325" cy="19532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E0AB0154-D3FD-393C-0199-2C95CDCE80F6}"/>
                </a:ext>
              </a:extLst>
            </p:cNvPr>
            <p:cNvSpPr/>
            <p:nvPr/>
          </p:nvSpPr>
          <p:spPr>
            <a:xfrm>
              <a:off x="2627921" y="2969665"/>
              <a:ext cx="119264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7A73E823-9A51-6971-4BC1-4DE4A211541A}"/>
              </a:ext>
            </a:extLst>
          </p:cNvPr>
          <p:cNvSpPr/>
          <p:nvPr/>
        </p:nvSpPr>
        <p:spPr>
          <a:xfrm>
            <a:off x="8712538" y="3106896"/>
            <a:ext cx="664796" cy="221152"/>
          </a:xfrm>
          <a:prstGeom prst="roundRect">
            <a:avLst>
              <a:gd name="adj" fmla="val 50000"/>
            </a:avLst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9" name="TextBox 168">
            <a:extLst>
              <a:ext uri="{FF2B5EF4-FFF2-40B4-BE49-F238E27FC236}">
                <a16:creationId xmlns:a16="http://schemas.microsoft.com/office/drawing/2014/main" id="{3B3835C5-1C21-8329-F43E-D381AEBE26E5}"/>
              </a:ext>
            </a:extLst>
          </p:cNvPr>
          <p:cNvSpPr txBox="1"/>
          <p:nvPr/>
        </p:nvSpPr>
        <p:spPr>
          <a:xfrm>
            <a:off x="8549496" y="3080936"/>
            <a:ext cx="10026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/>
              <a:t>1</a:t>
            </a:r>
            <a:endParaRPr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818067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45359C1-AA68-42AC-93F0-2C6117722AEB}"/>
              </a:ext>
            </a:extLst>
          </p:cNvPr>
          <p:cNvSpPr/>
          <p:nvPr/>
        </p:nvSpPr>
        <p:spPr>
          <a:xfrm>
            <a:off x="778760" y="1899923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B06EF64-380E-4E6C-8770-74CC1C311FCD}"/>
              </a:ext>
            </a:extLst>
          </p:cNvPr>
          <p:cNvSpPr/>
          <p:nvPr/>
        </p:nvSpPr>
        <p:spPr>
          <a:xfrm>
            <a:off x="2726474" y="1804673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147C3A-871A-4681-892B-2CE128AD4789}"/>
              </a:ext>
            </a:extLst>
          </p:cNvPr>
          <p:cNvSpPr/>
          <p:nvPr/>
        </p:nvSpPr>
        <p:spPr>
          <a:xfrm>
            <a:off x="1022989" y="2033187"/>
            <a:ext cx="1668560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2F35E69-2374-4670-99EA-2629F2E6C0B5}"/>
              </a:ext>
            </a:extLst>
          </p:cNvPr>
          <p:cNvSpPr/>
          <p:nvPr/>
        </p:nvSpPr>
        <p:spPr>
          <a:xfrm>
            <a:off x="2448280" y="4293555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CA0A27-C3B0-447A-8F82-557C58666869}"/>
              </a:ext>
            </a:extLst>
          </p:cNvPr>
          <p:cNvGrpSpPr/>
          <p:nvPr/>
        </p:nvGrpSpPr>
        <p:grpSpPr>
          <a:xfrm>
            <a:off x="1070746" y="2071957"/>
            <a:ext cx="200148" cy="200148"/>
            <a:chOff x="3690370" y="5044952"/>
            <a:chExt cx="323850" cy="323850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A3F541D9-91E1-4D67-BD1F-1185BC9EEBBF}"/>
                </a:ext>
              </a:extLst>
            </p:cNvPr>
            <p:cNvSpPr/>
            <p:nvPr/>
          </p:nvSpPr>
          <p:spPr>
            <a:xfrm>
              <a:off x="3690370" y="5044952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" name="Picture 2" descr="연필 - 무료 편집 도구개 아이콘">
              <a:extLst>
                <a:ext uri="{FF2B5EF4-FFF2-40B4-BE49-F238E27FC236}">
                  <a16:creationId xmlns:a16="http://schemas.microsoft.com/office/drawing/2014/main" id="{6EE27EFC-D559-444E-A997-92FD427B1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086" y="5096668"/>
              <a:ext cx="220417" cy="2204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5201138-547A-4C5A-8123-1D9FF7C9E11C}"/>
              </a:ext>
            </a:extLst>
          </p:cNvPr>
          <p:cNvSpPr/>
          <p:nvPr/>
        </p:nvSpPr>
        <p:spPr>
          <a:xfrm>
            <a:off x="2069044" y="4293555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6035FBC-BF9A-4CAD-85A4-2F3002D25CE2}"/>
              </a:ext>
            </a:extLst>
          </p:cNvPr>
          <p:cNvSpPr/>
          <p:nvPr/>
        </p:nvSpPr>
        <p:spPr>
          <a:xfrm>
            <a:off x="984160" y="4293555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4" descr="돋보기 - 무료 상호 작용개 아이콘">
            <a:extLst>
              <a:ext uri="{FF2B5EF4-FFF2-40B4-BE49-F238E27FC236}">
                <a16:creationId xmlns:a16="http://schemas.microsoft.com/office/drawing/2014/main" id="{DF5CFCCA-61E7-4E5F-A233-E4D0A594A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540" y="4332694"/>
            <a:ext cx="202717" cy="20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Coin - Free business icons">
            <a:extLst>
              <a:ext uri="{FF2B5EF4-FFF2-40B4-BE49-F238E27FC236}">
                <a16:creationId xmlns:a16="http://schemas.microsoft.com/office/drawing/2014/main" id="{2FCCDC12-9473-4848-8A5F-1A8466B4B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942" y="4311941"/>
            <a:ext cx="237879" cy="23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71EAA0C-9F1F-4E1B-8A74-9B6AAD464F96}"/>
              </a:ext>
            </a:extLst>
          </p:cNvPr>
          <p:cNvSpPr/>
          <p:nvPr/>
        </p:nvSpPr>
        <p:spPr>
          <a:xfrm>
            <a:off x="1644615" y="3500284"/>
            <a:ext cx="448264" cy="158667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D20EE2-75BD-4604-85DB-5356317EF6C0}"/>
              </a:ext>
            </a:extLst>
          </p:cNvPr>
          <p:cNvSpPr txBox="1"/>
          <p:nvPr/>
        </p:nvSpPr>
        <p:spPr>
          <a:xfrm>
            <a:off x="1668246" y="3462307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00</a:t>
            </a:r>
            <a:r>
              <a:rPr lang="ko-KR" altLang="en-US" sz="900" b="1"/>
              <a:t>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E25A3A7-347D-4E1B-879E-09A7172F402F}"/>
              </a:ext>
            </a:extLst>
          </p:cNvPr>
          <p:cNvSpPr/>
          <p:nvPr/>
        </p:nvSpPr>
        <p:spPr>
          <a:xfrm>
            <a:off x="1141396" y="3746191"/>
            <a:ext cx="1617875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561A0DF-6E39-470D-A1EB-BEFAED646310}"/>
              </a:ext>
            </a:extLst>
          </p:cNvPr>
          <p:cNvSpPr/>
          <p:nvPr/>
        </p:nvSpPr>
        <p:spPr>
          <a:xfrm>
            <a:off x="984161" y="3698100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BA011C1-78CE-4A32-A90B-9E494225E919}"/>
              </a:ext>
            </a:extLst>
          </p:cNvPr>
          <p:cNvSpPr/>
          <p:nvPr/>
        </p:nvSpPr>
        <p:spPr>
          <a:xfrm>
            <a:off x="1765609" y="3765811"/>
            <a:ext cx="954520" cy="112887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7857C3B-CFE3-412F-8BE3-E7B54AA0A2F3}"/>
              </a:ext>
            </a:extLst>
          </p:cNvPr>
          <p:cNvSpPr/>
          <p:nvPr/>
        </p:nvSpPr>
        <p:spPr>
          <a:xfrm>
            <a:off x="1141396" y="4026785"/>
            <a:ext cx="1617875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4690B04-FF04-4F7D-AA1F-8176CA710A3D}"/>
              </a:ext>
            </a:extLst>
          </p:cNvPr>
          <p:cNvSpPr/>
          <p:nvPr/>
        </p:nvSpPr>
        <p:spPr>
          <a:xfrm>
            <a:off x="984161" y="3978694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4AEA1B8-4F92-4EC7-9F8B-62212B3F2CA3}"/>
              </a:ext>
            </a:extLst>
          </p:cNvPr>
          <p:cNvSpPr/>
          <p:nvPr/>
        </p:nvSpPr>
        <p:spPr>
          <a:xfrm>
            <a:off x="2265756" y="4044587"/>
            <a:ext cx="454372" cy="112887"/>
          </a:xfrm>
          <a:prstGeom prst="roundRect">
            <a:avLst>
              <a:gd name="adj" fmla="val 50000"/>
            </a:avLst>
          </a:prstGeom>
          <a:solidFill>
            <a:srgbClr val="F888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Picture 8" descr="Black heart icon | Free SVG">
            <a:extLst>
              <a:ext uri="{FF2B5EF4-FFF2-40B4-BE49-F238E27FC236}">
                <a16:creationId xmlns:a16="http://schemas.microsoft.com/office/drawing/2014/main" id="{6BB710E0-38A0-4C5D-BAF3-9A585EB44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29" y="4005974"/>
            <a:ext cx="180492" cy="18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잎 - 무료 자연개 아이콘">
            <a:extLst>
              <a:ext uri="{FF2B5EF4-FFF2-40B4-BE49-F238E27FC236}">
                <a16:creationId xmlns:a16="http://schemas.microsoft.com/office/drawing/2014/main" id="{4723FEF7-E1AA-495D-926F-286824D3E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24" y="3712670"/>
            <a:ext cx="197037" cy="19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0" descr="유전자 - 무료 사람들개 아이콘">
            <a:extLst>
              <a:ext uri="{FF2B5EF4-FFF2-40B4-BE49-F238E27FC236}">
                <a16:creationId xmlns:a16="http://schemas.microsoft.com/office/drawing/2014/main" id="{49808FD0-A661-4638-B046-5953F567E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733" y="4322564"/>
            <a:ext cx="223471" cy="22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C310C86-3DC9-46EB-A9BB-CFC43FFE761C}"/>
              </a:ext>
            </a:extLst>
          </p:cNvPr>
          <p:cNvSpPr txBox="1"/>
          <p:nvPr/>
        </p:nvSpPr>
        <p:spPr>
          <a:xfrm>
            <a:off x="1256720" y="2049813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달팽이 이름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B4B551A-40F4-4274-8356-D5247D002FE8}"/>
              </a:ext>
            </a:extLst>
          </p:cNvPr>
          <p:cNvSpPr/>
          <p:nvPr/>
        </p:nvSpPr>
        <p:spPr>
          <a:xfrm>
            <a:off x="1626555" y="2271261"/>
            <a:ext cx="448264" cy="158667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942EF4-3FC7-44F8-A8F3-4FCEB318DE49}"/>
              </a:ext>
            </a:extLst>
          </p:cNvPr>
          <p:cNvSpPr txBox="1"/>
          <p:nvPr/>
        </p:nvSpPr>
        <p:spPr>
          <a:xfrm>
            <a:off x="1638106" y="2244652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>
                <a:solidFill>
                  <a:schemeClr val="bg1"/>
                </a:solidFill>
              </a:rPr>
              <a:t>에픽</a:t>
            </a:r>
          </a:p>
        </p:txBody>
      </p:sp>
      <p:sp>
        <p:nvSpPr>
          <p:cNvPr id="29" name="곱하기 기호 28">
            <a:extLst>
              <a:ext uri="{FF2B5EF4-FFF2-40B4-BE49-F238E27FC236}">
                <a16:creationId xmlns:a16="http://schemas.microsoft.com/office/drawing/2014/main" id="{D02CE008-B2A1-4E88-929F-24595A744E17}"/>
              </a:ext>
            </a:extLst>
          </p:cNvPr>
          <p:cNvSpPr/>
          <p:nvPr/>
        </p:nvSpPr>
        <p:spPr>
          <a:xfrm>
            <a:off x="2709337" y="1787422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8E65514-BBA7-4244-AC5C-3588A712231B}"/>
              </a:ext>
            </a:extLst>
          </p:cNvPr>
          <p:cNvSpPr/>
          <p:nvPr/>
        </p:nvSpPr>
        <p:spPr>
          <a:xfrm>
            <a:off x="1369282" y="4293555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Picture 12" descr="매다는 사람 - 무료 패션개 아이콘">
            <a:extLst>
              <a:ext uri="{FF2B5EF4-FFF2-40B4-BE49-F238E27FC236}">
                <a16:creationId xmlns:a16="http://schemas.microsoft.com/office/drawing/2014/main" id="{1D299204-14A9-4F05-88BF-0D3B4A48A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302" y="4293249"/>
            <a:ext cx="256324" cy="25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FD6CD2E9-62AC-46AC-9B21-DD93D3212D8D}"/>
              </a:ext>
            </a:extLst>
          </p:cNvPr>
          <p:cNvGrpSpPr/>
          <p:nvPr/>
        </p:nvGrpSpPr>
        <p:grpSpPr>
          <a:xfrm>
            <a:off x="1374147" y="1514292"/>
            <a:ext cx="1141042" cy="442051"/>
            <a:chOff x="6711477" y="1465221"/>
            <a:chExt cx="1416357" cy="548711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1C178D2D-5931-43A5-9D77-DCEBEE7E5E7E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3B4AEF54-C0FB-4D6A-A637-A03987086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E331B58-F52E-4B8D-BD60-361E726F25A5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15E67C0-08AA-4A79-83D3-D3D00486EEF7}"/>
              </a:ext>
            </a:extLst>
          </p:cNvPr>
          <p:cNvSpPr/>
          <p:nvPr/>
        </p:nvSpPr>
        <p:spPr>
          <a:xfrm>
            <a:off x="886802" y="159034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Picture 2" descr="설정 - 무료 ui개 아이콘">
            <a:extLst>
              <a:ext uri="{FF2B5EF4-FFF2-40B4-BE49-F238E27FC236}">
                <a16:creationId xmlns:a16="http://schemas.microsoft.com/office/drawing/2014/main" id="{A4DC5803-18EB-43C3-84B7-78C05839B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67" y="1612359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BEBF145-F433-4D70-A9C3-F3910CDBDC52}"/>
              </a:ext>
            </a:extLst>
          </p:cNvPr>
          <p:cNvSpPr/>
          <p:nvPr/>
        </p:nvSpPr>
        <p:spPr>
          <a:xfrm>
            <a:off x="2724471" y="2168662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곱하기 기호 38">
            <a:extLst>
              <a:ext uri="{FF2B5EF4-FFF2-40B4-BE49-F238E27FC236}">
                <a16:creationId xmlns:a16="http://schemas.microsoft.com/office/drawing/2014/main" id="{9A3849D4-3B16-4CEF-9571-649FB6FE4C9C}"/>
              </a:ext>
            </a:extLst>
          </p:cNvPr>
          <p:cNvSpPr/>
          <p:nvPr/>
        </p:nvSpPr>
        <p:spPr>
          <a:xfrm rot="2700000">
            <a:off x="2707008" y="2151199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04B8DE7-A836-4CAC-B384-9CE3D5E31239}"/>
              </a:ext>
            </a:extLst>
          </p:cNvPr>
          <p:cNvSpPr/>
          <p:nvPr/>
        </p:nvSpPr>
        <p:spPr>
          <a:xfrm>
            <a:off x="6759470" y="1877458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E581476-0E20-46D7-B1F6-8CB395DCE203}"/>
              </a:ext>
            </a:extLst>
          </p:cNvPr>
          <p:cNvSpPr/>
          <p:nvPr/>
        </p:nvSpPr>
        <p:spPr>
          <a:xfrm>
            <a:off x="8707184" y="1782208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2D1DAB1-72CB-4E58-87E0-D07A347E5230}"/>
              </a:ext>
            </a:extLst>
          </p:cNvPr>
          <p:cNvSpPr/>
          <p:nvPr/>
        </p:nvSpPr>
        <p:spPr>
          <a:xfrm>
            <a:off x="7003699" y="2010722"/>
            <a:ext cx="1668560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DB2FD3B-FD3A-40CC-832D-89B8AB3808CF}"/>
              </a:ext>
            </a:extLst>
          </p:cNvPr>
          <p:cNvSpPr/>
          <p:nvPr/>
        </p:nvSpPr>
        <p:spPr>
          <a:xfrm>
            <a:off x="8428990" y="4271090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918EFAC-E884-4C1F-9CB4-7A7F2F6AC9B4}"/>
              </a:ext>
            </a:extLst>
          </p:cNvPr>
          <p:cNvGrpSpPr/>
          <p:nvPr/>
        </p:nvGrpSpPr>
        <p:grpSpPr>
          <a:xfrm>
            <a:off x="7051456" y="2049492"/>
            <a:ext cx="200148" cy="200148"/>
            <a:chOff x="3690370" y="5044952"/>
            <a:chExt cx="323850" cy="32385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7C12DF27-81A8-44F0-9570-A87091883A53}"/>
                </a:ext>
              </a:extLst>
            </p:cNvPr>
            <p:cNvSpPr/>
            <p:nvPr/>
          </p:nvSpPr>
          <p:spPr>
            <a:xfrm>
              <a:off x="3690370" y="5044952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7" name="Picture 2" descr="연필 - 무료 편집 도구개 아이콘">
              <a:extLst>
                <a:ext uri="{FF2B5EF4-FFF2-40B4-BE49-F238E27FC236}">
                  <a16:creationId xmlns:a16="http://schemas.microsoft.com/office/drawing/2014/main" id="{CA00EB0D-7198-4C57-A8A9-D6F6B27094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086" y="5096668"/>
              <a:ext cx="220417" cy="2204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0CA4FB5-51A6-4BBD-839B-0E57999A2527}"/>
              </a:ext>
            </a:extLst>
          </p:cNvPr>
          <p:cNvSpPr/>
          <p:nvPr/>
        </p:nvSpPr>
        <p:spPr>
          <a:xfrm>
            <a:off x="8049754" y="4271090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AC4F262-F401-4C46-BABC-DC642A690052}"/>
              </a:ext>
            </a:extLst>
          </p:cNvPr>
          <p:cNvSpPr/>
          <p:nvPr/>
        </p:nvSpPr>
        <p:spPr>
          <a:xfrm>
            <a:off x="6964870" y="4271090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Picture 4" descr="돋보기 - 무료 상호 작용개 아이콘">
            <a:extLst>
              <a:ext uri="{FF2B5EF4-FFF2-40B4-BE49-F238E27FC236}">
                <a16:creationId xmlns:a16="http://schemas.microsoft.com/office/drawing/2014/main" id="{4C37C5D4-6A2D-4444-B171-77518F46F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250" y="4310229"/>
            <a:ext cx="202717" cy="20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6" descr="Coin - Free business icons">
            <a:extLst>
              <a:ext uri="{FF2B5EF4-FFF2-40B4-BE49-F238E27FC236}">
                <a16:creationId xmlns:a16="http://schemas.microsoft.com/office/drawing/2014/main" id="{4F404CC3-F540-47D7-A170-3D11D6DC1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652" y="4289476"/>
            <a:ext cx="237879" cy="23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BE33D4E-8CDC-41BE-8757-B8C8B4064065}"/>
              </a:ext>
            </a:extLst>
          </p:cNvPr>
          <p:cNvSpPr/>
          <p:nvPr/>
        </p:nvSpPr>
        <p:spPr>
          <a:xfrm>
            <a:off x="7625325" y="3477819"/>
            <a:ext cx="448264" cy="158667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4580BC-B4B7-4289-9FDF-C78DCB9E291F}"/>
              </a:ext>
            </a:extLst>
          </p:cNvPr>
          <p:cNvSpPr txBox="1"/>
          <p:nvPr/>
        </p:nvSpPr>
        <p:spPr>
          <a:xfrm>
            <a:off x="7648956" y="3439842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00</a:t>
            </a:r>
            <a:r>
              <a:rPr lang="ko-KR" altLang="en-US" sz="900" b="1"/>
              <a:t>살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0DF8473-EDBF-4CEF-9F7C-60306A2B8941}"/>
              </a:ext>
            </a:extLst>
          </p:cNvPr>
          <p:cNvSpPr/>
          <p:nvPr/>
        </p:nvSpPr>
        <p:spPr>
          <a:xfrm>
            <a:off x="7122106" y="3723726"/>
            <a:ext cx="1617875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784DD1C-0279-4CF3-BA35-B1E18D03DFA3}"/>
              </a:ext>
            </a:extLst>
          </p:cNvPr>
          <p:cNvSpPr/>
          <p:nvPr/>
        </p:nvSpPr>
        <p:spPr>
          <a:xfrm>
            <a:off x="6964871" y="3675635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158B6F5F-73D6-487A-B285-F494BFEB267C}"/>
              </a:ext>
            </a:extLst>
          </p:cNvPr>
          <p:cNvSpPr/>
          <p:nvPr/>
        </p:nvSpPr>
        <p:spPr>
          <a:xfrm>
            <a:off x="7746319" y="3743346"/>
            <a:ext cx="954520" cy="112887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FB577B18-82AD-47DC-867C-1F997864763E}"/>
              </a:ext>
            </a:extLst>
          </p:cNvPr>
          <p:cNvSpPr/>
          <p:nvPr/>
        </p:nvSpPr>
        <p:spPr>
          <a:xfrm>
            <a:off x="7122106" y="4004320"/>
            <a:ext cx="1617875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10186325-CCA7-45C1-AFB6-8D207D9A5BA8}"/>
              </a:ext>
            </a:extLst>
          </p:cNvPr>
          <p:cNvSpPr/>
          <p:nvPr/>
        </p:nvSpPr>
        <p:spPr>
          <a:xfrm>
            <a:off x="6964871" y="3956229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E2F8366-F653-48F0-AD7D-CCDED9FCFFA5}"/>
              </a:ext>
            </a:extLst>
          </p:cNvPr>
          <p:cNvSpPr/>
          <p:nvPr/>
        </p:nvSpPr>
        <p:spPr>
          <a:xfrm>
            <a:off x="8246466" y="4022122"/>
            <a:ext cx="454372" cy="112887"/>
          </a:xfrm>
          <a:prstGeom prst="roundRect">
            <a:avLst>
              <a:gd name="adj" fmla="val 50000"/>
            </a:avLst>
          </a:prstGeom>
          <a:solidFill>
            <a:srgbClr val="F888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0" name="Picture 8" descr="Black heart icon | Free SVG">
            <a:extLst>
              <a:ext uri="{FF2B5EF4-FFF2-40B4-BE49-F238E27FC236}">
                <a16:creationId xmlns:a16="http://schemas.microsoft.com/office/drawing/2014/main" id="{EDDF0216-19EB-4B94-8D9C-720C4AD82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939" y="3983509"/>
            <a:ext cx="180492" cy="18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잎 - 무료 자연개 아이콘">
            <a:extLst>
              <a:ext uri="{FF2B5EF4-FFF2-40B4-BE49-F238E27FC236}">
                <a16:creationId xmlns:a16="http://schemas.microsoft.com/office/drawing/2014/main" id="{58AC1717-433E-46A1-BFDC-D99C84B5C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034" y="3690205"/>
            <a:ext cx="197037" cy="19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10" descr="유전자 - 무료 사람들개 아이콘">
            <a:extLst>
              <a:ext uri="{FF2B5EF4-FFF2-40B4-BE49-F238E27FC236}">
                <a16:creationId xmlns:a16="http://schemas.microsoft.com/office/drawing/2014/main" id="{D256965D-EEFF-46F3-AFE7-1035262DA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443" y="4300099"/>
            <a:ext cx="223471" cy="22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99C523FB-644B-4E3A-93A1-AD979B52E9CE}"/>
              </a:ext>
            </a:extLst>
          </p:cNvPr>
          <p:cNvSpPr txBox="1"/>
          <p:nvPr/>
        </p:nvSpPr>
        <p:spPr>
          <a:xfrm>
            <a:off x="7237430" y="2027348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달팽이 이름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6AC7D505-9CAD-44C2-9E44-9937D2DC68BE}"/>
              </a:ext>
            </a:extLst>
          </p:cNvPr>
          <p:cNvSpPr/>
          <p:nvPr/>
        </p:nvSpPr>
        <p:spPr>
          <a:xfrm>
            <a:off x="7607265" y="2248796"/>
            <a:ext cx="448264" cy="158667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CFDA8BA-AE0D-4CA5-9F43-31A477810F40}"/>
              </a:ext>
            </a:extLst>
          </p:cNvPr>
          <p:cNvSpPr txBox="1"/>
          <p:nvPr/>
        </p:nvSpPr>
        <p:spPr>
          <a:xfrm>
            <a:off x="7618816" y="2222187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>
                <a:solidFill>
                  <a:schemeClr val="bg1"/>
                </a:solidFill>
              </a:rPr>
              <a:t>에픽</a:t>
            </a:r>
          </a:p>
        </p:txBody>
      </p:sp>
      <p:sp>
        <p:nvSpPr>
          <p:cNvPr id="66" name="곱하기 기호 65">
            <a:extLst>
              <a:ext uri="{FF2B5EF4-FFF2-40B4-BE49-F238E27FC236}">
                <a16:creationId xmlns:a16="http://schemas.microsoft.com/office/drawing/2014/main" id="{028AD3B7-683B-4C14-95FC-FFFED63551B3}"/>
              </a:ext>
            </a:extLst>
          </p:cNvPr>
          <p:cNvSpPr/>
          <p:nvPr/>
        </p:nvSpPr>
        <p:spPr>
          <a:xfrm>
            <a:off x="8690047" y="1764957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4D2824B4-1122-4431-A520-2FE8DA639DBF}"/>
              </a:ext>
            </a:extLst>
          </p:cNvPr>
          <p:cNvSpPr/>
          <p:nvPr/>
        </p:nvSpPr>
        <p:spPr>
          <a:xfrm>
            <a:off x="7349992" y="4271090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8" name="Picture 12" descr="매다는 사람 - 무료 패션개 아이콘">
            <a:extLst>
              <a:ext uri="{FF2B5EF4-FFF2-40B4-BE49-F238E27FC236}">
                <a16:creationId xmlns:a16="http://schemas.microsoft.com/office/drawing/2014/main" id="{623A3189-0F47-4FAB-821C-D904BC03F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012" y="4270784"/>
            <a:ext cx="256324" cy="25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E2BDE0F9-F68A-4647-B3D8-694DF2F92D52}"/>
              </a:ext>
            </a:extLst>
          </p:cNvPr>
          <p:cNvGrpSpPr/>
          <p:nvPr/>
        </p:nvGrpSpPr>
        <p:grpSpPr>
          <a:xfrm>
            <a:off x="7354857" y="1491827"/>
            <a:ext cx="1141042" cy="442051"/>
            <a:chOff x="6711477" y="1465221"/>
            <a:chExt cx="1416357" cy="548711"/>
          </a:xfrm>
        </p:grpSpPr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14BB678C-EA2A-4E02-B7D6-B7380F473199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845B4FE7-55D5-467F-BCEB-0A26B5013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C63302B-63DD-409C-925A-DC64A9302878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61B0D08F-67D9-4A99-8634-49E40B65F9C9}"/>
              </a:ext>
            </a:extLst>
          </p:cNvPr>
          <p:cNvSpPr/>
          <p:nvPr/>
        </p:nvSpPr>
        <p:spPr>
          <a:xfrm>
            <a:off x="6867512" y="1567879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4" name="Picture 2" descr="설정 - 무료 ui개 아이콘">
            <a:extLst>
              <a:ext uri="{FF2B5EF4-FFF2-40B4-BE49-F238E27FC236}">
                <a16:creationId xmlns:a16="http://schemas.microsoft.com/office/drawing/2014/main" id="{984855E6-1498-4658-B551-458DAA52F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677" y="1589894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25AB78F3-8120-43E9-8B6F-755A728FA672}"/>
              </a:ext>
            </a:extLst>
          </p:cNvPr>
          <p:cNvSpPr/>
          <p:nvPr/>
        </p:nvSpPr>
        <p:spPr>
          <a:xfrm>
            <a:off x="8705181" y="2146197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곱하기 기호 75">
            <a:extLst>
              <a:ext uri="{FF2B5EF4-FFF2-40B4-BE49-F238E27FC236}">
                <a16:creationId xmlns:a16="http://schemas.microsoft.com/office/drawing/2014/main" id="{ADDCC41D-7AFF-444E-B0D1-6FD13AB8B4C5}"/>
              </a:ext>
            </a:extLst>
          </p:cNvPr>
          <p:cNvSpPr/>
          <p:nvPr/>
        </p:nvSpPr>
        <p:spPr>
          <a:xfrm rot="2700000">
            <a:off x="8687718" y="2128734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자유형: 도형 76">
            <a:extLst>
              <a:ext uri="{FF2B5EF4-FFF2-40B4-BE49-F238E27FC236}">
                <a16:creationId xmlns:a16="http://schemas.microsoft.com/office/drawing/2014/main" id="{6D43083E-BA9B-428B-BE41-6D1D394B6D29}"/>
              </a:ext>
            </a:extLst>
          </p:cNvPr>
          <p:cNvSpPr/>
          <p:nvPr/>
        </p:nvSpPr>
        <p:spPr>
          <a:xfrm>
            <a:off x="8896096" y="1349135"/>
            <a:ext cx="1149350" cy="546100"/>
          </a:xfrm>
          <a:custGeom>
            <a:avLst/>
            <a:gdLst>
              <a:gd name="connsiteX0" fmla="*/ 0 w 1149350"/>
              <a:gd name="connsiteY0" fmla="*/ 546100 h 546100"/>
              <a:gd name="connsiteX1" fmla="*/ 298450 w 1149350"/>
              <a:gd name="connsiteY1" fmla="*/ 0 h 546100"/>
              <a:gd name="connsiteX2" fmla="*/ 1149350 w 1149350"/>
              <a:gd name="connsiteY2" fmla="*/ 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9350" h="546100">
                <a:moveTo>
                  <a:pt x="0" y="546100"/>
                </a:moveTo>
                <a:lnTo>
                  <a:pt x="298450" y="0"/>
                </a:lnTo>
                <a:lnTo>
                  <a:pt x="1149350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FB0BE14-6C7B-4912-B495-48D1552A2E6F}"/>
              </a:ext>
            </a:extLst>
          </p:cNvPr>
          <p:cNvSpPr txBox="1"/>
          <p:nvPr/>
        </p:nvSpPr>
        <p:spPr>
          <a:xfrm>
            <a:off x="280509" y="153899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디폴트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94F6503-3A1A-4A08-9B21-F4FBD9EBD1CF}"/>
              </a:ext>
            </a:extLst>
          </p:cNvPr>
          <p:cNvSpPr txBox="1"/>
          <p:nvPr/>
        </p:nvSpPr>
        <p:spPr>
          <a:xfrm>
            <a:off x="10045446" y="1218330"/>
            <a:ext cx="12159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누르면 최소화됨</a:t>
            </a:r>
            <a:r>
              <a:rPr lang="en-US" altLang="ko-KR" sz="1050" b="1"/>
              <a:t>.</a:t>
            </a:r>
            <a:endParaRPr lang="ko-KR" altLang="en-US" sz="1050" b="1"/>
          </a:p>
        </p:txBody>
      </p:sp>
      <p:sp>
        <p:nvSpPr>
          <p:cNvPr id="80" name="자유형: 도형 79">
            <a:extLst>
              <a:ext uri="{FF2B5EF4-FFF2-40B4-BE49-F238E27FC236}">
                <a16:creationId xmlns:a16="http://schemas.microsoft.com/office/drawing/2014/main" id="{D95CEF27-1919-4CBB-8B61-9D6B03D32520}"/>
              </a:ext>
            </a:extLst>
          </p:cNvPr>
          <p:cNvSpPr/>
          <p:nvPr/>
        </p:nvSpPr>
        <p:spPr>
          <a:xfrm>
            <a:off x="8971633" y="2374900"/>
            <a:ext cx="1117600" cy="336550"/>
          </a:xfrm>
          <a:custGeom>
            <a:avLst/>
            <a:gdLst>
              <a:gd name="connsiteX0" fmla="*/ 0 w 1117600"/>
              <a:gd name="connsiteY0" fmla="*/ 0 h 336550"/>
              <a:gd name="connsiteX1" fmla="*/ 361950 w 1117600"/>
              <a:gd name="connsiteY1" fmla="*/ 336550 h 336550"/>
              <a:gd name="connsiteX2" fmla="*/ 1117600 w 1117600"/>
              <a:gd name="connsiteY2" fmla="*/ 336550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7600" h="336550">
                <a:moveTo>
                  <a:pt x="0" y="0"/>
                </a:moveTo>
                <a:lnTo>
                  <a:pt x="361950" y="336550"/>
                </a:lnTo>
                <a:lnTo>
                  <a:pt x="1117600" y="33655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119FB78-B410-475C-BC24-4C081C49627E}"/>
              </a:ext>
            </a:extLst>
          </p:cNvPr>
          <p:cNvSpPr txBox="1"/>
          <p:nvPr/>
        </p:nvSpPr>
        <p:spPr>
          <a:xfrm>
            <a:off x="10089233" y="2584279"/>
            <a:ext cx="12159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누르면 최대화됨</a:t>
            </a:r>
            <a:r>
              <a:rPr lang="en-US" altLang="ko-KR" sz="1050" b="1"/>
              <a:t>.</a:t>
            </a:r>
            <a:endParaRPr lang="ko-KR" altLang="en-US" sz="1050" b="1"/>
          </a:p>
        </p:txBody>
      </p:sp>
      <p:sp>
        <p:nvSpPr>
          <p:cNvPr id="82" name="자유형: 도형 81">
            <a:extLst>
              <a:ext uri="{FF2B5EF4-FFF2-40B4-BE49-F238E27FC236}">
                <a16:creationId xmlns:a16="http://schemas.microsoft.com/office/drawing/2014/main" id="{663E0345-8315-4C40-9F27-334C21DBB278}"/>
              </a:ext>
            </a:extLst>
          </p:cNvPr>
          <p:cNvSpPr/>
          <p:nvPr/>
        </p:nvSpPr>
        <p:spPr>
          <a:xfrm>
            <a:off x="7060283" y="819150"/>
            <a:ext cx="698500" cy="882650"/>
          </a:xfrm>
          <a:custGeom>
            <a:avLst/>
            <a:gdLst>
              <a:gd name="connsiteX0" fmla="*/ 0 w 698500"/>
              <a:gd name="connsiteY0" fmla="*/ 882650 h 882650"/>
              <a:gd name="connsiteX1" fmla="*/ 0 w 698500"/>
              <a:gd name="connsiteY1" fmla="*/ 0 h 882650"/>
              <a:gd name="connsiteX2" fmla="*/ 698500 w 698500"/>
              <a:gd name="connsiteY2" fmla="*/ 0 h 88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" h="882650">
                <a:moveTo>
                  <a:pt x="0" y="882650"/>
                </a:moveTo>
                <a:lnTo>
                  <a:pt x="0" y="0"/>
                </a:lnTo>
                <a:lnTo>
                  <a:pt x="698500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AB9AB7E-E233-4E3D-8A2C-782A9446B321}"/>
              </a:ext>
            </a:extLst>
          </p:cNvPr>
          <p:cNvSpPr txBox="1"/>
          <p:nvPr/>
        </p:nvSpPr>
        <p:spPr>
          <a:xfrm>
            <a:off x="5529901" y="2569437"/>
            <a:ext cx="12159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달팽이 이름 수정</a:t>
            </a:r>
          </a:p>
        </p:txBody>
      </p:sp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ED65C866-269C-4A27-83B7-A85A98DD5612}"/>
              </a:ext>
            </a:extLst>
          </p:cNvPr>
          <p:cNvSpPr/>
          <p:nvPr/>
        </p:nvSpPr>
        <p:spPr>
          <a:xfrm>
            <a:off x="7822283" y="1219200"/>
            <a:ext cx="266700" cy="349250"/>
          </a:xfrm>
          <a:custGeom>
            <a:avLst/>
            <a:gdLst>
              <a:gd name="connsiteX0" fmla="*/ 0 w 266700"/>
              <a:gd name="connsiteY0" fmla="*/ 349250 h 349250"/>
              <a:gd name="connsiteX1" fmla="*/ 0 w 266700"/>
              <a:gd name="connsiteY1" fmla="*/ 0 h 349250"/>
              <a:gd name="connsiteX2" fmla="*/ 76200 w 266700"/>
              <a:gd name="connsiteY2" fmla="*/ 6350 h 349250"/>
              <a:gd name="connsiteX3" fmla="*/ 266700 w 266700"/>
              <a:gd name="connsiteY3" fmla="*/ 6350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0" h="349250">
                <a:moveTo>
                  <a:pt x="0" y="349250"/>
                </a:moveTo>
                <a:lnTo>
                  <a:pt x="0" y="0"/>
                </a:lnTo>
                <a:lnTo>
                  <a:pt x="76200" y="6350"/>
                </a:lnTo>
                <a:lnTo>
                  <a:pt x="266700" y="635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0FEB0F4-159F-4651-B0D7-5A4CF9461735}"/>
              </a:ext>
            </a:extLst>
          </p:cNvPr>
          <p:cNvSpPr txBox="1"/>
          <p:nvPr/>
        </p:nvSpPr>
        <p:spPr>
          <a:xfrm>
            <a:off x="8064276" y="1099325"/>
            <a:ext cx="16890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유저가 가지고 있는 코인</a:t>
            </a:r>
          </a:p>
        </p:txBody>
      </p:sp>
      <p:sp>
        <p:nvSpPr>
          <p:cNvPr id="86" name="자유형: 도형 85">
            <a:extLst>
              <a:ext uri="{FF2B5EF4-FFF2-40B4-BE49-F238E27FC236}">
                <a16:creationId xmlns:a16="http://schemas.microsoft.com/office/drawing/2014/main" id="{FB3AC324-7D50-4538-911A-8ED74942A28A}"/>
              </a:ext>
            </a:extLst>
          </p:cNvPr>
          <p:cNvSpPr/>
          <p:nvPr/>
        </p:nvSpPr>
        <p:spPr>
          <a:xfrm>
            <a:off x="6177633" y="2139950"/>
            <a:ext cx="952500" cy="406400"/>
          </a:xfrm>
          <a:custGeom>
            <a:avLst/>
            <a:gdLst>
              <a:gd name="connsiteX0" fmla="*/ 952500 w 952500"/>
              <a:gd name="connsiteY0" fmla="*/ 0 h 406400"/>
              <a:gd name="connsiteX1" fmla="*/ 209550 w 952500"/>
              <a:gd name="connsiteY1" fmla="*/ 0 h 406400"/>
              <a:gd name="connsiteX2" fmla="*/ 0 w 952500"/>
              <a:gd name="connsiteY2" fmla="*/ 40640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0" h="406400">
                <a:moveTo>
                  <a:pt x="952500" y="0"/>
                </a:moveTo>
                <a:lnTo>
                  <a:pt x="209550" y="0"/>
                </a:lnTo>
                <a:lnTo>
                  <a:pt x="0" y="40640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27D4040-CCD4-40D7-9069-EE3C1040BC04}"/>
              </a:ext>
            </a:extLst>
          </p:cNvPr>
          <p:cNvSpPr txBox="1"/>
          <p:nvPr/>
        </p:nvSpPr>
        <p:spPr>
          <a:xfrm>
            <a:off x="7758783" y="694660"/>
            <a:ext cx="12159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설정</a:t>
            </a:r>
          </a:p>
        </p:txBody>
      </p:sp>
      <p:sp>
        <p:nvSpPr>
          <p:cNvPr id="88" name="자유형: 도형 87">
            <a:extLst>
              <a:ext uri="{FF2B5EF4-FFF2-40B4-BE49-F238E27FC236}">
                <a16:creationId xmlns:a16="http://schemas.microsoft.com/office/drawing/2014/main" id="{C12CEB51-9B1C-4E63-A96E-29B5ED8B7AC6}"/>
              </a:ext>
            </a:extLst>
          </p:cNvPr>
          <p:cNvSpPr/>
          <p:nvPr/>
        </p:nvSpPr>
        <p:spPr>
          <a:xfrm>
            <a:off x="7936583" y="3124200"/>
            <a:ext cx="1651000" cy="425450"/>
          </a:xfrm>
          <a:custGeom>
            <a:avLst/>
            <a:gdLst>
              <a:gd name="connsiteX0" fmla="*/ 0 w 1651000"/>
              <a:gd name="connsiteY0" fmla="*/ 425450 h 425450"/>
              <a:gd name="connsiteX1" fmla="*/ 0 w 1651000"/>
              <a:gd name="connsiteY1" fmla="*/ 425450 h 425450"/>
              <a:gd name="connsiteX2" fmla="*/ 450850 w 1651000"/>
              <a:gd name="connsiteY2" fmla="*/ 0 h 425450"/>
              <a:gd name="connsiteX3" fmla="*/ 1651000 w 1651000"/>
              <a:gd name="connsiteY3" fmla="*/ 0 h 42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1000" h="425450">
                <a:moveTo>
                  <a:pt x="0" y="425450"/>
                </a:moveTo>
                <a:lnTo>
                  <a:pt x="0" y="425450"/>
                </a:lnTo>
                <a:lnTo>
                  <a:pt x="450850" y="0"/>
                </a:lnTo>
                <a:lnTo>
                  <a:pt x="1651000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6262443-4816-4A0C-9594-14510CA5FB3C}"/>
              </a:ext>
            </a:extLst>
          </p:cNvPr>
          <p:cNvSpPr txBox="1"/>
          <p:nvPr/>
        </p:nvSpPr>
        <p:spPr>
          <a:xfrm>
            <a:off x="9587583" y="2993395"/>
            <a:ext cx="12159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달팽이 나이</a:t>
            </a:r>
            <a:r>
              <a:rPr lang="en-US" altLang="ko-KR" sz="1050" b="1"/>
              <a:t>(</a:t>
            </a:r>
            <a:r>
              <a:rPr lang="ko-KR" altLang="en-US" sz="1050" b="1"/>
              <a:t>레벨</a:t>
            </a:r>
            <a:r>
              <a:rPr lang="en-US" altLang="ko-KR" sz="1050" b="1"/>
              <a:t>)</a:t>
            </a:r>
            <a:endParaRPr lang="ko-KR" altLang="en-US" sz="1050" b="1"/>
          </a:p>
        </p:txBody>
      </p:sp>
      <p:sp>
        <p:nvSpPr>
          <p:cNvPr id="90" name="자유형: 도형 89">
            <a:extLst>
              <a:ext uri="{FF2B5EF4-FFF2-40B4-BE49-F238E27FC236}">
                <a16:creationId xmlns:a16="http://schemas.microsoft.com/office/drawing/2014/main" id="{2B5E828C-78EA-4F70-8A1B-412D5312EAC0}"/>
              </a:ext>
            </a:extLst>
          </p:cNvPr>
          <p:cNvSpPr/>
          <p:nvPr/>
        </p:nvSpPr>
        <p:spPr>
          <a:xfrm>
            <a:off x="8641433" y="3790950"/>
            <a:ext cx="1149350" cy="0"/>
          </a:xfrm>
          <a:custGeom>
            <a:avLst/>
            <a:gdLst>
              <a:gd name="connsiteX0" fmla="*/ 0 w 1149350"/>
              <a:gd name="connsiteY0" fmla="*/ 0 h 0"/>
              <a:gd name="connsiteX1" fmla="*/ 1149350 w 11493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9350">
                <a:moveTo>
                  <a:pt x="0" y="0"/>
                </a:moveTo>
                <a:lnTo>
                  <a:pt x="1149350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1E49C22-8728-4DBB-B4BB-AE5B2108F156}"/>
              </a:ext>
            </a:extLst>
          </p:cNvPr>
          <p:cNvSpPr txBox="1"/>
          <p:nvPr/>
        </p:nvSpPr>
        <p:spPr>
          <a:xfrm>
            <a:off x="9790783" y="3670674"/>
            <a:ext cx="12159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포만도</a:t>
            </a:r>
          </a:p>
        </p:txBody>
      </p:sp>
      <p:sp>
        <p:nvSpPr>
          <p:cNvPr id="92" name="자유형: 도형 91">
            <a:extLst>
              <a:ext uri="{FF2B5EF4-FFF2-40B4-BE49-F238E27FC236}">
                <a16:creationId xmlns:a16="http://schemas.microsoft.com/office/drawing/2014/main" id="{BB1FEED5-9FD9-4D9D-9C1C-41817C527173}"/>
              </a:ext>
            </a:extLst>
          </p:cNvPr>
          <p:cNvSpPr/>
          <p:nvPr/>
        </p:nvSpPr>
        <p:spPr>
          <a:xfrm>
            <a:off x="8641433" y="4089870"/>
            <a:ext cx="1149350" cy="0"/>
          </a:xfrm>
          <a:custGeom>
            <a:avLst/>
            <a:gdLst>
              <a:gd name="connsiteX0" fmla="*/ 0 w 1149350"/>
              <a:gd name="connsiteY0" fmla="*/ 0 h 0"/>
              <a:gd name="connsiteX1" fmla="*/ 1149350 w 11493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9350">
                <a:moveTo>
                  <a:pt x="0" y="0"/>
                </a:moveTo>
                <a:lnTo>
                  <a:pt x="1149350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F4677CD-CEF3-4BD0-A244-5676A94EBE65}"/>
              </a:ext>
            </a:extLst>
          </p:cNvPr>
          <p:cNvSpPr txBox="1"/>
          <p:nvPr/>
        </p:nvSpPr>
        <p:spPr>
          <a:xfrm>
            <a:off x="9790783" y="3969594"/>
            <a:ext cx="12159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행복 지수</a:t>
            </a:r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89CD0D03-CF3D-4A5F-907A-A536E31820DA}"/>
              </a:ext>
            </a:extLst>
          </p:cNvPr>
          <p:cNvSpPr/>
          <p:nvPr/>
        </p:nvSpPr>
        <p:spPr>
          <a:xfrm>
            <a:off x="6082383" y="4432300"/>
            <a:ext cx="1066800" cy="673100"/>
          </a:xfrm>
          <a:custGeom>
            <a:avLst/>
            <a:gdLst>
              <a:gd name="connsiteX0" fmla="*/ 1066800 w 1066800"/>
              <a:gd name="connsiteY0" fmla="*/ 0 h 673100"/>
              <a:gd name="connsiteX1" fmla="*/ 666750 w 1066800"/>
              <a:gd name="connsiteY1" fmla="*/ 673100 h 673100"/>
              <a:gd name="connsiteX2" fmla="*/ 0 w 1066800"/>
              <a:gd name="connsiteY2" fmla="*/ 673100 h 67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6800" h="673100">
                <a:moveTo>
                  <a:pt x="1066800" y="0"/>
                </a:moveTo>
                <a:lnTo>
                  <a:pt x="666750" y="673100"/>
                </a:lnTo>
                <a:lnTo>
                  <a:pt x="0" y="67310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6AB27F0-9526-42B0-ABC6-74A38A3D2A71}"/>
              </a:ext>
            </a:extLst>
          </p:cNvPr>
          <p:cNvSpPr txBox="1"/>
          <p:nvPr/>
        </p:nvSpPr>
        <p:spPr>
          <a:xfrm>
            <a:off x="4897258" y="4974595"/>
            <a:ext cx="12159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달팽이 상세정보</a:t>
            </a:r>
          </a:p>
        </p:txBody>
      </p:sp>
      <p:sp>
        <p:nvSpPr>
          <p:cNvPr id="96" name="자유형: 도형 95">
            <a:extLst>
              <a:ext uri="{FF2B5EF4-FFF2-40B4-BE49-F238E27FC236}">
                <a16:creationId xmlns:a16="http://schemas.microsoft.com/office/drawing/2014/main" id="{E817EE53-3814-4EA6-89B7-63CD4F295EA0}"/>
              </a:ext>
            </a:extLst>
          </p:cNvPr>
          <p:cNvSpPr/>
          <p:nvPr/>
        </p:nvSpPr>
        <p:spPr>
          <a:xfrm>
            <a:off x="7517483" y="4470400"/>
            <a:ext cx="0" cy="666750"/>
          </a:xfrm>
          <a:custGeom>
            <a:avLst/>
            <a:gdLst>
              <a:gd name="connsiteX0" fmla="*/ 0 w 0"/>
              <a:gd name="connsiteY0" fmla="*/ 0 h 666750"/>
              <a:gd name="connsiteX1" fmla="*/ 0 w 0"/>
              <a:gd name="connsiteY1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AA0C6EB-AEF5-4390-A67D-AB7150F9F894}"/>
              </a:ext>
            </a:extLst>
          </p:cNvPr>
          <p:cNvSpPr txBox="1"/>
          <p:nvPr/>
        </p:nvSpPr>
        <p:spPr>
          <a:xfrm>
            <a:off x="7323061" y="5192118"/>
            <a:ext cx="5501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옷장</a:t>
            </a:r>
          </a:p>
        </p:txBody>
      </p:sp>
      <p:sp>
        <p:nvSpPr>
          <p:cNvPr id="98" name="자유형: 도형 97">
            <a:extLst>
              <a:ext uri="{FF2B5EF4-FFF2-40B4-BE49-F238E27FC236}">
                <a16:creationId xmlns:a16="http://schemas.microsoft.com/office/drawing/2014/main" id="{DD8F5754-1F8D-4769-B29A-8603DB26DDF0}"/>
              </a:ext>
            </a:extLst>
          </p:cNvPr>
          <p:cNvSpPr/>
          <p:nvPr/>
        </p:nvSpPr>
        <p:spPr>
          <a:xfrm>
            <a:off x="8228044" y="4512946"/>
            <a:ext cx="0" cy="666750"/>
          </a:xfrm>
          <a:custGeom>
            <a:avLst/>
            <a:gdLst>
              <a:gd name="connsiteX0" fmla="*/ 0 w 0"/>
              <a:gd name="connsiteY0" fmla="*/ 0 h 666750"/>
              <a:gd name="connsiteX1" fmla="*/ 0 w 0"/>
              <a:gd name="connsiteY1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7A4D331-457F-4E3B-B6BF-3AAADA786D35}"/>
              </a:ext>
            </a:extLst>
          </p:cNvPr>
          <p:cNvSpPr txBox="1"/>
          <p:nvPr/>
        </p:nvSpPr>
        <p:spPr>
          <a:xfrm>
            <a:off x="8009064" y="5192118"/>
            <a:ext cx="55012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유전 정보</a:t>
            </a:r>
          </a:p>
        </p:txBody>
      </p:sp>
      <p:sp>
        <p:nvSpPr>
          <p:cNvPr id="100" name="자유형: 도형 99">
            <a:extLst>
              <a:ext uri="{FF2B5EF4-FFF2-40B4-BE49-F238E27FC236}">
                <a16:creationId xmlns:a16="http://schemas.microsoft.com/office/drawing/2014/main" id="{35E09AF5-6F16-4F7E-8BAD-72B86BF831A3}"/>
              </a:ext>
            </a:extLst>
          </p:cNvPr>
          <p:cNvSpPr/>
          <p:nvPr/>
        </p:nvSpPr>
        <p:spPr>
          <a:xfrm>
            <a:off x="8590197" y="4535411"/>
            <a:ext cx="0" cy="666750"/>
          </a:xfrm>
          <a:custGeom>
            <a:avLst/>
            <a:gdLst>
              <a:gd name="connsiteX0" fmla="*/ 0 w 0"/>
              <a:gd name="connsiteY0" fmla="*/ 0 h 666750"/>
              <a:gd name="connsiteX1" fmla="*/ 0 w 0"/>
              <a:gd name="connsiteY1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1A5EBBB-ABEF-4224-9B20-76468FB870AB}"/>
              </a:ext>
            </a:extLst>
          </p:cNvPr>
          <p:cNvSpPr txBox="1"/>
          <p:nvPr/>
        </p:nvSpPr>
        <p:spPr>
          <a:xfrm>
            <a:off x="8397198" y="5211834"/>
            <a:ext cx="55012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판매버튼</a:t>
            </a:r>
          </a:p>
        </p:txBody>
      </p:sp>
      <p:sp>
        <p:nvSpPr>
          <p:cNvPr id="102" name="자유형: 도형 101">
            <a:extLst>
              <a:ext uri="{FF2B5EF4-FFF2-40B4-BE49-F238E27FC236}">
                <a16:creationId xmlns:a16="http://schemas.microsoft.com/office/drawing/2014/main" id="{D5D62D84-29DD-4CE9-900F-90632FD0C0B6}"/>
              </a:ext>
            </a:extLst>
          </p:cNvPr>
          <p:cNvSpPr/>
          <p:nvPr/>
        </p:nvSpPr>
        <p:spPr>
          <a:xfrm>
            <a:off x="6361783" y="2349500"/>
            <a:ext cx="1447800" cy="698500"/>
          </a:xfrm>
          <a:custGeom>
            <a:avLst/>
            <a:gdLst>
              <a:gd name="connsiteX0" fmla="*/ 1447800 w 1447800"/>
              <a:gd name="connsiteY0" fmla="*/ 0 h 698500"/>
              <a:gd name="connsiteX1" fmla="*/ 1447800 w 1447800"/>
              <a:gd name="connsiteY1" fmla="*/ 0 h 698500"/>
              <a:gd name="connsiteX2" fmla="*/ 1054100 w 1447800"/>
              <a:gd name="connsiteY2" fmla="*/ 698500 h 698500"/>
              <a:gd name="connsiteX3" fmla="*/ 0 w 1447800"/>
              <a:gd name="connsiteY3" fmla="*/ 698500 h 69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698500">
                <a:moveTo>
                  <a:pt x="1447800" y="0"/>
                </a:moveTo>
                <a:lnTo>
                  <a:pt x="1447800" y="0"/>
                </a:lnTo>
                <a:lnTo>
                  <a:pt x="1054100" y="698500"/>
                </a:lnTo>
                <a:lnTo>
                  <a:pt x="0" y="69850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F1B5639-A356-4A91-90A9-32054B2E588D}"/>
              </a:ext>
            </a:extLst>
          </p:cNvPr>
          <p:cNvSpPr txBox="1"/>
          <p:nvPr/>
        </p:nvSpPr>
        <p:spPr>
          <a:xfrm>
            <a:off x="5522920" y="2908461"/>
            <a:ext cx="12159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달팽이 등급</a:t>
            </a:r>
          </a:p>
        </p:txBody>
      </p:sp>
    </p:spTree>
    <p:extLst>
      <p:ext uri="{BB962C8B-B14F-4D97-AF65-F5344CB8AC3E}">
        <p14:creationId xmlns:p14="http://schemas.microsoft.com/office/powerpoint/2010/main" val="2840344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6618B1-A029-4A1F-8A0D-579A691D4E7A}"/>
              </a:ext>
            </a:extLst>
          </p:cNvPr>
          <p:cNvSpPr txBox="1"/>
          <p:nvPr/>
        </p:nvSpPr>
        <p:spPr>
          <a:xfrm>
            <a:off x="280509" y="153899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최대화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0E500D1-CECF-44C4-86B3-4D9EEA40262C}"/>
              </a:ext>
            </a:extLst>
          </p:cNvPr>
          <p:cNvSpPr/>
          <p:nvPr/>
        </p:nvSpPr>
        <p:spPr>
          <a:xfrm>
            <a:off x="615853" y="1754647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D83A579-B415-4682-8984-1FDFA3E46F9F}"/>
              </a:ext>
            </a:extLst>
          </p:cNvPr>
          <p:cNvSpPr/>
          <p:nvPr/>
        </p:nvSpPr>
        <p:spPr>
          <a:xfrm>
            <a:off x="1190128" y="144349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721327A-375E-4E34-B178-CB1774B12D28}"/>
              </a:ext>
            </a:extLst>
          </p:cNvPr>
          <p:cNvSpPr/>
          <p:nvPr/>
        </p:nvSpPr>
        <p:spPr>
          <a:xfrm>
            <a:off x="761546" y="144006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9920941-BD54-4F00-AABC-B901E430D2D2}"/>
              </a:ext>
            </a:extLst>
          </p:cNvPr>
          <p:cNvSpPr/>
          <p:nvPr/>
        </p:nvSpPr>
        <p:spPr>
          <a:xfrm>
            <a:off x="1635732" y="144349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2" descr="잎 - 무료 자연개 아이콘">
            <a:extLst>
              <a:ext uri="{FF2B5EF4-FFF2-40B4-BE49-F238E27FC236}">
                <a16:creationId xmlns:a16="http://schemas.microsoft.com/office/drawing/2014/main" id="{1EB8AECA-6471-4447-900B-C403E17BC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898" y="1472369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aterial 디자인 스타일의 달팽이 아이콘">
            <a:extLst>
              <a:ext uri="{FF2B5EF4-FFF2-40B4-BE49-F238E27FC236}">
                <a16:creationId xmlns:a16="http://schemas.microsoft.com/office/drawing/2014/main" id="{D22C6A20-18A4-42DC-B16D-12D016AE6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55" y="1446932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B5F9436-12E6-4285-B55B-C99C2B953749}"/>
              </a:ext>
            </a:extLst>
          </p:cNvPr>
          <p:cNvSpPr/>
          <p:nvPr/>
        </p:nvSpPr>
        <p:spPr>
          <a:xfrm>
            <a:off x="2816374" y="1747523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4FAA4B5-0CE8-439C-8B28-DCA86DFCF9B9}"/>
              </a:ext>
            </a:extLst>
          </p:cNvPr>
          <p:cNvSpPr/>
          <p:nvPr/>
        </p:nvSpPr>
        <p:spPr>
          <a:xfrm>
            <a:off x="4764088" y="1652273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9D5776D-147F-419B-BD85-7D99BC0160E2}"/>
              </a:ext>
            </a:extLst>
          </p:cNvPr>
          <p:cNvSpPr/>
          <p:nvPr/>
        </p:nvSpPr>
        <p:spPr>
          <a:xfrm>
            <a:off x="3060603" y="1880787"/>
            <a:ext cx="1668560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ACCAABC-7C9E-46A0-A719-CA31AD5DFCC5}"/>
              </a:ext>
            </a:extLst>
          </p:cNvPr>
          <p:cNvSpPr/>
          <p:nvPr/>
        </p:nvSpPr>
        <p:spPr>
          <a:xfrm>
            <a:off x="4485894" y="4141155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3B68BE3-96D5-4B21-91B1-A94ABC2A7065}"/>
              </a:ext>
            </a:extLst>
          </p:cNvPr>
          <p:cNvGrpSpPr/>
          <p:nvPr/>
        </p:nvGrpSpPr>
        <p:grpSpPr>
          <a:xfrm>
            <a:off x="3108360" y="1919557"/>
            <a:ext cx="200148" cy="200148"/>
            <a:chOff x="3690370" y="5044952"/>
            <a:chExt cx="323850" cy="32385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CB4EC971-1F15-4867-87A9-3A39C01F91D7}"/>
                </a:ext>
              </a:extLst>
            </p:cNvPr>
            <p:cNvSpPr/>
            <p:nvPr/>
          </p:nvSpPr>
          <p:spPr>
            <a:xfrm>
              <a:off x="3690370" y="5044952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Picture 2" descr="연필 - 무료 편집 도구개 아이콘">
              <a:extLst>
                <a:ext uri="{FF2B5EF4-FFF2-40B4-BE49-F238E27FC236}">
                  <a16:creationId xmlns:a16="http://schemas.microsoft.com/office/drawing/2014/main" id="{D4D992F2-4FBF-4BEC-8271-1626107E46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086" y="5096668"/>
              <a:ext cx="220417" cy="2204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CE50611-402B-4797-AA8A-64308926646A}"/>
              </a:ext>
            </a:extLst>
          </p:cNvPr>
          <p:cNvSpPr/>
          <p:nvPr/>
        </p:nvSpPr>
        <p:spPr>
          <a:xfrm>
            <a:off x="4106658" y="4141155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762F2E2-AD9C-450A-922A-28050404CABD}"/>
              </a:ext>
            </a:extLst>
          </p:cNvPr>
          <p:cNvSpPr/>
          <p:nvPr/>
        </p:nvSpPr>
        <p:spPr>
          <a:xfrm>
            <a:off x="3021774" y="4141155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Picture 4" descr="돋보기 - 무료 상호 작용개 아이콘">
            <a:extLst>
              <a:ext uri="{FF2B5EF4-FFF2-40B4-BE49-F238E27FC236}">
                <a16:creationId xmlns:a16="http://schemas.microsoft.com/office/drawing/2014/main" id="{21C7B0C0-DD83-4133-B1C8-820C5B86C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154" y="4180294"/>
            <a:ext cx="202717" cy="20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Coin - Free business icons">
            <a:extLst>
              <a:ext uri="{FF2B5EF4-FFF2-40B4-BE49-F238E27FC236}">
                <a16:creationId xmlns:a16="http://schemas.microsoft.com/office/drawing/2014/main" id="{F823FA77-3B92-47B3-AADC-2AE30BF10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556" y="4159541"/>
            <a:ext cx="237879" cy="23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5B66AFB-E0AB-4D55-8917-EE1A550E19FF}"/>
              </a:ext>
            </a:extLst>
          </p:cNvPr>
          <p:cNvSpPr/>
          <p:nvPr/>
        </p:nvSpPr>
        <p:spPr>
          <a:xfrm>
            <a:off x="3619437" y="3347884"/>
            <a:ext cx="448264" cy="158667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BD6B34-09DC-48FA-A0B1-68730A35CBDA}"/>
              </a:ext>
            </a:extLst>
          </p:cNvPr>
          <p:cNvSpPr txBox="1"/>
          <p:nvPr/>
        </p:nvSpPr>
        <p:spPr>
          <a:xfrm>
            <a:off x="3643068" y="3309907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00</a:t>
            </a:r>
            <a:r>
              <a:rPr lang="ko-KR" altLang="en-US" sz="900" b="1"/>
              <a:t>살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B73418F-4506-4809-BF22-7801DAE7BCD4}"/>
              </a:ext>
            </a:extLst>
          </p:cNvPr>
          <p:cNvSpPr/>
          <p:nvPr/>
        </p:nvSpPr>
        <p:spPr>
          <a:xfrm>
            <a:off x="3179010" y="3593791"/>
            <a:ext cx="1617875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BA66172-B15A-430B-A2A6-8B8DA84E7450}"/>
              </a:ext>
            </a:extLst>
          </p:cNvPr>
          <p:cNvSpPr/>
          <p:nvPr/>
        </p:nvSpPr>
        <p:spPr>
          <a:xfrm>
            <a:off x="3021775" y="3545700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851E97C-8584-4507-95E9-6B721CC3F52E}"/>
              </a:ext>
            </a:extLst>
          </p:cNvPr>
          <p:cNvSpPr/>
          <p:nvPr/>
        </p:nvSpPr>
        <p:spPr>
          <a:xfrm>
            <a:off x="3803223" y="3613411"/>
            <a:ext cx="954520" cy="112887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B787E26-33D4-4C55-81AA-3D3411125177}"/>
              </a:ext>
            </a:extLst>
          </p:cNvPr>
          <p:cNvSpPr/>
          <p:nvPr/>
        </p:nvSpPr>
        <p:spPr>
          <a:xfrm>
            <a:off x="3179010" y="3874385"/>
            <a:ext cx="1617875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D0E33C3-92A9-4787-B435-88667AE6C0D0}"/>
              </a:ext>
            </a:extLst>
          </p:cNvPr>
          <p:cNvSpPr/>
          <p:nvPr/>
        </p:nvSpPr>
        <p:spPr>
          <a:xfrm>
            <a:off x="3021775" y="3826294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E09E044-18A2-4179-A979-8926048C8445}"/>
              </a:ext>
            </a:extLst>
          </p:cNvPr>
          <p:cNvSpPr/>
          <p:nvPr/>
        </p:nvSpPr>
        <p:spPr>
          <a:xfrm>
            <a:off x="4303370" y="3892187"/>
            <a:ext cx="454372" cy="112887"/>
          </a:xfrm>
          <a:prstGeom prst="roundRect">
            <a:avLst>
              <a:gd name="adj" fmla="val 50000"/>
            </a:avLst>
          </a:prstGeom>
          <a:solidFill>
            <a:srgbClr val="F888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Picture 8" descr="Black heart icon | Free SVG">
            <a:extLst>
              <a:ext uri="{FF2B5EF4-FFF2-40B4-BE49-F238E27FC236}">
                <a16:creationId xmlns:a16="http://schemas.microsoft.com/office/drawing/2014/main" id="{21C6C361-9E76-42C0-83B7-B61E6563C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843" y="3853574"/>
            <a:ext cx="180492" cy="18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잎 - 무료 자연개 아이콘">
            <a:extLst>
              <a:ext uri="{FF2B5EF4-FFF2-40B4-BE49-F238E27FC236}">
                <a16:creationId xmlns:a16="http://schemas.microsoft.com/office/drawing/2014/main" id="{CF4BA561-8D94-4960-AAE4-7CB1841C9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938" y="3560270"/>
            <a:ext cx="197037" cy="19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 descr="유전자 - 무료 사람들개 아이콘">
            <a:extLst>
              <a:ext uri="{FF2B5EF4-FFF2-40B4-BE49-F238E27FC236}">
                <a16:creationId xmlns:a16="http://schemas.microsoft.com/office/drawing/2014/main" id="{79417C28-4DB7-4FD0-8A82-C9645E8C3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347" y="4170164"/>
            <a:ext cx="223471" cy="22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B5B9482-D1A9-4F4A-8FDC-0C71E68124BB}"/>
              </a:ext>
            </a:extLst>
          </p:cNvPr>
          <p:cNvSpPr txBox="1"/>
          <p:nvPr/>
        </p:nvSpPr>
        <p:spPr>
          <a:xfrm>
            <a:off x="3294334" y="1897413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달팽이 이름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1331C83-ABFE-4BD1-8BE2-D64389B6DD7E}"/>
              </a:ext>
            </a:extLst>
          </p:cNvPr>
          <p:cNvSpPr/>
          <p:nvPr/>
        </p:nvSpPr>
        <p:spPr>
          <a:xfrm>
            <a:off x="3664169" y="2118861"/>
            <a:ext cx="448264" cy="158667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CF6307-982F-48D8-8D0D-C2C62D223E04}"/>
              </a:ext>
            </a:extLst>
          </p:cNvPr>
          <p:cNvSpPr txBox="1"/>
          <p:nvPr/>
        </p:nvSpPr>
        <p:spPr>
          <a:xfrm>
            <a:off x="3675720" y="2092252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>
                <a:solidFill>
                  <a:schemeClr val="bg1"/>
                </a:solidFill>
              </a:rPr>
              <a:t>에픽</a:t>
            </a:r>
          </a:p>
        </p:txBody>
      </p:sp>
      <p:sp>
        <p:nvSpPr>
          <p:cNvPr id="36" name="곱하기 기호 35">
            <a:extLst>
              <a:ext uri="{FF2B5EF4-FFF2-40B4-BE49-F238E27FC236}">
                <a16:creationId xmlns:a16="http://schemas.microsoft.com/office/drawing/2014/main" id="{838AF6EE-4543-4B42-9A9A-76831091811D}"/>
              </a:ext>
            </a:extLst>
          </p:cNvPr>
          <p:cNvSpPr/>
          <p:nvPr/>
        </p:nvSpPr>
        <p:spPr>
          <a:xfrm>
            <a:off x="4746951" y="1635022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4199722-BF13-4B9F-A3DA-339905D24FB0}"/>
              </a:ext>
            </a:extLst>
          </p:cNvPr>
          <p:cNvSpPr/>
          <p:nvPr/>
        </p:nvSpPr>
        <p:spPr>
          <a:xfrm>
            <a:off x="3406896" y="4141155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Picture 12" descr="매다는 사람 - 무료 패션개 아이콘">
            <a:extLst>
              <a:ext uri="{FF2B5EF4-FFF2-40B4-BE49-F238E27FC236}">
                <a16:creationId xmlns:a16="http://schemas.microsoft.com/office/drawing/2014/main" id="{6E1507F3-E1DE-4017-9F75-0B73EFA33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916" y="4140849"/>
            <a:ext cx="256324" cy="25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E5EF69E-2643-4198-9C20-87D10034E895}"/>
              </a:ext>
            </a:extLst>
          </p:cNvPr>
          <p:cNvSpPr/>
          <p:nvPr/>
        </p:nvSpPr>
        <p:spPr>
          <a:xfrm>
            <a:off x="746447" y="2091953"/>
            <a:ext cx="1971237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8FC38C-99A6-468C-8248-53FB56912374}"/>
              </a:ext>
            </a:extLst>
          </p:cNvPr>
          <p:cNvSpPr txBox="1"/>
          <p:nvPr/>
        </p:nvSpPr>
        <p:spPr>
          <a:xfrm>
            <a:off x="1109765" y="1794285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달팽이 목록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A860C2D-E79C-4DED-8226-93AAC2A4AED7}"/>
              </a:ext>
            </a:extLst>
          </p:cNvPr>
          <p:cNvSpPr/>
          <p:nvPr/>
        </p:nvSpPr>
        <p:spPr>
          <a:xfrm>
            <a:off x="746446" y="2683348"/>
            <a:ext cx="1971237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35AE803-C043-48F9-914E-052AF5B944B6}"/>
              </a:ext>
            </a:extLst>
          </p:cNvPr>
          <p:cNvSpPr/>
          <p:nvPr/>
        </p:nvSpPr>
        <p:spPr>
          <a:xfrm>
            <a:off x="809549" y="2140177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6626345-99C0-47FE-A6E6-545B186F13DC}"/>
              </a:ext>
            </a:extLst>
          </p:cNvPr>
          <p:cNvSpPr/>
          <p:nvPr/>
        </p:nvSpPr>
        <p:spPr>
          <a:xfrm>
            <a:off x="746445" y="3275498"/>
            <a:ext cx="1971237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4607B68-C5B3-4613-9BA4-2FD179C0B6CB}"/>
              </a:ext>
            </a:extLst>
          </p:cNvPr>
          <p:cNvSpPr/>
          <p:nvPr/>
        </p:nvSpPr>
        <p:spPr>
          <a:xfrm>
            <a:off x="746445" y="3872091"/>
            <a:ext cx="1971237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4CA70294-7930-4F22-A890-0E4430C0D19F}"/>
              </a:ext>
            </a:extLst>
          </p:cNvPr>
          <p:cNvSpPr/>
          <p:nvPr/>
        </p:nvSpPr>
        <p:spPr>
          <a:xfrm>
            <a:off x="809549" y="2744473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6C1E7B6F-02D6-4D92-AEFE-AA779257E786}"/>
              </a:ext>
            </a:extLst>
          </p:cNvPr>
          <p:cNvSpPr/>
          <p:nvPr/>
        </p:nvSpPr>
        <p:spPr>
          <a:xfrm>
            <a:off x="809549" y="3327862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54029B8-C70D-422A-944A-FA0138DB14BC}"/>
              </a:ext>
            </a:extLst>
          </p:cNvPr>
          <p:cNvSpPr/>
          <p:nvPr/>
        </p:nvSpPr>
        <p:spPr>
          <a:xfrm>
            <a:off x="813514" y="3924092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127236-8593-4105-A19B-8110294D7D5C}"/>
              </a:ext>
            </a:extLst>
          </p:cNvPr>
          <p:cNvSpPr txBox="1"/>
          <p:nvPr/>
        </p:nvSpPr>
        <p:spPr>
          <a:xfrm>
            <a:off x="1215101" y="2145091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/>
              <a:t>달팽이 이름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F9CD1C-2078-460F-9F32-A604A4B52669}"/>
              </a:ext>
            </a:extLst>
          </p:cNvPr>
          <p:cNvSpPr txBox="1"/>
          <p:nvPr/>
        </p:nvSpPr>
        <p:spPr>
          <a:xfrm>
            <a:off x="1209599" y="2741686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/>
              <a:t>달팽이 이름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1458FE-EAF0-4E05-924B-0A48B4357F3F}"/>
              </a:ext>
            </a:extLst>
          </p:cNvPr>
          <p:cNvSpPr txBox="1"/>
          <p:nvPr/>
        </p:nvSpPr>
        <p:spPr>
          <a:xfrm>
            <a:off x="1201715" y="3331425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/>
              <a:t>달팽이 이름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BB6F8E-0EF5-405C-8B82-03DEE48A4B9C}"/>
              </a:ext>
            </a:extLst>
          </p:cNvPr>
          <p:cNvSpPr txBox="1"/>
          <p:nvPr/>
        </p:nvSpPr>
        <p:spPr>
          <a:xfrm>
            <a:off x="1190128" y="3931415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/>
              <a:t>달팽이 이름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A04D4506-866C-4A1B-B9F7-723BE4B1E0E4}"/>
              </a:ext>
            </a:extLst>
          </p:cNvPr>
          <p:cNvGrpSpPr/>
          <p:nvPr/>
        </p:nvGrpSpPr>
        <p:grpSpPr>
          <a:xfrm>
            <a:off x="2482216" y="2184651"/>
            <a:ext cx="280128" cy="280128"/>
            <a:chOff x="6931576" y="2073771"/>
            <a:chExt cx="312242" cy="312242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692C21A9-3B57-44CC-A912-4CF855710413}"/>
                </a:ext>
              </a:extLst>
            </p:cNvPr>
            <p:cNvSpPr/>
            <p:nvPr/>
          </p:nvSpPr>
          <p:spPr>
            <a:xfrm>
              <a:off x="6931576" y="2073771"/>
              <a:ext cx="312242" cy="31224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4" name="Picture 6" descr="교환 - 무료 화살개 아이콘">
              <a:extLst>
                <a:ext uri="{FF2B5EF4-FFF2-40B4-BE49-F238E27FC236}">
                  <a16:creationId xmlns:a16="http://schemas.microsoft.com/office/drawing/2014/main" id="{C59D1454-2B74-47FC-882D-ADB1A82C72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1794" y="2100570"/>
              <a:ext cx="258865" cy="258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C69F953D-59B3-4778-A4B4-72DD3A250FB8}"/>
              </a:ext>
            </a:extLst>
          </p:cNvPr>
          <p:cNvGrpSpPr/>
          <p:nvPr/>
        </p:nvGrpSpPr>
        <p:grpSpPr>
          <a:xfrm>
            <a:off x="2482216" y="2793818"/>
            <a:ext cx="280128" cy="280128"/>
            <a:chOff x="6931576" y="2073771"/>
            <a:chExt cx="312242" cy="312242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72FADFF2-9E45-4751-8E43-ECF74F2342D9}"/>
                </a:ext>
              </a:extLst>
            </p:cNvPr>
            <p:cNvSpPr/>
            <p:nvPr/>
          </p:nvSpPr>
          <p:spPr>
            <a:xfrm>
              <a:off x="6931576" y="2073771"/>
              <a:ext cx="312242" cy="31224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Picture 6" descr="교환 - 무료 화살개 아이콘">
              <a:extLst>
                <a:ext uri="{FF2B5EF4-FFF2-40B4-BE49-F238E27FC236}">
                  <a16:creationId xmlns:a16="http://schemas.microsoft.com/office/drawing/2014/main" id="{5B078262-2131-4C5A-B658-1A13DF9526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1794" y="2100570"/>
              <a:ext cx="258865" cy="258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CFF528EC-C1CE-418C-9455-683F19CD2B78}"/>
              </a:ext>
            </a:extLst>
          </p:cNvPr>
          <p:cNvGrpSpPr/>
          <p:nvPr/>
        </p:nvGrpSpPr>
        <p:grpSpPr>
          <a:xfrm>
            <a:off x="2482216" y="3369636"/>
            <a:ext cx="280128" cy="280128"/>
            <a:chOff x="6931576" y="2073771"/>
            <a:chExt cx="312242" cy="312242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FA358CFD-637A-4F8E-B097-887707AE6E75}"/>
                </a:ext>
              </a:extLst>
            </p:cNvPr>
            <p:cNvSpPr/>
            <p:nvPr/>
          </p:nvSpPr>
          <p:spPr>
            <a:xfrm>
              <a:off x="6931576" y="2073771"/>
              <a:ext cx="312242" cy="31224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Picture 6" descr="교환 - 무료 화살개 아이콘">
              <a:extLst>
                <a:ext uri="{FF2B5EF4-FFF2-40B4-BE49-F238E27FC236}">
                  <a16:creationId xmlns:a16="http://schemas.microsoft.com/office/drawing/2014/main" id="{48441738-6916-435E-852B-0FF85EB094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1794" y="2100570"/>
              <a:ext cx="258865" cy="258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57433D08-4CBD-4806-8A80-B481B3251328}"/>
              </a:ext>
            </a:extLst>
          </p:cNvPr>
          <p:cNvGrpSpPr/>
          <p:nvPr/>
        </p:nvGrpSpPr>
        <p:grpSpPr>
          <a:xfrm>
            <a:off x="2482216" y="3978803"/>
            <a:ext cx="280128" cy="280128"/>
            <a:chOff x="6931576" y="2073771"/>
            <a:chExt cx="312242" cy="312242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7C0CE4C4-BBBB-4960-9CF0-0688D086767B}"/>
                </a:ext>
              </a:extLst>
            </p:cNvPr>
            <p:cNvSpPr/>
            <p:nvPr/>
          </p:nvSpPr>
          <p:spPr>
            <a:xfrm>
              <a:off x="6931576" y="2073771"/>
              <a:ext cx="312242" cy="31224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3" name="Picture 6" descr="교환 - 무료 화살개 아이콘">
              <a:extLst>
                <a:ext uri="{FF2B5EF4-FFF2-40B4-BE49-F238E27FC236}">
                  <a16:creationId xmlns:a16="http://schemas.microsoft.com/office/drawing/2014/main" id="{9B1C1B6C-6C6C-4665-9C11-48FF13E9EA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1794" y="2100570"/>
              <a:ext cx="258865" cy="258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0F559C32-3371-435F-9C54-719059FA9E40}"/>
              </a:ext>
            </a:extLst>
          </p:cNvPr>
          <p:cNvGrpSpPr/>
          <p:nvPr/>
        </p:nvGrpSpPr>
        <p:grpSpPr>
          <a:xfrm>
            <a:off x="1769788" y="2326645"/>
            <a:ext cx="1268231" cy="230832"/>
            <a:chOff x="2449238" y="2917195"/>
            <a:chExt cx="1268231" cy="230832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11497A00-7D51-4DF8-9132-90256560B4E3}"/>
                </a:ext>
              </a:extLst>
            </p:cNvPr>
            <p:cNvSpPr/>
            <p:nvPr/>
          </p:nvSpPr>
          <p:spPr>
            <a:xfrm>
              <a:off x="2449238" y="2955172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8FFDCA4-805F-40AC-90AF-172CBCE60924}"/>
                </a:ext>
              </a:extLst>
            </p:cNvPr>
            <p:cNvSpPr txBox="1"/>
            <p:nvPr/>
          </p:nvSpPr>
          <p:spPr>
            <a:xfrm>
              <a:off x="2472869" y="2917195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/>
                <a:t>00</a:t>
              </a:r>
              <a:r>
                <a:rPr lang="ko-KR" altLang="en-US" sz="900" b="1"/>
                <a:t>살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4E59CE10-CA9C-4D43-B8C6-0065131CC310}"/>
              </a:ext>
            </a:extLst>
          </p:cNvPr>
          <p:cNvGrpSpPr/>
          <p:nvPr/>
        </p:nvGrpSpPr>
        <p:grpSpPr>
          <a:xfrm>
            <a:off x="1769788" y="2938637"/>
            <a:ext cx="1268231" cy="230832"/>
            <a:chOff x="2449238" y="2917195"/>
            <a:chExt cx="1268231" cy="230832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9C5DE977-5A60-4C9A-BF98-E7E2E8D917A8}"/>
                </a:ext>
              </a:extLst>
            </p:cNvPr>
            <p:cNvSpPr/>
            <p:nvPr/>
          </p:nvSpPr>
          <p:spPr>
            <a:xfrm>
              <a:off x="2449238" y="2955172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205D462-73CA-4D96-B61F-CFA765E1BA15}"/>
                </a:ext>
              </a:extLst>
            </p:cNvPr>
            <p:cNvSpPr txBox="1"/>
            <p:nvPr/>
          </p:nvSpPr>
          <p:spPr>
            <a:xfrm>
              <a:off x="2472869" y="2917195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/>
                <a:t>00</a:t>
              </a:r>
              <a:r>
                <a:rPr lang="ko-KR" altLang="en-US" sz="900" b="1"/>
                <a:t>살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4D631888-7F27-464D-A008-342AE1E991F5}"/>
              </a:ext>
            </a:extLst>
          </p:cNvPr>
          <p:cNvGrpSpPr/>
          <p:nvPr/>
        </p:nvGrpSpPr>
        <p:grpSpPr>
          <a:xfrm>
            <a:off x="1769788" y="3535984"/>
            <a:ext cx="1268231" cy="230832"/>
            <a:chOff x="2449238" y="2917195"/>
            <a:chExt cx="1268231" cy="230832"/>
          </a:xfrm>
        </p:grpSpPr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C8DA610F-93DE-43CA-97F4-0C6D3E329EE1}"/>
                </a:ext>
              </a:extLst>
            </p:cNvPr>
            <p:cNvSpPr/>
            <p:nvPr/>
          </p:nvSpPr>
          <p:spPr>
            <a:xfrm>
              <a:off x="2449238" y="2955172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3810CBE-0D42-4A92-B12B-7DA3347C3EBF}"/>
                </a:ext>
              </a:extLst>
            </p:cNvPr>
            <p:cNvSpPr txBox="1"/>
            <p:nvPr/>
          </p:nvSpPr>
          <p:spPr>
            <a:xfrm>
              <a:off x="2472869" y="2917195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/>
                <a:t>00</a:t>
              </a:r>
              <a:r>
                <a:rPr lang="ko-KR" altLang="en-US" sz="900" b="1"/>
                <a:t>살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11D1065D-122D-4483-BA7E-77AD8B900814}"/>
              </a:ext>
            </a:extLst>
          </p:cNvPr>
          <p:cNvGrpSpPr/>
          <p:nvPr/>
        </p:nvGrpSpPr>
        <p:grpSpPr>
          <a:xfrm>
            <a:off x="1769788" y="4135276"/>
            <a:ext cx="1268231" cy="230832"/>
            <a:chOff x="2449238" y="2917195"/>
            <a:chExt cx="1268231" cy="230832"/>
          </a:xfrm>
        </p:grpSpPr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23BFE115-D211-4677-9CD2-3781342627A6}"/>
                </a:ext>
              </a:extLst>
            </p:cNvPr>
            <p:cNvSpPr/>
            <p:nvPr/>
          </p:nvSpPr>
          <p:spPr>
            <a:xfrm>
              <a:off x="2449238" y="2955172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6DE14A4-1677-488E-BBBD-7860B003F82B}"/>
                </a:ext>
              </a:extLst>
            </p:cNvPr>
            <p:cNvSpPr txBox="1"/>
            <p:nvPr/>
          </p:nvSpPr>
          <p:spPr>
            <a:xfrm>
              <a:off x="2472869" y="2917195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/>
                <a:t>00</a:t>
              </a:r>
              <a:r>
                <a:rPr lang="ko-KR" altLang="en-US" sz="900" b="1"/>
                <a:t>살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71CDA816-5C9C-4901-9268-D2387D28076B}"/>
              </a:ext>
            </a:extLst>
          </p:cNvPr>
          <p:cNvGrpSpPr/>
          <p:nvPr/>
        </p:nvGrpSpPr>
        <p:grpSpPr>
          <a:xfrm>
            <a:off x="1284692" y="2333637"/>
            <a:ext cx="1256151" cy="230832"/>
            <a:chOff x="4032153" y="2905649"/>
            <a:chExt cx="1256151" cy="230832"/>
          </a:xfrm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F2B21BC7-8810-4A9D-AC8C-24CA22103A1C}"/>
                </a:ext>
              </a:extLst>
            </p:cNvPr>
            <p:cNvSpPr/>
            <p:nvPr/>
          </p:nvSpPr>
          <p:spPr>
            <a:xfrm>
              <a:off x="4032153" y="29322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C908F05-18F9-41E4-9C23-67CCC0838B71}"/>
                </a:ext>
              </a:extLst>
            </p:cNvPr>
            <p:cNvSpPr txBox="1"/>
            <p:nvPr/>
          </p:nvSpPr>
          <p:spPr>
            <a:xfrm>
              <a:off x="4043704" y="29056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C04743EC-D947-40E2-9E13-A41D497F8903}"/>
              </a:ext>
            </a:extLst>
          </p:cNvPr>
          <p:cNvGrpSpPr/>
          <p:nvPr/>
        </p:nvGrpSpPr>
        <p:grpSpPr>
          <a:xfrm>
            <a:off x="1279505" y="2950547"/>
            <a:ext cx="1256151" cy="230832"/>
            <a:chOff x="4032153" y="2905649"/>
            <a:chExt cx="1256151" cy="230832"/>
          </a:xfrm>
        </p:grpSpPr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76CC00CE-CFF3-4A30-8FFB-6B353D566397}"/>
                </a:ext>
              </a:extLst>
            </p:cNvPr>
            <p:cNvSpPr/>
            <p:nvPr/>
          </p:nvSpPr>
          <p:spPr>
            <a:xfrm>
              <a:off x="4032153" y="29322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AAD22FC-A372-417B-9BEF-FBEE0AEB76C0}"/>
                </a:ext>
              </a:extLst>
            </p:cNvPr>
            <p:cNvSpPr txBox="1"/>
            <p:nvPr/>
          </p:nvSpPr>
          <p:spPr>
            <a:xfrm>
              <a:off x="4043704" y="29056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5A36E7CD-629D-4E34-A80F-B6CFF0261159}"/>
              </a:ext>
            </a:extLst>
          </p:cNvPr>
          <p:cNvGrpSpPr/>
          <p:nvPr/>
        </p:nvGrpSpPr>
        <p:grpSpPr>
          <a:xfrm>
            <a:off x="1284692" y="3548036"/>
            <a:ext cx="1256151" cy="230832"/>
            <a:chOff x="4032153" y="2905649"/>
            <a:chExt cx="1256151" cy="230832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9A3102B6-AB93-48E3-A803-7D45C7D6C5D0}"/>
                </a:ext>
              </a:extLst>
            </p:cNvPr>
            <p:cNvSpPr/>
            <p:nvPr/>
          </p:nvSpPr>
          <p:spPr>
            <a:xfrm>
              <a:off x="4032153" y="29322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2A4968B-1734-4B9F-84CA-A8E68095F46C}"/>
                </a:ext>
              </a:extLst>
            </p:cNvPr>
            <p:cNvSpPr txBox="1"/>
            <p:nvPr/>
          </p:nvSpPr>
          <p:spPr>
            <a:xfrm>
              <a:off x="4043704" y="29056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2C5AE746-128E-44D0-A3EA-DA9AC2686711}"/>
              </a:ext>
            </a:extLst>
          </p:cNvPr>
          <p:cNvGrpSpPr/>
          <p:nvPr/>
        </p:nvGrpSpPr>
        <p:grpSpPr>
          <a:xfrm>
            <a:off x="1279505" y="4145896"/>
            <a:ext cx="1256151" cy="230832"/>
            <a:chOff x="4032153" y="2905649"/>
            <a:chExt cx="1256151" cy="230832"/>
          </a:xfrm>
        </p:grpSpPr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44B2B72C-C4CE-44F3-AA07-B59BC6F0DDFC}"/>
                </a:ext>
              </a:extLst>
            </p:cNvPr>
            <p:cNvSpPr/>
            <p:nvPr/>
          </p:nvSpPr>
          <p:spPr>
            <a:xfrm>
              <a:off x="4032153" y="29322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233DC84-25E1-4D4E-94D3-48EBF23CA5E2}"/>
                </a:ext>
              </a:extLst>
            </p:cNvPr>
            <p:cNvSpPr txBox="1"/>
            <p:nvPr/>
          </p:nvSpPr>
          <p:spPr>
            <a:xfrm>
              <a:off x="4043704" y="29056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BF13AFF4-3AA8-41C0-862E-F3D47A7AB4FE}"/>
              </a:ext>
            </a:extLst>
          </p:cNvPr>
          <p:cNvGrpSpPr/>
          <p:nvPr/>
        </p:nvGrpSpPr>
        <p:grpSpPr>
          <a:xfrm>
            <a:off x="3411761" y="1361892"/>
            <a:ext cx="1141042" cy="442051"/>
            <a:chOff x="6711477" y="1465221"/>
            <a:chExt cx="1416357" cy="548711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C7C29B38-85F3-48B0-A558-90B5692C41C3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F2C0CA1C-8E5A-4216-BF90-A1E7E93DB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F95D89D-4958-4B6E-9ECE-0C8F7BC697FF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A115DA1A-26D0-4F8C-BE7A-5D50CFF9EABD}"/>
              </a:ext>
            </a:extLst>
          </p:cNvPr>
          <p:cNvSpPr/>
          <p:nvPr/>
        </p:nvSpPr>
        <p:spPr>
          <a:xfrm>
            <a:off x="2086434" y="144293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3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380072CC-8E0E-411E-BE79-586C291A5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489" y="1409140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8" descr="Eggs - Free food icons">
            <a:extLst>
              <a:ext uri="{FF2B5EF4-FFF2-40B4-BE49-F238E27FC236}">
                <a16:creationId xmlns:a16="http://schemas.microsoft.com/office/drawing/2014/main" id="{22AC8BEE-4430-4F14-BD40-A570EF265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177" y="1474305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98C6E5D3-BF8E-44DA-947F-AEDEA39D9D74}"/>
              </a:ext>
            </a:extLst>
          </p:cNvPr>
          <p:cNvSpPr/>
          <p:nvPr/>
        </p:nvSpPr>
        <p:spPr>
          <a:xfrm>
            <a:off x="2924416" y="143794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6" name="Picture 2" descr="설정 - 무료 ui개 아이콘">
            <a:extLst>
              <a:ext uri="{FF2B5EF4-FFF2-40B4-BE49-F238E27FC236}">
                <a16:creationId xmlns:a16="http://schemas.microsoft.com/office/drawing/2014/main" id="{763E2E7E-DBC3-43BB-963E-CBE48F6B8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81" y="1459959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DE561EB4-C6BA-468B-8A4E-5E13EE6F09D9}"/>
              </a:ext>
            </a:extLst>
          </p:cNvPr>
          <p:cNvSpPr/>
          <p:nvPr/>
        </p:nvSpPr>
        <p:spPr>
          <a:xfrm>
            <a:off x="6894900" y="1723313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CCE646C3-1460-4F88-8401-D0706D1F2FD4}"/>
              </a:ext>
            </a:extLst>
          </p:cNvPr>
          <p:cNvSpPr/>
          <p:nvPr/>
        </p:nvSpPr>
        <p:spPr>
          <a:xfrm>
            <a:off x="7469175" y="141216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E3453DD6-030C-4826-9EBB-03F180478BC2}"/>
              </a:ext>
            </a:extLst>
          </p:cNvPr>
          <p:cNvSpPr/>
          <p:nvPr/>
        </p:nvSpPr>
        <p:spPr>
          <a:xfrm>
            <a:off x="7040593" y="1408728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DC8F9316-9EF8-4CA6-A75C-96C98F18AD5D}"/>
              </a:ext>
            </a:extLst>
          </p:cNvPr>
          <p:cNvSpPr/>
          <p:nvPr/>
        </p:nvSpPr>
        <p:spPr>
          <a:xfrm>
            <a:off x="7914779" y="141216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1" name="Picture 2" descr="잎 - 무료 자연개 아이콘">
            <a:extLst>
              <a:ext uri="{FF2B5EF4-FFF2-40B4-BE49-F238E27FC236}">
                <a16:creationId xmlns:a16="http://schemas.microsoft.com/office/drawing/2014/main" id="{55039EEC-BB55-41D7-A840-80BF340B3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945" y="1441035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2" descr="Material 디자인 스타일의 달팽이 아이콘">
            <a:extLst>
              <a:ext uri="{FF2B5EF4-FFF2-40B4-BE49-F238E27FC236}">
                <a16:creationId xmlns:a16="http://schemas.microsoft.com/office/drawing/2014/main" id="{48F68465-6A4B-4F4B-94DA-7FB5A800E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402" y="1415598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863D011C-C24F-46CE-9567-332DDE28D21A}"/>
              </a:ext>
            </a:extLst>
          </p:cNvPr>
          <p:cNvSpPr/>
          <p:nvPr/>
        </p:nvSpPr>
        <p:spPr>
          <a:xfrm>
            <a:off x="9095421" y="1716189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C5594E3D-DD22-40C4-9C76-5A01A1C6DA64}"/>
              </a:ext>
            </a:extLst>
          </p:cNvPr>
          <p:cNvSpPr/>
          <p:nvPr/>
        </p:nvSpPr>
        <p:spPr>
          <a:xfrm>
            <a:off x="11043135" y="1620939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A5D66F3F-7C45-4A3F-910A-ABB56CEE6C45}"/>
              </a:ext>
            </a:extLst>
          </p:cNvPr>
          <p:cNvSpPr/>
          <p:nvPr/>
        </p:nvSpPr>
        <p:spPr>
          <a:xfrm>
            <a:off x="9339650" y="1849453"/>
            <a:ext cx="1668560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EDF75B78-88A2-47D4-9703-8D1A82A5E2F2}"/>
              </a:ext>
            </a:extLst>
          </p:cNvPr>
          <p:cNvSpPr/>
          <p:nvPr/>
        </p:nvSpPr>
        <p:spPr>
          <a:xfrm>
            <a:off x="10764941" y="4109821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5155E717-EEF8-4F88-9FB3-12295A716218}"/>
              </a:ext>
            </a:extLst>
          </p:cNvPr>
          <p:cNvGrpSpPr/>
          <p:nvPr/>
        </p:nvGrpSpPr>
        <p:grpSpPr>
          <a:xfrm>
            <a:off x="9387407" y="1888223"/>
            <a:ext cx="200148" cy="200148"/>
            <a:chOff x="3690370" y="5044952"/>
            <a:chExt cx="323850" cy="323850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28310B1B-9E52-4C50-B7EA-D8E1CC3871E5}"/>
                </a:ext>
              </a:extLst>
            </p:cNvPr>
            <p:cNvSpPr/>
            <p:nvPr/>
          </p:nvSpPr>
          <p:spPr>
            <a:xfrm>
              <a:off x="3690370" y="5044952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9" name="Picture 2" descr="연필 - 무료 편집 도구개 아이콘">
              <a:extLst>
                <a:ext uri="{FF2B5EF4-FFF2-40B4-BE49-F238E27FC236}">
                  <a16:creationId xmlns:a16="http://schemas.microsoft.com/office/drawing/2014/main" id="{F3825AB9-9D70-4FAF-A043-169326150A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086" y="5096668"/>
              <a:ext cx="220417" cy="2204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ACCA1BBF-6115-4DE6-84B6-AB0B7FA94202}"/>
              </a:ext>
            </a:extLst>
          </p:cNvPr>
          <p:cNvSpPr/>
          <p:nvPr/>
        </p:nvSpPr>
        <p:spPr>
          <a:xfrm>
            <a:off x="10385705" y="4109821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F2ADAE17-D06E-44AE-B3EC-DD4E1BCCFC05}"/>
              </a:ext>
            </a:extLst>
          </p:cNvPr>
          <p:cNvSpPr/>
          <p:nvPr/>
        </p:nvSpPr>
        <p:spPr>
          <a:xfrm>
            <a:off x="9300821" y="4109821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2" name="Picture 4" descr="돋보기 - 무료 상호 작용개 아이콘">
            <a:extLst>
              <a:ext uri="{FF2B5EF4-FFF2-40B4-BE49-F238E27FC236}">
                <a16:creationId xmlns:a16="http://schemas.microsoft.com/office/drawing/2014/main" id="{F5D13A35-C525-474B-996F-7F343185C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201" y="4148960"/>
            <a:ext cx="202717" cy="20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Picture 6" descr="Coin - Free business icons">
            <a:extLst>
              <a:ext uri="{FF2B5EF4-FFF2-40B4-BE49-F238E27FC236}">
                <a16:creationId xmlns:a16="http://schemas.microsoft.com/office/drawing/2014/main" id="{06D1FF24-55F0-4B42-809A-4031A180B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9603" y="4128207"/>
            <a:ext cx="237879" cy="23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D5ECE0BD-0F48-42BC-8926-67D1CF69FF40}"/>
              </a:ext>
            </a:extLst>
          </p:cNvPr>
          <p:cNvSpPr/>
          <p:nvPr/>
        </p:nvSpPr>
        <p:spPr>
          <a:xfrm>
            <a:off x="9898484" y="3316550"/>
            <a:ext cx="448264" cy="158667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59D32A4-3A13-4843-9B83-EE2C5267FC85}"/>
              </a:ext>
            </a:extLst>
          </p:cNvPr>
          <p:cNvSpPr txBox="1"/>
          <p:nvPr/>
        </p:nvSpPr>
        <p:spPr>
          <a:xfrm>
            <a:off x="9922115" y="3278573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00</a:t>
            </a:r>
            <a:r>
              <a:rPr lang="ko-KR" altLang="en-US" sz="900" b="1"/>
              <a:t>살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72A7100D-6184-4A7F-A720-ED15BD555757}"/>
              </a:ext>
            </a:extLst>
          </p:cNvPr>
          <p:cNvSpPr/>
          <p:nvPr/>
        </p:nvSpPr>
        <p:spPr>
          <a:xfrm>
            <a:off x="9458057" y="3562457"/>
            <a:ext cx="1617875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E24A608E-A23E-499B-90BF-0CC1CB4C0318}"/>
              </a:ext>
            </a:extLst>
          </p:cNvPr>
          <p:cNvSpPr/>
          <p:nvPr/>
        </p:nvSpPr>
        <p:spPr>
          <a:xfrm>
            <a:off x="9300822" y="3514366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A8A51049-0735-48B4-9242-0B9D660526B0}"/>
              </a:ext>
            </a:extLst>
          </p:cNvPr>
          <p:cNvSpPr/>
          <p:nvPr/>
        </p:nvSpPr>
        <p:spPr>
          <a:xfrm>
            <a:off x="10082270" y="3582077"/>
            <a:ext cx="954520" cy="112887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9EB53862-B026-42B5-B2DC-883767258D95}"/>
              </a:ext>
            </a:extLst>
          </p:cNvPr>
          <p:cNvSpPr/>
          <p:nvPr/>
        </p:nvSpPr>
        <p:spPr>
          <a:xfrm>
            <a:off x="9458057" y="3843051"/>
            <a:ext cx="1617875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60434D64-DCD7-4E86-B2B4-C568CB123058}"/>
              </a:ext>
            </a:extLst>
          </p:cNvPr>
          <p:cNvSpPr/>
          <p:nvPr/>
        </p:nvSpPr>
        <p:spPr>
          <a:xfrm>
            <a:off x="9300822" y="3794960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65324C2B-D876-43AB-82D1-0F76EBA9931C}"/>
              </a:ext>
            </a:extLst>
          </p:cNvPr>
          <p:cNvSpPr/>
          <p:nvPr/>
        </p:nvSpPr>
        <p:spPr>
          <a:xfrm>
            <a:off x="10582417" y="3860853"/>
            <a:ext cx="454372" cy="112887"/>
          </a:xfrm>
          <a:prstGeom prst="roundRect">
            <a:avLst>
              <a:gd name="adj" fmla="val 50000"/>
            </a:avLst>
          </a:prstGeom>
          <a:solidFill>
            <a:srgbClr val="F888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2" name="Picture 8" descr="Black heart icon | Free SVG">
            <a:extLst>
              <a:ext uri="{FF2B5EF4-FFF2-40B4-BE49-F238E27FC236}">
                <a16:creationId xmlns:a16="http://schemas.microsoft.com/office/drawing/2014/main" id="{77BD3E1B-A98F-45EE-83EE-2FE652DBF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5890" y="3822240"/>
            <a:ext cx="180492" cy="18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2" descr="잎 - 무료 자연개 아이콘">
            <a:extLst>
              <a:ext uri="{FF2B5EF4-FFF2-40B4-BE49-F238E27FC236}">
                <a16:creationId xmlns:a16="http://schemas.microsoft.com/office/drawing/2014/main" id="{4AE82B91-3D93-4642-AB98-C1E78D864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985" y="3528936"/>
            <a:ext cx="197037" cy="19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Picture 10" descr="유전자 - 무료 사람들개 아이콘">
            <a:extLst>
              <a:ext uri="{FF2B5EF4-FFF2-40B4-BE49-F238E27FC236}">
                <a16:creationId xmlns:a16="http://schemas.microsoft.com/office/drawing/2014/main" id="{C4E92735-D067-425D-BFF7-51D778390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5394" y="4138830"/>
            <a:ext cx="223471" cy="22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F2ACBDA6-D3D9-41D7-BF5C-DBF4AF5033D2}"/>
              </a:ext>
            </a:extLst>
          </p:cNvPr>
          <p:cNvSpPr txBox="1"/>
          <p:nvPr/>
        </p:nvSpPr>
        <p:spPr>
          <a:xfrm>
            <a:off x="9573381" y="1866079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달팽이 이름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B946FBE3-7006-4FEC-845B-551893B8E1E2}"/>
              </a:ext>
            </a:extLst>
          </p:cNvPr>
          <p:cNvSpPr/>
          <p:nvPr/>
        </p:nvSpPr>
        <p:spPr>
          <a:xfrm>
            <a:off x="9943216" y="2087527"/>
            <a:ext cx="448264" cy="158667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2141373-C152-40DD-8CA4-3C3DB1BCFDF8}"/>
              </a:ext>
            </a:extLst>
          </p:cNvPr>
          <p:cNvSpPr txBox="1"/>
          <p:nvPr/>
        </p:nvSpPr>
        <p:spPr>
          <a:xfrm>
            <a:off x="9954767" y="2060918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>
                <a:solidFill>
                  <a:schemeClr val="bg1"/>
                </a:solidFill>
              </a:rPr>
              <a:t>에픽</a:t>
            </a:r>
          </a:p>
        </p:txBody>
      </p:sp>
      <p:sp>
        <p:nvSpPr>
          <p:cNvPr id="128" name="곱하기 기호 127">
            <a:extLst>
              <a:ext uri="{FF2B5EF4-FFF2-40B4-BE49-F238E27FC236}">
                <a16:creationId xmlns:a16="http://schemas.microsoft.com/office/drawing/2014/main" id="{BB857FBC-72C1-4258-A5CD-EEE4BE7ADC85}"/>
              </a:ext>
            </a:extLst>
          </p:cNvPr>
          <p:cNvSpPr/>
          <p:nvPr/>
        </p:nvSpPr>
        <p:spPr>
          <a:xfrm>
            <a:off x="11025998" y="1603688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131EAB90-2A7D-4B9F-862E-D5512E136EF9}"/>
              </a:ext>
            </a:extLst>
          </p:cNvPr>
          <p:cNvSpPr/>
          <p:nvPr/>
        </p:nvSpPr>
        <p:spPr>
          <a:xfrm>
            <a:off x="9685943" y="4109821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0" name="Picture 12" descr="매다는 사람 - 무료 패션개 아이콘">
            <a:extLst>
              <a:ext uri="{FF2B5EF4-FFF2-40B4-BE49-F238E27FC236}">
                <a16:creationId xmlns:a16="http://schemas.microsoft.com/office/drawing/2014/main" id="{E5A20609-B9B7-43E1-B4B0-90CBA06F8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3963" y="4109515"/>
            <a:ext cx="256324" cy="25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7F423BF9-1DE8-4670-8072-0A74F0EDF6E2}"/>
              </a:ext>
            </a:extLst>
          </p:cNvPr>
          <p:cNvSpPr/>
          <p:nvPr/>
        </p:nvSpPr>
        <p:spPr>
          <a:xfrm>
            <a:off x="7025494" y="2060619"/>
            <a:ext cx="1971237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F6999DD-BE92-43CB-9680-96066F1DBAB0}"/>
              </a:ext>
            </a:extLst>
          </p:cNvPr>
          <p:cNvSpPr txBox="1"/>
          <p:nvPr/>
        </p:nvSpPr>
        <p:spPr>
          <a:xfrm>
            <a:off x="7388812" y="1762951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달팽이 목록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DD8A4231-7DA7-4F77-BFB4-2C19B35BA4B0}"/>
              </a:ext>
            </a:extLst>
          </p:cNvPr>
          <p:cNvSpPr/>
          <p:nvPr/>
        </p:nvSpPr>
        <p:spPr>
          <a:xfrm>
            <a:off x="7025493" y="2652014"/>
            <a:ext cx="1971237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2D055E8E-7A41-4198-B5FB-4C5EC6EE1274}"/>
              </a:ext>
            </a:extLst>
          </p:cNvPr>
          <p:cNvSpPr/>
          <p:nvPr/>
        </p:nvSpPr>
        <p:spPr>
          <a:xfrm>
            <a:off x="7088596" y="2108843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3FF88CE3-E7E4-4A6C-AD28-6DC52A58F9EF}"/>
              </a:ext>
            </a:extLst>
          </p:cNvPr>
          <p:cNvSpPr/>
          <p:nvPr/>
        </p:nvSpPr>
        <p:spPr>
          <a:xfrm>
            <a:off x="7025492" y="3244164"/>
            <a:ext cx="1971237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8D4D2C37-9B5F-443B-A4AE-5DBB4C716B4B}"/>
              </a:ext>
            </a:extLst>
          </p:cNvPr>
          <p:cNvSpPr/>
          <p:nvPr/>
        </p:nvSpPr>
        <p:spPr>
          <a:xfrm>
            <a:off x="7025492" y="3840757"/>
            <a:ext cx="1971237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AF65A323-FCE7-4959-AB10-5FED29C73FE1}"/>
              </a:ext>
            </a:extLst>
          </p:cNvPr>
          <p:cNvSpPr/>
          <p:nvPr/>
        </p:nvSpPr>
        <p:spPr>
          <a:xfrm>
            <a:off x="7088596" y="271313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13754782-0640-4500-A25A-1D18049D021B}"/>
              </a:ext>
            </a:extLst>
          </p:cNvPr>
          <p:cNvSpPr/>
          <p:nvPr/>
        </p:nvSpPr>
        <p:spPr>
          <a:xfrm>
            <a:off x="7088596" y="3296528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CC97EA33-3419-464D-A51B-CAE42192322B}"/>
              </a:ext>
            </a:extLst>
          </p:cNvPr>
          <p:cNvSpPr/>
          <p:nvPr/>
        </p:nvSpPr>
        <p:spPr>
          <a:xfrm>
            <a:off x="7092561" y="3892758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B405B43-56BB-466A-B271-68C1A453BA09}"/>
              </a:ext>
            </a:extLst>
          </p:cNvPr>
          <p:cNvSpPr txBox="1"/>
          <p:nvPr/>
        </p:nvSpPr>
        <p:spPr>
          <a:xfrm>
            <a:off x="7494148" y="2088357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/>
              <a:t>달팽이 이름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BDED9C9-3B4D-40D8-AEB0-ACE2CAFDED71}"/>
              </a:ext>
            </a:extLst>
          </p:cNvPr>
          <p:cNvSpPr txBox="1"/>
          <p:nvPr/>
        </p:nvSpPr>
        <p:spPr>
          <a:xfrm>
            <a:off x="7488646" y="2684952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/>
              <a:t>달팽이 이름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7345376-9CBD-4687-BA4F-BD64ABBA25E1}"/>
              </a:ext>
            </a:extLst>
          </p:cNvPr>
          <p:cNvSpPr txBox="1"/>
          <p:nvPr/>
        </p:nvSpPr>
        <p:spPr>
          <a:xfrm>
            <a:off x="7480762" y="3274691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/>
              <a:t>달팽이 이름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1B42DCC-318B-4064-AC17-AEB77EF9A107}"/>
              </a:ext>
            </a:extLst>
          </p:cNvPr>
          <p:cNvSpPr txBox="1"/>
          <p:nvPr/>
        </p:nvSpPr>
        <p:spPr>
          <a:xfrm>
            <a:off x="7469175" y="3874681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/>
              <a:t>달팽이 이름</a:t>
            </a: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E226E393-755E-4896-A5E1-E9AB4C4AF843}"/>
              </a:ext>
            </a:extLst>
          </p:cNvPr>
          <p:cNvGrpSpPr/>
          <p:nvPr/>
        </p:nvGrpSpPr>
        <p:grpSpPr>
          <a:xfrm>
            <a:off x="8761263" y="2762484"/>
            <a:ext cx="280128" cy="280128"/>
            <a:chOff x="6931576" y="2073771"/>
            <a:chExt cx="312242" cy="312242"/>
          </a:xfrm>
        </p:grpSpPr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D11C65A2-0A9A-4D05-86FB-79D60DBCB7AE}"/>
                </a:ext>
              </a:extLst>
            </p:cNvPr>
            <p:cNvSpPr/>
            <p:nvPr/>
          </p:nvSpPr>
          <p:spPr>
            <a:xfrm>
              <a:off x="6931576" y="2073771"/>
              <a:ext cx="312242" cy="31224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9" name="Picture 6" descr="교환 - 무료 화살개 아이콘">
              <a:extLst>
                <a:ext uri="{FF2B5EF4-FFF2-40B4-BE49-F238E27FC236}">
                  <a16:creationId xmlns:a16="http://schemas.microsoft.com/office/drawing/2014/main" id="{652D9A34-E415-4DEF-9D47-ED195B9BB3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1794" y="2100570"/>
              <a:ext cx="258865" cy="258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5ECA5B5C-CD10-47B4-ADCF-FC56E71F4D5C}"/>
              </a:ext>
            </a:extLst>
          </p:cNvPr>
          <p:cNvGrpSpPr/>
          <p:nvPr/>
        </p:nvGrpSpPr>
        <p:grpSpPr>
          <a:xfrm>
            <a:off x="8761263" y="3338302"/>
            <a:ext cx="280128" cy="280128"/>
            <a:chOff x="6931576" y="2073771"/>
            <a:chExt cx="312242" cy="312242"/>
          </a:xfrm>
        </p:grpSpPr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697C25FF-92CC-4482-8FE4-5D41AA6961B2}"/>
                </a:ext>
              </a:extLst>
            </p:cNvPr>
            <p:cNvSpPr/>
            <p:nvPr/>
          </p:nvSpPr>
          <p:spPr>
            <a:xfrm>
              <a:off x="6931576" y="2073771"/>
              <a:ext cx="312242" cy="31224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2" name="Picture 6" descr="교환 - 무료 화살개 아이콘">
              <a:extLst>
                <a:ext uri="{FF2B5EF4-FFF2-40B4-BE49-F238E27FC236}">
                  <a16:creationId xmlns:a16="http://schemas.microsoft.com/office/drawing/2014/main" id="{7032A613-CE3F-441B-898C-0FDC93DD66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1794" y="2100570"/>
              <a:ext cx="258865" cy="258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9D242320-3EE7-463B-A12A-FD829FFC0262}"/>
              </a:ext>
            </a:extLst>
          </p:cNvPr>
          <p:cNvGrpSpPr/>
          <p:nvPr/>
        </p:nvGrpSpPr>
        <p:grpSpPr>
          <a:xfrm>
            <a:off x="8761263" y="3947469"/>
            <a:ext cx="280128" cy="280128"/>
            <a:chOff x="6931576" y="2073771"/>
            <a:chExt cx="312242" cy="312242"/>
          </a:xfrm>
        </p:grpSpPr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865CD81A-B514-44B0-835B-FC5448414604}"/>
                </a:ext>
              </a:extLst>
            </p:cNvPr>
            <p:cNvSpPr/>
            <p:nvPr/>
          </p:nvSpPr>
          <p:spPr>
            <a:xfrm>
              <a:off x="6931576" y="2073771"/>
              <a:ext cx="312242" cy="31224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5" name="Picture 6" descr="교환 - 무료 화살개 아이콘">
              <a:extLst>
                <a:ext uri="{FF2B5EF4-FFF2-40B4-BE49-F238E27FC236}">
                  <a16:creationId xmlns:a16="http://schemas.microsoft.com/office/drawing/2014/main" id="{81FF10CE-8D8E-40F5-9C1B-602484BFAB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1794" y="2100570"/>
              <a:ext cx="258865" cy="258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3D420C78-20F4-42FA-A3D3-8BAA05902636}"/>
              </a:ext>
            </a:extLst>
          </p:cNvPr>
          <p:cNvGrpSpPr/>
          <p:nvPr/>
        </p:nvGrpSpPr>
        <p:grpSpPr>
          <a:xfrm>
            <a:off x="8048835" y="2295311"/>
            <a:ext cx="1268231" cy="230832"/>
            <a:chOff x="2449238" y="2917195"/>
            <a:chExt cx="1268231" cy="230832"/>
          </a:xfrm>
        </p:grpSpPr>
        <p:sp>
          <p:nvSpPr>
            <p:cNvPr id="157" name="사각형: 둥근 모서리 156">
              <a:extLst>
                <a:ext uri="{FF2B5EF4-FFF2-40B4-BE49-F238E27FC236}">
                  <a16:creationId xmlns:a16="http://schemas.microsoft.com/office/drawing/2014/main" id="{AA3DD6E9-1278-43A1-9616-B5B8ED92035A}"/>
                </a:ext>
              </a:extLst>
            </p:cNvPr>
            <p:cNvSpPr/>
            <p:nvPr/>
          </p:nvSpPr>
          <p:spPr>
            <a:xfrm>
              <a:off x="2449238" y="2955172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A053888F-9C4C-461B-A255-D07C32103CCF}"/>
                </a:ext>
              </a:extLst>
            </p:cNvPr>
            <p:cNvSpPr txBox="1"/>
            <p:nvPr/>
          </p:nvSpPr>
          <p:spPr>
            <a:xfrm>
              <a:off x="2472869" y="2917195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/>
                <a:t>00</a:t>
              </a:r>
              <a:r>
                <a:rPr lang="ko-KR" altLang="en-US" sz="900" b="1"/>
                <a:t>살</a:t>
              </a: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DDBF727-7474-48FE-852C-335A16DF3509}"/>
              </a:ext>
            </a:extLst>
          </p:cNvPr>
          <p:cNvGrpSpPr/>
          <p:nvPr/>
        </p:nvGrpSpPr>
        <p:grpSpPr>
          <a:xfrm>
            <a:off x="8048835" y="2907303"/>
            <a:ext cx="1268231" cy="230832"/>
            <a:chOff x="2449238" y="2917195"/>
            <a:chExt cx="1268231" cy="230832"/>
          </a:xfrm>
        </p:grpSpPr>
        <p:sp>
          <p:nvSpPr>
            <p:cNvPr id="160" name="사각형: 둥근 모서리 159">
              <a:extLst>
                <a:ext uri="{FF2B5EF4-FFF2-40B4-BE49-F238E27FC236}">
                  <a16:creationId xmlns:a16="http://schemas.microsoft.com/office/drawing/2014/main" id="{26FEF58A-02A9-47D6-B59C-7D77438AE4B1}"/>
                </a:ext>
              </a:extLst>
            </p:cNvPr>
            <p:cNvSpPr/>
            <p:nvPr/>
          </p:nvSpPr>
          <p:spPr>
            <a:xfrm>
              <a:off x="2449238" y="2955172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166627C8-F8B0-440F-854D-6BDB12197BB0}"/>
                </a:ext>
              </a:extLst>
            </p:cNvPr>
            <p:cNvSpPr txBox="1"/>
            <p:nvPr/>
          </p:nvSpPr>
          <p:spPr>
            <a:xfrm>
              <a:off x="2472869" y="2917195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/>
                <a:t>00</a:t>
              </a:r>
              <a:r>
                <a:rPr lang="ko-KR" altLang="en-US" sz="900" b="1"/>
                <a:t>살</a:t>
              </a:r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260581BB-8CB3-45E6-82BA-BEFCB68D8657}"/>
              </a:ext>
            </a:extLst>
          </p:cNvPr>
          <p:cNvGrpSpPr/>
          <p:nvPr/>
        </p:nvGrpSpPr>
        <p:grpSpPr>
          <a:xfrm>
            <a:off x="8048835" y="3504650"/>
            <a:ext cx="1268231" cy="230832"/>
            <a:chOff x="2449238" y="2917195"/>
            <a:chExt cx="1268231" cy="230832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4C96D514-CCB7-4958-A70B-A3370F3EEE26}"/>
                </a:ext>
              </a:extLst>
            </p:cNvPr>
            <p:cNvSpPr/>
            <p:nvPr/>
          </p:nvSpPr>
          <p:spPr>
            <a:xfrm>
              <a:off x="2449238" y="2955172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6A122450-B7AF-47E1-91EA-2950C2B85EC7}"/>
                </a:ext>
              </a:extLst>
            </p:cNvPr>
            <p:cNvSpPr txBox="1"/>
            <p:nvPr/>
          </p:nvSpPr>
          <p:spPr>
            <a:xfrm>
              <a:off x="2472869" y="2917195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/>
                <a:t>00</a:t>
              </a:r>
              <a:r>
                <a:rPr lang="ko-KR" altLang="en-US" sz="900" b="1"/>
                <a:t>살</a:t>
              </a:r>
            </a:p>
          </p:txBody>
        </p: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C79B4366-16B2-453A-8C20-81D748CA6837}"/>
              </a:ext>
            </a:extLst>
          </p:cNvPr>
          <p:cNvGrpSpPr/>
          <p:nvPr/>
        </p:nvGrpSpPr>
        <p:grpSpPr>
          <a:xfrm>
            <a:off x="8048835" y="4103942"/>
            <a:ext cx="1268231" cy="230832"/>
            <a:chOff x="2449238" y="2917195"/>
            <a:chExt cx="1268231" cy="230832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53D9ACA9-5328-43EE-A24E-35CE80F252F0}"/>
                </a:ext>
              </a:extLst>
            </p:cNvPr>
            <p:cNvSpPr/>
            <p:nvPr/>
          </p:nvSpPr>
          <p:spPr>
            <a:xfrm>
              <a:off x="2449238" y="2955172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86018285-080B-4A99-8995-BE1C9CC96643}"/>
                </a:ext>
              </a:extLst>
            </p:cNvPr>
            <p:cNvSpPr txBox="1"/>
            <p:nvPr/>
          </p:nvSpPr>
          <p:spPr>
            <a:xfrm>
              <a:off x="2472869" y="2917195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/>
                <a:t>00</a:t>
              </a:r>
              <a:r>
                <a:rPr lang="ko-KR" altLang="en-US" sz="900" b="1"/>
                <a:t>살</a:t>
              </a: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AD41EFB0-E7C6-4C59-BB9D-47B30E77F672}"/>
              </a:ext>
            </a:extLst>
          </p:cNvPr>
          <p:cNvGrpSpPr/>
          <p:nvPr/>
        </p:nvGrpSpPr>
        <p:grpSpPr>
          <a:xfrm>
            <a:off x="7563739" y="2302303"/>
            <a:ext cx="1256151" cy="230832"/>
            <a:chOff x="4032153" y="2905649"/>
            <a:chExt cx="1256151" cy="230832"/>
          </a:xfrm>
        </p:grpSpPr>
        <p:sp>
          <p:nvSpPr>
            <p:cNvPr id="169" name="사각형: 둥근 모서리 168">
              <a:extLst>
                <a:ext uri="{FF2B5EF4-FFF2-40B4-BE49-F238E27FC236}">
                  <a16:creationId xmlns:a16="http://schemas.microsoft.com/office/drawing/2014/main" id="{7A38EE8D-7607-493D-B9EC-A837FF042247}"/>
                </a:ext>
              </a:extLst>
            </p:cNvPr>
            <p:cNvSpPr/>
            <p:nvPr/>
          </p:nvSpPr>
          <p:spPr>
            <a:xfrm>
              <a:off x="4032153" y="29322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D0C5D8A8-78BB-47E6-BCBD-46482C3C213A}"/>
                </a:ext>
              </a:extLst>
            </p:cNvPr>
            <p:cNvSpPr txBox="1"/>
            <p:nvPr/>
          </p:nvSpPr>
          <p:spPr>
            <a:xfrm>
              <a:off x="4043704" y="29056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0183449A-95DB-4C1D-9D05-7EA45D06DFAB}"/>
              </a:ext>
            </a:extLst>
          </p:cNvPr>
          <p:cNvGrpSpPr/>
          <p:nvPr/>
        </p:nvGrpSpPr>
        <p:grpSpPr>
          <a:xfrm>
            <a:off x="7558552" y="2919213"/>
            <a:ext cx="1256151" cy="230832"/>
            <a:chOff x="4032153" y="2905649"/>
            <a:chExt cx="1256151" cy="230832"/>
          </a:xfrm>
        </p:grpSpPr>
        <p:sp>
          <p:nvSpPr>
            <p:cNvPr id="172" name="사각형: 둥근 모서리 171">
              <a:extLst>
                <a:ext uri="{FF2B5EF4-FFF2-40B4-BE49-F238E27FC236}">
                  <a16:creationId xmlns:a16="http://schemas.microsoft.com/office/drawing/2014/main" id="{EF595662-BA60-4DEA-B02C-2A6A0F9B7DCC}"/>
                </a:ext>
              </a:extLst>
            </p:cNvPr>
            <p:cNvSpPr/>
            <p:nvPr/>
          </p:nvSpPr>
          <p:spPr>
            <a:xfrm>
              <a:off x="4032153" y="29322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2CA1E2E5-8A73-4263-B0CA-BF2063FDBD26}"/>
                </a:ext>
              </a:extLst>
            </p:cNvPr>
            <p:cNvSpPr txBox="1"/>
            <p:nvPr/>
          </p:nvSpPr>
          <p:spPr>
            <a:xfrm>
              <a:off x="4043704" y="29056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A02124ED-31CD-4061-8654-D05D450D2BE4}"/>
              </a:ext>
            </a:extLst>
          </p:cNvPr>
          <p:cNvGrpSpPr/>
          <p:nvPr/>
        </p:nvGrpSpPr>
        <p:grpSpPr>
          <a:xfrm>
            <a:off x="7563739" y="3516702"/>
            <a:ext cx="1256151" cy="230832"/>
            <a:chOff x="4032153" y="2905649"/>
            <a:chExt cx="1256151" cy="230832"/>
          </a:xfrm>
        </p:grpSpPr>
        <p:sp>
          <p:nvSpPr>
            <p:cNvPr id="175" name="사각형: 둥근 모서리 174">
              <a:extLst>
                <a:ext uri="{FF2B5EF4-FFF2-40B4-BE49-F238E27FC236}">
                  <a16:creationId xmlns:a16="http://schemas.microsoft.com/office/drawing/2014/main" id="{A55F91A2-C728-4214-B9CC-4BA3815D6164}"/>
                </a:ext>
              </a:extLst>
            </p:cNvPr>
            <p:cNvSpPr/>
            <p:nvPr/>
          </p:nvSpPr>
          <p:spPr>
            <a:xfrm>
              <a:off x="4032153" y="29322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9DF2B44-E601-441E-9198-9859AE40FBF8}"/>
                </a:ext>
              </a:extLst>
            </p:cNvPr>
            <p:cNvSpPr txBox="1"/>
            <p:nvPr/>
          </p:nvSpPr>
          <p:spPr>
            <a:xfrm>
              <a:off x="4043704" y="29056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C2F42C9C-F399-4927-BDA1-1879F5637F4A}"/>
              </a:ext>
            </a:extLst>
          </p:cNvPr>
          <p:cNvGrpSpPr/>
          <p:nvPr/>
        </p:nvGrpSpPr>
        <p:grpSpPr>
          <a:xfrm>
            <a:off x="7558552" y="4114562"/>
            <a:ext cx="1256151" cy="230832"/>
            <a:chOff x="4032153" y="2905649"/>
            <a:chExt cx="1256151" cy="230832"/>
          </a:xfrm>
        </p:grpSpPr>
        <p:sp>
          <p:nvSpPr>
            <p:cNvPr id="178" name="사각형: 둥근 모서리 177">
              <a:extLst>
                <a:ext uri="{FF2B5EF4-FFF2-40B4-BE49-F238E27FC236}">
                  <a16:creationId xmlns:a16="http://schemas.microsoft.com/office/drawing/2014/main" id="{21D22408-4903-4CD9-A5B1-04E5FDD3A6C2}"/>
                </a:ext>
              </a:extLst>
            </p:cNvPr>
            <p:cNvSpPr/>
            <p:nvPr/>
          </p:nvSpPr>
          <p:spPr>
            <a:xfrm>
              <a:off x="4032153" y="29322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30817B5-44E6-43A3-A650-8E91BDF351FC}"/>
                </a:ext>
              </a:extLst>
            </p:cNvPr>
            <p:cNvSpPr txBox="1"/>
            <p:nvPr/>
          </p:nvSpPr>
          <p:spPr>
            <a:xfrm>
              <a:off x="4043704" y="29056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265C3395-519D-4132-AB0C-50AA00AC1403}"/>
              </a:ext>
            </a:extLst>
          </p:cNvPr>
          <p:cNvGrpSpPr/>
          <p:nvPr/>
        </p:nvGrpSpPr>
        <p:grpSpPr>
          <a:xfrm>
            <a:off x="9690808" y="1330558"/>
            <a:ext cx="1141042" cy="442051"/>
            <a:chOff x="6711477" y="1465221"/>
            <a:chExt cx="1416357" cy="548711"/>
          </a:xfrm>
        </p:grpSpPr>
        <p:sp>
          <p:nvSpPr>
            <p:cNvPr id="181" name="사각형: 둥근 모서리 180">
              <a:extLst>
                <a:ext uri="{FF2B5EF4-FFF2-40B4-BE49-F238E27FC236}">
                  <a16:creationId xmlns:a16="http://schemas.microsoft.com/office/drawing/2014/main" id="{42E89F79-042C-4E7E-AC03-8FF78F787ADD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3625CD3A-305A-479E-8725-7067C9543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BD732869-D195-4E67-9AC1-DF87C02ECE82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465FD3A9-EA55-4262-A409-4B6BEE435931}"/>
              </a:ext>
            </a:extLst>
          </p:cNvPr>
          <p:cNvSpPr/>
          <p:nvPr/>
        </p:nvSpPr>
        <p:spPr>
          <a:xfrm>
            <a:off x="8365481" y="141160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5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396864D0-5D25-45EE-9641-F2DE9E372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536" y="1377806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Picture 8" descr="Eggs - Free food icons">
            <a:extLst>
              <a:ext uri="{FF2B5EF4-FFF2-40B4-BE49-F238E27FC236}">
                <a16:creationId xmlns:a16="http://schemas.microsoft.com/office/drawing/2014/main" id="{D026C5E8-5DD4-40D6-8A0A-CB6AF5877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224" y="1442971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C4D20085-6102-44A4-9FE2-DD8A430B3ED7}"/>
              </a:ext>
            </a:extLst>
          </p:cNvPr>
          <p:cNvSpPr/>
          <p:nvPr/>
        </p:nvSpPr>
        <p:spPr>
          <a:xfrm>
            <a:off x="9203463" y="1406610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8" name="Picture 2" descr="설정 - 무료 ui개 아이콘">
            <a:extLst>
              <a:ext uri="{FF2B5EF4-FFF2-40B4-BE49-F238E27FC236}">
                <a16:creationId xmlns:a16="http://schemas.microsoft.com/office/drawing/2014/main" id="{51043A58-59DE-4974-8D48-45A7E441B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628" y="1428625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9" name="자유형: 도형 188">
            <a:extLst>
              <a:ext uri="{FF2B5EF4-FFF2-40B4-BE49-F238E27FC236}">
                <a16:creationId xmlns:a16="http://schemas.microsoft.com/office/drawing/2014/main" id="{CD2EAEE3-7BF9-4D77-8D63-A3501882E37B}"/>
              </a:ext>
            </a:extLst>
          </p:cNvPr>
          <p:cNvSpPr/>
          <p:nvPr/>
        </p:nvSpPr>
        <p:spPr>
          <a:xfrm>
            <a:off x="7734300" y="4165600"/>
            <a:ext cx="1193800" cy="1035050"/>
          </a:xfrm>
          <a:custGeom>
            <a:avLst/>
            <a:gdLst>
              <a:gd name="connsiteX0" fmla="*/ 1193800 w 1193800"/>
              <a:gd name="connsiteY0" fmla="*/ 0 h 1035050"/>
              <a:gd name="connsiteX1" fmla="*/ 927100 w 1193800"/>
              <a:gd name="connsiteY1" fmla="*/ 1035050 h 1035050"/>
              <a:gd name="connsiteX2" fmla="*/ 0 w 1193800"/>
              <a:gd name="connsiteY2" fmla="*/ 1035050 h 103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3800" h="1035050">
                <a:moveTo>
                  <a:pt x="1193800" y="0"/>
                </a:moveTo>
                <a:lnTo>
                  <a:pt x="927100" y="1035050"/>
                </a:lnTo>
                <a:lnTo>
                  <a:pt x="0" y="103505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2100517F-4131-4065-A2FE-F540A2FBC669}"/>
              </a:ext>
            </a:extLst>
          </p:cNvPr>
          <p:cNvSpPr txBox="1"/>
          <p:nvPr/>
        </p:nvSpPr>
        <p:spPr>
          <a:xfrm>
            <a:off x="5433081" y="5012199"/>
            <a:ext cx="2336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현재 나와있는달팽이와 교체</a:t>
            </a:r>
            <a:endParaRPr lang="en-US" altLang="ko-KR" sz="1050" b="1"/>
          </a:p>
          <a:p>
            <a:r>
              <a:rPr lang="en-US" altLang="ko-KR" sz="1050" b="1"/>
              <a:t>(</a:t>
            </a:r>
            <a:r>
              <a:rPr lang="ko-KR" altLang="en-US" sz="1050" b="1"/>
              <a:t>나와있는 달팽이는 이 버튼이 없음</a:t>
            </a:r>
            <a:r>
              <a:rPr lang="en-US" altLang="ko-KR" sz="1050" b="1"/>
              <a:t>)</a:t>
            </a:r>
            <a:endParaRPr lang="ko-KR" altLang="en-US" sz="1050" b="1"/>
          </a:p>
        </p:txBody>
      </p:sp>
      <p:sp>
        <p:nvSpPr>
          <p:cNvPr id="191" name="자유형: 도형 190">
            <a:extLst>
              <a:ext uri="{FF2B5EF4-FFF2-40B4-BE49-F238E27FC236}">
                <a16:creationId xmlns:a16="http://schemas.microsoft.com/office/drawing/2014/main" id="{34697B42-3066-4D54-9344-9007D82BB4C9}"/>
              </a:ext>
            </a:extLst>
          </p:cNvPr>
          <p:cNvSpPr/>
          <p:nvPr/>
        </p:nvSpPr>
        <p:spPr>
          <a:xfrm>
            <a:off x="6172200" y="1924050"/>
            <a:ext cx="1073150" cy="361950"/>
          </a:xfrm>
          <a:custGeom>
            <a:avLst/>
            <a:gdLst>
              <a:gd name="connsiteX0" fmla="*/ 1073150 w 1073150"/>
              <a:gd name="connsiteY0" fmla="*/ 361950 h 361950"/>
              <a:gd name="connsiteX1" fmla="*/ 552450 w 1073150"/>
              <a:gd name="connsiteY1" fmla="*/ 0 h 361950"/>
              <a:gd name="connsiteX2" fmla="*/ 0 w 1073150"/>
              <a:gd name="connsiteY2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3150" h="361950">
                <a:moveTo>
                  <a:pt x="1073150" y="361950"/>
                </a:moveTo>
                <a:lnTo>
                  <a:pt x="552450" y="0"/>
                </a:lnTo>
                <a:lnTo>
                  <a:pt x="0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10582E11-6CD2-44B3-9AA7-43C1D47CA992}"/>
              </a:ext>
            </a:extLst>
          </p:cNvPr>
          <p:cNvSpPr txBox="1"/>
          <p:nvPr/>
        </p:nvSpPr>
        <p:spPr>
          <a:xfrm>
            <a:off x="5662213" y="1701157"/>
            <a:ext cx="6365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달팽이 모습</a:t>
            </a:r>
          </a:p>
        </p:txBody>
      </p:sp>
      <p:sp>
        <p:nvSpPr>
          <p:cNvPr id="193" name="자유형: 도형 192">
            <a:extLst>
              <a:ext uri="{FF2B5EF4-FFF2-40B4-BE49-F238E27FC236}">
                <a16:creationId xmlns:a16="http://schemas.microsoft.com/office/drawing/2014/main" id="{F13DBC5C-0A2B-4F7E-B64C-C61CCB7CB2FD}"/>
              </a:ext>
            </a:extLst>
          </p:cNvPr>
          <p:cNvSpPr/>
          <p:nvPr/>
        </p:nvSpPr>
        <p:spPr>
          <a:xfrm>
            <a:off x="7219950" y="819150"/>
            <a:ext cx="0" cy="698500"/>
          </a:xfrm>
          <a:custGeom>
            <a:avLst/>
            <a:gdLst>
              <a:gd name="connsiteX0" fmla="*/ 0 w 0"/>
              <a:gd name="connsiteY0" fmla="*/ 698500 h 698500"/>
              <a:gd name="connsiteX1" fmla="*/ 0 w 0"/>
              <a:gd name="connsiteY1" fmla="*/ 0 h 69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98500">
                <a:moveTo>
                  <a:pt x="0" y="698500"/>
                </a:moveTo>
                <a:lnTo>
                  <a:pt x="0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3377FD1-23F8-4C04-B8FA-A7130348077F}"/>
              </a:ext>
            </a:extLst>
          </p:cNvPr>
          <p:cNvSpPr txBox="1"/>
          <p:nvPr/>
        </p:nvSpPr>
        <p:spPr>
          <a:xfrm>
            <a:off x="6802732" y="282022"/>
            <a:ext cx="93706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달팽이 정보</a:t>
            </a:r>
            <a:r>
              <a:rPr lang="en-US" altLang="ko-KR" sz="1050" b="1"/>
              <a:t>(</a:t>
            </a:r>
            <a:r>
              <a:rPr lang="ko-KR" altLang="en-US" sz="1050" b="1"/>
              <a:t>현재 탭</a:t>
            </a:r>
            <a:r>
              <a:rPr lang="en-US" altLang="ko-KR" sz="1050" b="1"/>
              <a:t>)</a:t>
            </a:r>
            <a:endParaRPr lang="ko-KR" altLang="en-US" sz="1050" b="1"/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A611A766-D749-9435-1041-59428C97C3BC}"/>
              </a:ext>
            </a:extLst>
          </p:cNvPr>
          <p:cNvSpPr/>
          <p:nvPr/>
        </p:nvSpPr>
        <p:spPr>
          <a:xfrm>
            <a:off x="7661772" y="1032579"/>
            <a:ext cx="45719" cy="458115"/>
          </a:xfrm>
          <a:custGeom>
            <a:avLst/>
            <a:gdLst>
              <a:gd name="connsiteX0" fmla="*/ 0 w 0"/>
              <a:gd name="connsiteY0" fmla="*/ 698500 h 698500"/>
              <a:gd name="connsiteX1" fmla="*/ 0 w 0"/>
              <a:gd name="connsiteY1" fmla="*/ 0 h 69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98500">
                <a:moveTo>
                  <a:pt x="0" y="698500"/>
                </a:moveTo>
                <a:lnTo>
                  <a:pt x="0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8E782-7B3C-3399-F00C-3042E46E9B85}"/>
              </a:ext>
            </a:extLst>
          </p:cNvPr>
          <p:cNvSpPr txBox="1"/>
          <p:nvPr/>
        </p:nvSpPr>
        <p:spPr>
          <a:xfrm>
            <a:off x="7305645" y="772781"/>
            <a:ext cx="9370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음식 목록</a:t>
            </a:r>
            <a:endParaRPr lang="ko-KR" altLang="en-US" sz="1050" b="1" dirty="0"/>
          </a:p>
        </p:txBody>
      </p:sp>
      <p:sp>
        <p:nvSpPr>
          <p:cNvPr id="144" name="자유형: 도형 143">
            <a:extLst>
              <a:ext uri="{FF2B5EF4-FFF2-40B4-BE49-F238E27FC236}">
                <a16:creationId xmlns:a16="http://schemas.microsoft.com/office/drawing/2014/main" id="{6340B1A1-865C-A65B-770E-E84C75B86CF7}"/>
              </a:ext>
            </a:extLst>
          </p:cNvPr>
          <p:cNvSpPr/>
          <p:nvPr/>
        </p:nvSpPr>
        <p:spPr>
          <a:xfrm>
            <a:off x="8105775" y="748432"/>
            <a:ext cx="0" cy="698500"/>
          </a:xfrm>
          <a:custGeom>
            <a:avLst/>
            <a:gdLst>
              <a:gd name="connsiteX0" fmla="*/ 0 w 0"/>
              <a:gd name="connsiteY0" fmla="*/ 698500 h 698500"/>
              <a:gd name="connsiteX1" fmla="*/ 0 w 0"/>
              <a:gd name="connsiteY1" fmla="*/ 0 h 69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98500">
                <a:moveTo>
                  <a:pt x="0" y="698500"/>
                </a:moveTo>
                <a:lnTo>
                  <a:pt x="0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EDCC657-9CE1-545D-7E39-046BA47A8A86}"/>
              </a:ext>
            </a:extLst>
          </p:cNvPr>
          <p:cNvSpPr txBox="1"/>
          <p:nvPr/>
        </p:nvSpPr>
        <p:spPr>
          <a:xfrm>
            <a:off x="7648562" y="516104"/>
            <a:ext cx="9370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보유중인 알</a:t>
            </a:r>
            <a:endParaRPr lang="ko-KR" altLang="en-US" sz="1050" b="1" dirty="0"/>
          </a:p>
        </p:txBody>
      </p:sp>
      <p:sp>
        <p:nvSpPr>
          <p:cNvPr id="196" name="자유형: 도형 195">
            <a:extLst>
              <a:ext uri="{FF2B5EF4-FFF2-40B4-BE49-F238E27FC236}">
                <a16:creationId xmlns:a16="http://schemas.microsoft.com/office/drawing/2014/main" id="{3AE68DAF-DB98-43CA-13CA-11184D659AA9}"/>
              </a:ext>
            </a:extLst>
          </p:cNvPr>
          <p:cNvSpPr/>
          <p:nvPr/>
        </p:nvSpPr>
        <p:spPr>
          <a:xfrm>
            <a:off x="8558434" y="1089729"/>
            <a:ext cx="45719" cy="458115"/>
          </a:xfrm>
          <a:custGeom>
            <a:avLst/>
            <a:gdLst>
              <a:gd name="connsiteX0" fmla="*/ 0 w 0"/>
              <a:gd name="connsiteY0" fmla="*/ 698500 h 698500"/>
              <a:gd name="connsiteX1" fmla="*/ 0 w 0"/>
              <a:gd name="connsiteY1" fmla="*/ 0 h 69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98500">
                <a:moveTo>
                  <a:pt x="0" y="698500"/>
                </a:moveTo>
                <a:lnTo>
                  <a:pt x="0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7F09503-CDFC-03E4-D4F9-D675BBFD3AA3}"/>
              </a:ext>
            </a:extLst>
          </p:cNvPr>
          <p:cNvSpPr txBox="1"/>
          <p:nvPr/>
        </p:nvSpPr>
        <p:spPr>
          <a:xfrm>
            <a:off x="8363753" y="775220"/>
            <a:ext cx="9370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/>
              <a:t>상점</a:t>
            </a:r>
          </a:p>
        </p:txBody>
      </p:sp>
    </p:spTree>
    <p:extLst>
      <p:ext uri="{BB962C8B-B14F-4D97-AF65-F5344CB8AC3E}">
        <p14:creationId xmlns:p14="http://schemas.microsoft.com/office/powerpoint/2010/main" val="2260531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7A5D388-3B52-EAF3-78F2-60BDB96678BE}"/>
              </a:ext>
            </a:extLst>
          </p:cNvPr>
          <p:cNvSpPr/>
          <p:nvPr/>
        </p:nvSpPr>
        <p:spPr>
          <a:xfrm>
            <a:off x="615853" y="1849897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5CCA5AB-12D0-93A1-8295-22F3D4501277}"/>
              </a:ext>
            </a:extLst>
          </p:cNvPr>
          <p:cNvSpPr/>
          <p:nvPr/>
        </p:nvSpPr>
        <p:spPr>
          <a:xfrm>
            <a:off x="1190128" y="153874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9BB69C8-9C6C-B107-A632-4D23526CF423}"/>
              </a:ext>
            </a:extLst>
          </p:cNvPr>
          <p:cNvSpPr/>
          <p:nvPr/>
        </p:nvSpPr>
        <p:spPr>
          <a:xfrm>
            <a:off x="761546" y="153531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C6F2BEB-A9CC-74FE-C485-FBCAA0D0DF57}"/>
              </a:ext>
            </a:extLst>
          </p:cNvPr>
          <p:cNvSpPr/>
          <p:nvPr/>
        </p:nvSpPr>
        <p:spPr>
          <a:xfrm>
            <a:off x="1635732" y="153874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2" descr="잎 - 무료 자연개 아이콘">
            <a:extLst>
              <a:ext uri="{FF2B5EF4-FFF2-40B4-BE49-F238E27FC236}">
                <a16:creationId xmlns:a16="http://schemas.microsoft.com/office/drawing/2014/main" id="{46331300-B2E1-024D-2990-7E9AA1876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898" y="1567619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Material 디자인 스타일의 달팽이 아이콘">
            <a:extLst>
              <a:ext uri="{FF2B5EF4-FFF2-40B4-BE49-F238E27FC236}">
                <a16:creationId xmlns:a16="http://schemas.microsoft.com/office/drawing/2014/main" id="{0BDECDF1-D15B-105F-EB4C-C304F4E39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55" y="1542182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A4095A59-B065-7146-2480-CA7AA2D31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787" y="1504950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A5FD5C7-7CC0-E1BB-E0A7-6B13140F82E4}"/>
              </a:ext>
            </a:extLst>
          </p:cNvPr>
          <p:cNvSpPr/>
          <p:nvPr/>
        </p:nvSpPr>
        <p:spPr>
          <a:xfrm>
            <a:off x="2816374" y="1842773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D63E722-8137-79CB-2180-BF9304FE8FA0}"/>
              </a:ext>
            </a:extLst>
          </p:cNvPr>
          <p:cNvSpPr/>
          <p:nvPr/>
        </p:nvSpPr>
        <p:spPr>
          <a:xfrm>
            <a:off x="4764088" y="1747523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295ED9F-9A90-65D4-7AE8-20E34BBBFF74}"/>
              </a:ext>
            </a:extLst>
          </p:cNvPr>
          <p:cNvSpPr/>
          <p:nvPr/>
        </p:nvSpPr>
        <p:spPr>
          <a:xfrm>
            <a:off x="3386059" y="3429167"/>
            <a:ext cx="486318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F7A2CE2-6370-2F7E-9ED6-53D7149CE00A}"/>
              </a:ext>
            </a:extLst>
          </p:cNvPr>
          <p:cNvSpPr/>
          <p:nvPr/>
        </p:nvSpPr>
        <p:spPr>
          <a:xfrm>
            <a:off x="3216629" y="3386758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Picture 2" descr="잎 - 무료 자연개 아이콘">
            <a:extLst>
              <a:ext uri="{FF2B5EF4-FFF2-40B4-BE49-F238E27FC236}">
                <a16:creationId xmlns:a16="http://schemas.microsoft.com/office/drawing/2014/main" id="{3CE85888-89EC-C758-4FC4-E2855C3F6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792" y="3401328"/>
            <a:ext cx="197037" cy="19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곱하기 기호 15">
            <a:extLst>
              <a:ext uri="{FF2B5EF4-FFF2-40B4-BE49-F238E27FC236}">
                <a16:creationId xmlns:a16="http://schemas.microsoft.com/office/drawing/2014/main" id="{10966F6D-8510-4C37-8B6D-65D459203D05}"/>
              </a:ext>
            </a:extLst>
          </p:cNvPr>
          <p:cNvSpPr/>
          <p:nvPr/>
        </p:nvSpPr>
        <p:spPr>
          <a:xfrm>
            <a:off x="4746951" y="1730272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ECE7B3-0F2A-8983-214C-A5682F6694A5}"/>
              </a:ext>
            </a:extLst>
          </p:cNvPr>
          <p:cNvSpPr txBox="1"/>
          <p:nvPr/>
        </p:nvSpPr>
        <p:spPr>
          <a:xfrm>
            <a:off x="1109765" y="1902235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음식 목록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58E8B57-95CA-C3AB-4E08-F77E5976856E}"/>
              </a:ext>
            </a:extLst>
          </p:cNvPr>
          <p:cNvSpPr/>
          <p:nvPr/>
        </p:nvSpPr>
        <p:spPr>
          <a:xfrm>
            <a:off x="3422786" y="2362492"/>
            <a:ext cx="987695" cy="89731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CDE5A8F-D881-727F-1FDB-23F4C4FCD81E}"/>
              </a:ext>
            </a:extLst>
          </p:cNvPr>
          <p:cNvSpPr/>
          <p:nvPr/>
        </p:nvSpPr>
        <p:spPr>
          <a:xfrm>
            <a:off x="767661" y="2283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E3DC45F-3024-590D-7CAC-DF974D04945E}"/>
              </a:ext>
            </a:extLst>
          </p:cNvPr>
          <p:cNvSpPr/>
          <p:nvPr/>
        </p:nvSpPr>
        <p:spPr>
          <a:xfrm>
            <a:off x="1266400" y="2283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5E1DC36-E243-788D-DEAA-4C20453B2F3F}"/>
              </a:ext>
            </a:extLst>
          </p:cNvPr>
          <p:cNvSpPr/>
          <p:nvPr/>
        </p:nvSpPr>
        <p:spPr>
          <a:xfrm>
            <a:off x="1763992" y="2283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F9DE067-4BC8-BB8E-1DD3-1CB3717C0C27}"/>
              </a:ext>
            </a:extLst>
          </p:cNvPr>
          <p:cNvSpPr/>
          <p:nvPr/>
        </p:nvSpPr>
        <p:spPr>
          <a:xfrm>
            <a:off x="2261584" y="2283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D2E119A-AC54-0044-8EAB-069BCB6D2F6D}"/>
              </a:ext>
            </a:extLst>
          </p:cNvPr>
          <p:cNvSpPr/>
          <p:nvPr/>
        </p:nvSpPr>
        <p:spPr>
          <a:xfrm>
            <a:off x="767661" y="2791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F4B8F7C-6D66-4E24-F091-EE482A3F309A}"/>
              </a:ext>
            </a:extLst>
          </p:cNvPr>
          <p:cNvSpPr/>
          <p:nvPr/>
        </p:nvSpPr>
        <p:spPr>
          <a:xfrm>
            <a:off x="1266400" y="2791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319E14B-9CA6-5CDC-7634-F541D636617B}"/>
              </a:ext>
            </a:extLst>
          </p:cNvPr>
          <p:cNvSpPr/>
          <p:nvPr/>
        </p:nvSpPr>
        <p:spPr>
          <a:xfrm>
            <a:off x="1763992" y="2791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0C39BEE-1477-09DF-441E-15C37507CAE7}"/>
              </a:ext>
            </a:extLst>
          </p:cNvPr>
          <p:cNvSpPr/>
          <p:nvPr/>
        </p:nvSpPr>
        <p:spPr>
          <a:xfrm>
            <a:off x="2261584" y="2791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1F79A55-9B40-E0BE-7D42-5724D4E4BEE9}"/>
              </a:ext>
            </a:extLst>
          </p:cNvPr>
          <p:cNvSpPr/>
          <p:nvPr/>
        </p:nvSpPr>
        <p:spPr>
          <a:xfrm>
            <a:off x="767661" y="3299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89F509B-09A6-1675-470B-8DD4E43EBA22}"/>
              </a:ext>
            </a:extLst>
          </p:cNvPr>
          <p:cNvSpPr/>
          <p:nvPr/>
        </p:nvSpPr>
        <p:spPr>
          <a:xfrm>
            <a:off x="1266400" y="3299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535E486-4911-9B23-B6D1-B9A15B5B2AEB}"/>
              </a:ext>
            </a:extLst>
          </p:cNvPr>
          <p:cNvSpPr/>
          <p:nvPr/>
        </p:nvSpPr>
        <p:spPr>
          <a:xfrm>
            <a:off x="1763992" y="3299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C617EB1-CF35-51D2-75A8-5546C4CEB837}"/>
              </a:ext>
            </a:extLst>
          </p:cNvPr>
          <p:cNvSpPr/>
          <p:nvPr/>
        </p:nvSpPr>
        <p:spPr>
          <a:xfrm>
            <a:off x="2261584" y="3299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6D9B7AC-9593-59BF-4D60-2B60E6839AE0}"/>
              </a:ext>
            </a:extLst>
          </p:cNvPr>
          <p:cNvSpPr/>
          <p:nvPr/>
        </p:nvSpPr>
        <p:spPr>
          <a:xfrm>
            <a:off x="767661" y="3807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874C513-1E5D-3FD6-4715-25787123766F}"/>
              </a:ext>
            </a:extLst>
          </p:cNvPr>
          <p:cNvSpPr/>
          <p:nvPr/>
        </p:nvSpPr>
        <p:spPr>
          <a:xfrm>
            <a:off x="1266400" y="3807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70A0AA3D-68A0-D096-E89C-4C2275696AD8}"/>
              </a:ext>
            </a:extLst>
          </p:cNvPr>
          <p:cNvSpPr/>
          <p:nvPr/>
        </p:nvSpPr>
        <p:spPr>
          <a:xfrm>
            <a:off x="1763992" y="3807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C2AF2C9-CDD4-60B2-EBB0-F8105A22F92B}"/>
              </a:ext>
            </a:extLst>
          </p:cNvPr>
          <p:cNvSpPr/>
          <p:nvPr/>
        </p:nvSpPr>
        <p:spPr>
          <a:xfrm>
            <a:off x="2261584" y="3807080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A11FA99-CBEF-64A5-539A-00E71687E192}"/>
              </a:ext>
            </a:extLst>
          </p:cNvPr>
          <p:cNvSpPr/>
          <p:nvPr/>
        </p:nvSpPr>
        <p:spPr>
          <a:xfrm>
            <a:off x="766496" y="4331619"/>
            <a:ext cx="400050" cy="1754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8D6D9C3-0B8A-E7D2-04B0-4510773FFADE}"/>
              </a:ext>
            </a:extLst>
          </p:cNvPr>
          <p:cNvSpPr/>
          <p:nvPr/>
        </p:nvSpPr>
        <p:spPr>
          <a:xfrm>
            <a:off x="1265235" y="4331619"/>
            <a:ext cx="400050" cy="1754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EFC5BE7-7288-16E0-5F9C-5FA8BB7A4B76}"/>
              </a:ext>
            </a:extLst>
          </p:cNvPr>
          <p:cNvSpPr/>
          <p:nvPr/>
        </p:nvSpPr>
        <p:spPr>
          <a:xfrm>
            <a:off x="1762827" y="4331619"/>
            <a:ext cx="400050" cy="1754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00B58D2-5307-115E-5A8A-1CC50DBE8E61}"/>
              </a:ext>
            </a:extLst>
          </p:cNvPr>
          <p:cNvSpPr/>
          <p:nvPr/>
        </p:nvSpPr>
        <p:spPr>
          <a:xfrm>
            <a:off x="2260419" y="4331619"/>
            <a:ext cx="400050" cy="1754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E5CB0EC-A57F-FF31-43F7-DC0BDFBCCD15}"/>
              </a:ext>
            </a:extLst>
          </p:cNvPr>
          <p:cNvGrpSpPr/>
          <p:nvPr/>
        </p:nvGrpSpPr>
        <p:grpSpPr>
          <a:xfrm>
            <a:off x="3442240" y="1463105"/>
            <a:ext cx="1141042" cy="442051"/>
            <a:chOff x="6711477" y="1465221"/>
            <a:chExt cx="1416357" cy="548711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01030FF5-84A4-FE27-4827-C78812B41457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9CEA5ADA-1470-2BE3-014C-B65240A97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5CE5C66-E2DE-B8C0-285F-66FC9FEE128D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989DEAB-C974-11D6-2C6A-7803229C1FDC}"/>
              </a:ext>
            </a:extLst>
          </p:cNvPr>
          <p:cNvSpPr txBox="1"/>
          <p:nvPr/>
        </p:nvSpPr>
        <p:spPr>
          <a:xfrm>
            <a:off x="3294334" y="1895725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음식 이름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47AF74E-B5EE-1C13-96BD-7E20D2641BD1}"/>
              </a:ext>
            </a:extLst>
          </p:cNvPr>
          <p:cNvGrpSpPr/>
          <p:nvPr/>
        </p:nvGrpSpPr>
        <p:grpSpPr>
          <a:xfrm>
            <a:off x="3693256" y="2200649"/>
            <a:ext cx="1256151" cy="230832"/>
            <a:chOff x="3879753" y="2753249"/>
            <a:chExt cx="1256151" cy="23083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D4473C6-8EE0-D76F-6592-4B3AE0D02EA0}"/>
                </a:ext>
              </a:extLst>
            </p:cNvPr>
            <p:cNvSpPr/>
            <p:nvPr/>
          </p:nvSpPr>
          <p:spPr>
            <a:xfrm>
              <a:off x="3879753" y="27798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9B09449-A285-D6D5-F65F-FD66BC0CDDD8}"/>
                </a:ext>
              </a:extLst>
            </p:cNvPr>
            <p:cNvSpPr txBox="1"/>
            <p:nvPr/>
          </p:nvSpPr>
          <p:spPr>
            <a:xfrm>
              <a:off x="3891304" y="27532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C5C7B3F6-937C-5B98-F21F-4C3C021917BF}"/>
              </a:ext>
            </a:extLst>
          </p:cNvPr>
          <p:cNvSpPr/>
          <p:nvPr/>
        </p:nvSpPr>
        <p:spPr>
          <a:xfrm>
            <a:off x="4108857" y="3429167"/>
            <a:ext cx="486318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4F46C3AB-BCA4-A4BF-2217-2EBB81B46C4B}"/>
              </a:ext>
            </a:extLst>
          </p:cNvPr>
          <p:cNvSpPr/>
          <p:nvPr/>
        </p:nvSpPr>
        <p:spPr>
          <a:xfrm>
            <a:off x="3916317" y="3390365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Picture 8" descr="Black heart icon | Free SVG">
            <a:extLst>
              <a:ext uri="{FF2B5EF4-FFF2-40B4-BE49-F238E27FC236}">
                <a16:creationId xmlns:a16="http://schemas.microsoft.com/office/drawing/2014/main" id="{526CB863-8939-4659-3969-A12B1F7C0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385" y="3417645"/>
            <a:ext cx="180492" cy="18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EE2356E-85CE-3CD3-08EC-66577C51F9D9}"/>
              </a:ext>
            </a:extLst>
          </p:cNvPr>
          <p:cNvSpPr txBox="1"/>
          <p:nvPr/>
        </p:nvSpPr>
        <p:spPr>
          <a:xfrm>
            <a:off x="3629095" y="3383689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5</a:t>
            </a:r>
            <a:endParaRPr lang="ko-KR" altLang="en-US" sz="900" b="1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84366A5-9B8A-FE9F-F0AB-A41F02752F57}"/>
              </a:ext>
            </a:extLst>
          </p:cNvPr>
          <p:cNvSpPr/>
          <p:nvPr/>
        </p:nvSpPr>
        <p:spPr>
          <a:xfrm>
            <a:off x="3066667" y="3726927"/>
            <a:ext cx="1740332" cy="451716"/>
          </a:xfrm>
          <a:prstGeom prst="roundRect">
            <a:avLst>
              <a:gd name="adj" fmla="val 840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5D8216-8AB2-EE5D-D5F1-502FA12170C9}"/>
              </a:ext>
            </a:extLst>
          </p:cNvPr>
          <p:cNvSpPr txBox="1"/>
          <p:nvPr/>
        </p:nvSpPr>
        <p:spPr>
          <a:xfrm>
            <a:off x="3066667" y="3789084"/>
            <a:ext cx="1829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/>
              <a:t>어쩌구 저쩌구 음식에 대한 설명</a:t>
            </a:r>
            <a:endParaRPr lang="en-US" altLang="ko-KR" sz="800" b="1"/>
          </a:p>
          <a:p>
            <a:r>
              <a:rPr lang="ko-KR" altLang="en-US" sz="800" b="1"/>
              <a:t>어쩌구 저쩌구 음식에 대한 설명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58E4B54-8147-C417-E7A0-68DF6070BCCD}"/>
              </a:ext>
            </a:extLst>
          </p:cNvPr>
          <p:cNvSpPr/>
          <p:nvPr/>
        </p:nvSpPr>
        <p:spPr>
          <a:xfrm>
            <a:off x="4485894" y="4256699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Picture 6" descr="Coin - Free business icons">
            <a:extLst>
              <a:ext uri="{FF2B5EF4-FFF2-40B4-BE49-F238E27FC236}">
                <a16:creationId xmlns:a16="http://schemas.microsoft.com/office/drawing/2014/main" id="{A276DE2A-3D67-387E-BF16-DA96CF1E5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556" y="4275085"/>
            <a:ext cx="237879" cy="23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EBCA636E-A702-65D6-FCE9-3B5AE5086D7A}"/>
              </a:ext>
            </a:extLst>
          </p:cNvPr>
          <p:cNvSpPr/>
          <p:nvPr/>
        </p:nvSpPr>
        <p:spPr>
          <a:xfrm>
            <a:off x="4111620" y="4261720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6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77A925A4-3DF2-6463-EDB2-E145BA4BD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606" y="4251782"/>
            <a:ext cx="295590" cy="29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6179F58-415A-5AF1-12B1-6E3306E98429}"/>
              </a:ext>
            </a:extLst>
          </p:cNvPr>
          <p:cNvSpPr/>
          <p:nvPr/>
        </p:nvSpPr>
        <p:spPr>
          <a:xfrm>
            <a:off x="3074642" y="4261779"/>
            <a:ext cx="797735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CB068A-C241-8DE7-7C2C-8D51DCFCF384}"/>
              </a:ext>
            </a:extLst>
          </p:cNvPr>
          <p:cNvSpPr txBox="1"/>
          <p:nvPr/>
        </p:nvSpPr>
        <p:spPr>
          <a:xfrm>
            <a:off x="3228422" y="4290534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/>
              <a:t>먹이기</a:t>
            </a:r>
          </a:p>
        </p:txBody>
      </p:sp>
      <p:sp>
        <p:nvSpPr>
          <p:cNvPr id="59" name="별: 꼭짓점 5개 58">
            <a:extLst>
              <a:ext uri="{FF2B5EF4-FFF2-40B4-BE49-F238E27FC236}">
                <a16:creationId xmlns:a16="http://schemas.microsoft.com/office/drawing/2014/main" id="{ABA29FAD-F57C-778E-FEFF-5F1AE2ADCE86}"/>
              </a:ext>
            </a:extLst>
          </p:cNvPr>
          <p:cNvSpPr/>
          <p:nvPr/>
        </p:nvSpPr>
        <p:spPr>
          <a:xfrm>
            <a:off x="2935592" y="1951839"/>
            <a:ext cx="193297" cy="193297"/>
          </a:xfrm>
          <a:prstGeom prst="star5">
            <a:avLst>
              <a:gd name="adj" fmla="val 22733"/>
              <a:gd name="hf" fmla="val 105146"/>
              <a:gd name="vf" fmla="val 11055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58D6CD02-7F35-60E4-887E-E85C4C36F60B}"/>
              </a:ext>
            </a:extLst>
          </p:cNvPr>
          <p:cNvSpPr/>
          <p:nvPr/>
        </p:nvSpPr>
        <p:spPr>
          <a:xfrm>
            <a:off x="1635732" y="153874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1BD076E-FB32-31C8-5BEF-F456A0E32BAD}"/>
              </a:ext>
            </a:extLst>
          </p:cNvPr>
          <p:cNvSpPr/>
          <p:nvPr/>
        </p:nvSpPr>
        <p:spPr>
          <a:xfrm>
            <a:off x="2086434" y="153818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2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2BFCA569-72C2-1A20-7A89-BD618C4D5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489" y="1504390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8" descr="Eggs - Free food icons">
            <a:extLst>
              <a:ext uri="{FF2B5EF4-FFF2-40B4-BE49-F238E27FC236}">
                <a16:creationId xmlns:a16="http://schemas.microsoft.com/office/drawing/2014/main" id="{74B60EC6-1C81-E7BF-986A-F02397815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177" y="1569555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8F6668E5-DE82-BC78-E540-1ABEB1354471}"/>
              </a:ext>
            </a:extLst>
          </p:cNvPr>
          <p:cNvSpPr/>
          <p:nvPr/>
        </p:nvSpPr>
        <p:spPr>
          <a:xfrm>
            <a:off x="2924416" y="153319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5" name="Picture 2" descr="설정 - 무료 ui개 아이콘">
            <a:extLst>
              <a:ext uri="{FF2B5EF4-FFF2-40B4-BE49-F238E27FC236}">
                <a16:creationId xmlns:a16="http://schemas.microsoft.com/office/drawing/2014/main" id="{0B9B930B-6A05-EBA0-4790-57F27E41C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81" y="1555209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5A03677F-FE81-1067-9B96-7DB736B27B6A}"/>
              </a:ext>
            </a:extLst>
          </p:cNvPr>
          <p:cNvSpPr txBox="1"/>
          <p:nvPr/>
        </p:nvSpPr>
        <p:spPr>
          <a:xfrm>
            <a:off x="280509" y="153899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음식 카테고리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0F25EB3A-FB7A-48F5-7A77-31E1D638393F}"/>
              </a:ext>
            </a:extLst>
          </p:cNvPr>
          <p:cNvSpPr/>
          <p:nvPr/>
        </p:nvSpPr>
        <p:spPr>
          <a:xfrm>
            <a:off x="6815730" y="1781222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84529EFC-F706-546A-51A1-50EF2614475D}"/>
              </a:ext>
            </a:extLst>
          </p:cNvPr>
          <p:cNvSpPr/>
          <p:nvPr/>
        </p:nvSpPr>
        <p:spPr>
          <a:xfrm>
            <a:off x="7390005" y="147007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97A76657-A0CE-9C55-7E18-99102A5E19B4}"/>
              </a:ext>
            </a:extLst>
          </p:cNvPr>
          <p:cNvSpPr/>
          <p:nvPr/>
        </p:nvSpPr>
        <p:spPr>
          <a:xfrm>
            <a:off x="6961423" y="146663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CC2F6FDD-25AF-D4D1-0F0A-A7A6C2D97530}"/>
              </a:ext>
            </a:extLst>
          </p:cNvPr>
          <p:cNvSpPr/>
          <p:nvPr/>
        </p:nvSpPr>
        <p:spPr>
          <a:xfrm>
            <a:off x="7835609" y="147007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Picture 2" descr="잎 - 무료 자연개 아이콘">
            <a:extLst>
              <a:ext uri="{FF2B5EF4-FFF2-40B4-BE49-F238E27FC236}">
                <a16:creationId xmlns:a16="http://schemas.microsoft.com/office/drawing/2014/main" id="{BAC9EAFA-2801-6ECA-A461-4C752CB70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775" y="1498944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 descr="Material 디자인 스타일의 달팽이 아이콘">
            <a:extLst>
              <a:ext uri="{FF2B5EF4-FFF2-40B4-BE49-F238E27FC236}">
                <a16:creationId xmlns:a16="http://schemas.microsoft.com/office/drawing/2014/main" id="{B21FA93B-B388-C08A-E2EB-761A428E2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232" y="1473507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6FBA847A-4885-22E6-0985-CFAC76D94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664" y="1436275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DC1BE779-4F80-DF31-0979-DFD512435844}"/>
              </a:ext>
            </a:extLst>
          </p:cNvPr>
          <p:cNvSpPr/>
          <p:nvPr/>
        </p:nvSpPr>
        <p:spPr>
          <a:xfrm>
            <a:off x="9016251" y="1774098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FF15BC9A-B4DC-C3FA-2357-9684704F9D7F}"/>
              </a:ext>
            </a:extLst>
          </p:cNvPr>
          <p:cNvSpPr/>
          <p:nvPr/>
        </p:nvSpPr>
        <p:spPr>
          <a:xfrm>
            <a:off x="10963965" y="1678848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1E4C7F4F-8BC4-FF77-2D81-DCD9E339E919}"/>
              </a:ext>
            </a:extLst>
          </p:cNvPr>
          <p:cNvSpPr/>
          <p:nvPr/>
        </p:nvSpPr>
        <p:spPr>
          <a:xfrm>
            <a:off x="9585936" y="3360492"/>
            <a:ext cx="486318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3BBD62B1-D09E-149F-B8AE-2A3CC5BE9240}"/>
              </a:ext>
            </a:extLst>
          </p:cNvPr>
          <p:cNvSpPr/>
          <p:nvPr/>
        </p:nvSpPr>
        <p:spPr>
          <a:xfrm>
            <a:off x="9416506" y="3318083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8" name="Picture 2" descr="잎 - 무료 자연개 아이콘">
            <a:extLst>
              <a:ext uri="{FF2B5EF4-FFF2-40B4-BE49-F238E27FC236}">
                <a16:creationId xmlns:a16="http://schemas.microsoft.com/office/drawing/2014/main" id="{C5402ED7-609A-32CA-8E03-409EF5CF0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2669" y="3332653"/>
            <a:ext cx="197037" cy="19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곱하기 기호 78">
            <a:extLst>
              <a:ext uri="{FF2B5EF4-FFF2-40B4-BE49-F238E27FC236}">
                <a16:creationId xmlns:a16="http://schemas.microsoft.com/office/drawing/2014/main" id="{5C5EB22A-E3D0-05FE-5D47-7FF86B37289D}"/>
              </a:ext>
            </a:extLst>
          </p:cNvPr>
          <p:cNvSpPr/>
          <p:nvPr/>
        </p:nvSpPr>
        <p:spPr>
          <a:xfrm>
            <a:off x="10946828" y="1661597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85502C9-869D-D327-DCC4-B074ADFE3BB3}"/>
              </a:ext>
            </a:extLst>
          </p:cNvPr>
          <p:cNvSpPr txBox="1"/>
          <p:nvPr/>
        </p:nvSpPr>
        <p:spPr>
          <a:xfrm>
            <a:off x="7309642" y="1833560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음식 목록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11CACCBA-837C-5883-DE14-F11E4455D2F5}"/>
              </a:ext>
            </a:extLst>
          </p:cNvPr>
          <p:cNvSpPr/>
          <p:nvPr/>
        </p:nvSpPr>
        <p:spPr>
          <a:xfrm>
            <a:off x="9622663" y="2293817"/>
            <a:ext cx="987695" cy="89731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DEE17D73-A6E1-65BB-836A-775E3CCC368D}"/>
              </a:ext>
            </a:extLst>
          </p:cNvPr>
          <p:cNvSpPr/>
          <p:nvPr/>
        </p:nvSpPr>
        <p:spPr>
          <a:xfrm>
            <a:off x="6967538" y="2214405"/>
            <a:ext cx="400050" cy="40005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F3F817FE-08EA-1F49-3AE2-7B25232F59B4}"/>
              </a:ext>
            </a:extLst>
          </p:cNvPr>
          <p:cNvSpPr/>
          <p:nvPr/>
        </p:nvSpPr>
        <p:spPr>
          <a:xfrm>
            <a:off x="7466277" y="2214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EB3191E8-8ED3-F4E2-5C91-0CF4E28D7D38}"/>
              </a:ext>
            </a:extLst>
          </p:cNvPr>
          <p:cNvSpPr/>
          <p:nvPr/>
        </p:nvSpPr>
        <p:spPr>
          <a:xfrm>
            <a:off x="7963869" y="2214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E73465E-266D-7811-F26E-2F49BD02CAE0}"/>
              </a:ext>
            </a:extLst>
          </p:cNvPr>
          <p:cNvSpPr/>
          <p:nvPr/>
        </p:nvSpPr>
        <p:spPr>
          <a:xfrm>
            <a:off x="8461461" y="2214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C80E37FC-0059-50A1-9047-C7DF9ABDA9ED}"/>
              </a:ext>
            </a:extLst>
          </p:cNvPr>
          <p:cNvSpPr/>
          <p:nvPr/>
        </p:nvSpPr>
        <p:spPr>
          <a:xfrm>
            <a:off x="6967538" y="2722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1A9EAB77-F06C-92FD-CA8F-09117C16260E}"/>
              </a:ext>
            </a:extLst>
          </p:cNvPr>
          <p:cNvSpPr/>
          <p:nvPr/>
        </p:nvSpPr>
        <p:spPr>
          <a:xfrm>
            <a:off x="7466277" y="2722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C4925A3B-D67D-9F08-FAF5-F5B1B4DF1FB3}"/>
              </a:ext>
            </a:extLst>
          </p:cNvPr>
          <p:cNvSpPr/>
          <p:nvPr/>
        </p:nvSpPr>
        <p:spPr>
          <a:xfrm>
            <a:off x="7963869" y="2722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848E6224-D8DA-80F2-3BA0-0400176E3634}"/>
              </a:ext>
            </a:extLst>
          </p:cNvPr>
          <p:cNvSpPr/>
          <p:nvPr/>
        </p:nvSpPr>
        <p:spPr>
          <a:xfrm>
            <a:off x="8461461" y="2722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5A9F7B19-1B65-CB75-5638-803738E75C99}"/>
              </a:ext>
            </a:extLst>
          </p:cNvPr>
          <p:cNvSpPr/>
          <p:nvPr/>
        </p:nvSpPr>
        <p:spPr>
          <a:xfrm>
            <a:off x="6967538" y="3230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60193C7D-264B-1411-1365-7EED7C10299C}"/>
              </a:ext>
            </a:extLst>
          </p:cNvPr>
          <p:cNvSpPr/>
          <p:nvPr/>
        </p:nvSpPr>
        <p:spPr>
          <a:xfrm>
            <a:off x="7466277" y="3230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76644AC-E7DF-8662-A840-BC59067D327A}"/>
              </a:ext>
            </a:extLst>
          </p:cNvPr>
          <p:cNvSpPr/>
          <p:nvPr/>
        </p:nvSpPr>
        <p:spPr>
          <a:xfrm>
            <a:off x="7963869" y="3230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14C003D6-D9EA-893E-222B-7DC883383DA3}"/>
              </a:ext>
            </a:extLst>
          </p:cNvPr>
          <p:cNvSpPr/>
          <p:nvPr/>
        </p:nvSpPr>
        <p:spPr>
          <a:xfrm>
            <a:off x="8461461" y="3230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60058004-E197-305B-D3B0-FB5D581A84ED}"/>
              </a:ext>
            </a:extLst>
          </p:cNvPr>
          <p:cNvSpPr/>
          <p:nvPr/>
        </p:nvSpPr>
        <p:spPr>
          <a:xfrm>
            <a:off x="6967538" y="3738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693E9E34-545E-1E48-965E-D5E1DB4A6303}"/>
              </a:ext>
            </a:extLst>
          </p:cNvPr>
          <p:cNvSpPr/>
          <p:nvPr/>
        </p:nvSpPr>
        <p:spPr>
          <a:xfrm>
            <a:off x="7466277" y="3738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5C639673-7B84-9DFC-B3AB-7D418363087A}"/>
              </a:ext>
            </a:extLst>
          </p:cNvPr>
          <p:cNvSpPr/>
          <p:nvPr/>
        </p:nvSpPr>
        <p:spPr>
          <a:xfrm>
            <a:off x="7963869" y="3738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F5F5F1E1-2CD5-FCDE-9684-8061FCBFBD42}"/>
              </a:ext>
            </a:extLst>
          </p:cNvPr>
          <p:cNvSpPr/>
          <p:nvPr/>
        </p:nvSpPr>
        <p:spPr>
          <a:xfrm>
            <a:off x="8461461" y="373840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461463C8-F42C-CC8D-F7BB-47877978E562}"/>
              </a:ext>
            </a:extLst>
          </p:cNvPr>
          <p:cNvSpPr/>
          <p:nvPr/>
        </p:nvSpPr>
        <p:spPr>
          <a:xfrm>
            <a:off x="6966373" y="4262944"/>
            <a:ext cx="400050" cy="1754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34C62ED1-8E57-8A68-5D46-6AFFCE7754FC}"/>
              </a:ext>
            </a:extLst>
          </p:cNvPr>
          <p:cNvSpPr/>
          <p:nvPr/>
        </p:nvSpPr>
        <p:spPr>
          <a:xfrm>
            <a:off x="7465112" y="4262944"/>
            <a:ext cx="400050" cy="1754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7DFC6CC-BA03-659D-3085-19DAC0479F8E}"/>
              </a:ext>
            </a:extLst>
          </p:cNvPr>
          <p:cNvSpPr/>
          <p:nvPr/>
        </p:nvSpPr>
        <p:spPr>
          <a:xfrm>
            <a:off x="7962704" y="4262944"/>
            <a:ext cx="400050" cy="1754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4CCE9CF9-F2A4-93C1-EB91-BC7DEF636327}"/>
              </a:ext>
            </a:extLst>
          </p:cNvPr>
          <p:cNvSpPr/>
          <p:nvPr/>
        </p:nvSpPr>
        <p:spPr>
          <a:xfrm>
            <a:off x="8460296" y="4262944"/>
            <a:ext cx="400050" cy="1754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D9F50FD-A307-1805-4C3B-E4EBDA9864D5}"/>
              </a:ext>
            </a:extLst>
          </p:cNvPr>
          <p:cNvGrpSpPr/>
          <p:nvPr/>
        </p:nvGrpSpPr>
        <p:grpSpPr>
          <a:xfrm>
            <a:off x="9642117" y="1394430"/>
            <a:ext cx="1141042" cy="442051"/>
            <a:chOff x="6711477" y="1465221"/>
            <a:chExt cx="1416357" cy="548711"/>
          </a:xfrm>
        </p:grpSpPr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377A752B-D3B7-8164-AF7B-BF4578FD0FCF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59E8365C-8B50-B554-A51F-0C7A6C800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B756BE2-B622-23D8-4BE2-8202BFE533F1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3A637D31-0986-297B-89B8-3108B58C9242}"/>
              </a:ext>
            </a:extLst>
          </p:cNvPr>
          <p:cNvSpPr txBox="1"/>
          <p:nvPr/>
        </p:nvSpPr>
        <p:spPr>
          <a:xfrm>
            <a:off x="9494211" y="1827050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음식 이름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D8EDCB25-A518-FA2C-455C-40570F9A80AF}"/>
              </a:ext>
            </a:extLst>
          </p:cNvPr>
          <p:cNvGrpSpPr/>
          <p:nvPr/>
        </p:nvGrpSpPr>
        <p:grpSpPr>
          <a:xfrm>
            <a:off x="9893133" y="2131974"/>
            <a:ext cx="1256151" cy="230832"/>
            <a:chOff x="3879753" y="2753249"/>
            <a:chExt cx="1256151" cy="230832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42059420-9788-0FF5-50A2-EC86A7E76103}"/>
                </a:ext>
              </a:extLst>
            </p:cNvPr>
            <p:cNvSpPr/>
            <p:nvPr/>
          </p:nvSpPr>
          <p:spPr>
            <a:xfrm>
              <a:off x="3879753" y="27798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F361D32-190D-880F-AD1A-C71106A6D2C8}"/>
                </a:ext>
              </a:extLst>
            </p:cNvPr>
            <p:cNvSpPr txBox="1"/>
            <p:nvPr/>
          </p:nvSpPr>
          <p:spPr>
            <a:xfrm>
              <a:off x="3891304" y="27532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EC9B5B09-46D0-516F-E73E-752A7FE6A9F8}"/>
              </a:ext>
            </a:extLst>
          </p:cNvPr>
          <p:cNvSpPr/>
          <p:nvPr/>
        </p:nvSpPr>
        <p:spPr>
          <a:xfrm>
            <a:off x="10308734" y="3360492"/>
            <a:ext cx="486318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D87F1893-07FA-FB76-30D3-6C873C2CF813}"/>
              </a:ext>
            </a:extLst>
          </p:cNvPr>
          <p:cNvSpPr/>
          <p:nvPr/>
        </p:nvSpPr>
        <p:spPr>
          <a:xfrm>
            <a:off x="10116194" y="3321690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2" name="Picture 8" descr="Black heart icon | Free SVG">
            <a:extLst>
              <a:ext uri="{FF2B5EF4-FFF2-40B4-BE49-F238E27FC236}">
                <a16:creationId xmlns:a16="http://schemas.microsoft.com/office/drawing/2014/main" id="{85839B95-4937-1B7E-D807-4AC88F0ED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1262" y="3348970"/>
            <a:ext cx="180492" cy="18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BF16E629-7CAB-1CF7-0177-B40A38E87EF7}"/>
              </a:ext>
            </a:extLst>
          </p:cNvPr>
          <p:cNvSpPr txBox="1"/>
          <p:nvPr/>
        </p:nvSpPr>
        <p:spPr>
          <a:xfrm>
            <a:off x="9828972" y="3315014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5</a:t>
            </a:r>
            <a:endParaRPr lang="ko-KR" altLang="en-US" sz="900" b="1"/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79AA8F7B-73BB-57A0-CABB-C76A5AD156C7}"/>
              </a:ext>
            </a:extLst>
          </p:cNvPr>
          <p:cNvSpPr/>
          <p:nvPr/>
        </p:nvSpPr>
        <p:spPr>
          <a:xfrm>
            <a:off x="9266544" y="3658252"/>
            <a:ext cx="1740332" cy="451716"/>
          </a:xfrm>
          <a:prstGeom prst="roundRect">
            <a:avLst>
              <a:gd name="adj" fmla="val 840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8D26CE5-96C5-FB70-D210-4D0DA6522252}"/>
              </a:ext>
            </a:extLst>
          </p:cNvPr>
          <p:cNvSpPr txBox="1"/>
          <p:nvPr/>
        </p:nvSpPr>
        <p:spPr>
          <a:xfrm>
            <a:off x="9266544" y="3720409"/>
            <a:ext cx="1829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/>
              <a:t>어쩌구 저쩌구 음식에 대한 설명</a:t>
            </a:r>
            <a:endParaRPr lang="en-US" altLang="ko-KR" sz="800" b="1"/>
          </a:p>
          <a:p>
            <a:r>
              <a:rPr lang="ko-KR" altLang="en-US" sz="800" b="1"/>
              <a:t>어쩌구 저쩌구 음식에 대한 설명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8CFCDBF9-B27B-F014-F912-C6F08505A4BF}"/>
              </a:ext>
            </a:extLst>
          </p:cNvPr>
          <p:cNvSpPr/>
          <p:nvPr/>
        </p:nvSpPr>
        <p:spPr>
          <a:xfrm>
            <a:off x="10685771" y="4188024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7" name="Picture 6" descr="Coin - Free business icons">
            <a:extLst>
              <a:ext uri="{FF2B5EF4-FFF2-40B4-BE49-F238E27FC236}">
                <a16:creationId xmlns:a16="http://schemas.microsoft.com/office/drawing/2014/main" id="{18C2A320-753A-F40D-36FD-9E8029CE0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433" y="4206410"/>
            <a:ext cx="237879" cy="23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E78077C7-D6F8-1231-FD5B-5DB789F089E0}"/>
              </a:ext>
            </a:extLst>
          </p:cNvPr>
          <p:cNvSpPr/>
          <p:nvPr/>
        </p:nvSpPr>
        <p:spPr>
          <a:xfrm>
            <a:off x="10311497" y="4193045"/>
            <a:ext cx="310992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9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C26825DA-9AD3-2C10-57D0-C146BDFA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3483" y="4183107"/>
            <a:ext cx="295590" cy="29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5320EB28-8B93-19DE-7580-AC2FBF849294}"/>
              </a:ext>
            </a:extLst>
          </p:cNvPr>
          <p:cNvSpPr/>
          <p:nvPr/>
        </p:nvSpPr>
        <p:spPr>
          <a:xfrm>
            <a:off x="9274519" y="4193104"/>
            <a:ext cx="797735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9E584AD-739F-F0EA-35A4-F2CE49F24633}"/>
              </a:ext>
            </a:extLst>
          </p:cNvPr>
          <p:cNvSpPr txBox="1"/>
          <p:nvPr/>
        </p:nvSpPr>
        <p:spPr>
          <a:xfrm>
            <a:off x="9428299" y="4221859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/>
              <a:t>먹이기</a:t>
            </a:r>
          </a:p>
        </p:txBody>
      </p:sp>
      <p:sp>
        <p:nvSpPr>
          <p:cNvPr id="122" name="별: 꼭짓점 5개 121">
            <a:extLst>
              <a:ext uri="{FF2B5EF4-FFF2-40B4-BE49-F238E27FC236}">
                <a16:creationId xmlns:a16="http://schemas.microsoft.com/office/drawing/2014/main" id="{13B1F400-D946-49E8-1015-2E081294F6E3}"/>
              </a:ext>
            </a:extLst>
          </p:cNvPr>
          <p:cNvSpPr/>
          <p:nvPr/>
        </p:nvSpPr>
        <p:spPr>
          <a:xfrm>
            <a:off x="9135469" y="1883164"/>
            <a:ext cx="193297" cy="193297"/>
          </a:xfrm>
          <a:prstGeom prst="star5">
            <a:avLst>
              <a:gd name="adj" fmla="val 22733"/>
              <a:gd name="hf" fmla="val 105146"/>
              <a:gd name="vf" fmla="val 11055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74EF6BFA-C362-4E4E-7D19-A8599A795D42}"/>
              </a:ext>
            </a:extLst>
          </p:cNvPr>
          <p:cNvSpPr/>
          <p:nvPr/>
        </p:nvSpPr>
        <p:spPr>
          <a:xfrm>
            <a:off x="7835609" y="147007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5E12A513-63F0-4974-B5D8-BCC067F14B85}"/>
              </a:ext>
            </a:extLst>
          </p:cNvPr>
          <p:cNvSpPr/>
          <p:nvPr/>
        </p:nvSpPr>
        <p:spPr>
          <a:xfrm>
            <a:off x="8286311" y="146951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5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FB30B508-39B4-27AC-9B54-1FF5910CB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366" y="1435715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8" descr="Eggs - Free food icons">
            <a:extLst>
              <a:ext uri="{FF2B5EF4-FFF2-40B4-BE49-F238E27FC236}">
                <a16:creationId xmlns:a16="http://schemas.microsoft.com/office/drawing/2014/main" id="{7C873E2C-3AD1-1CA1-AF8F-2D6ED48A5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054" y="1500880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BC4DE6A8-284C-31CC-136A-63EFC17D638C}"/>
              </a:ext>
            </a:extLst>
          </p:cNvPr>
          <p:cNvSpPr/>
          <p:nvPr/>
        </p:nvSpPr>
        <p:spPr>
          <a:xfrm>
            <a:off x="9124293" y="1464519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8" name="Picture 2" descr="설정 - 무료 ui개 아이콘">
            <a:extLst>
              <a:ext uri="{FF2B5EF4-FFF2-40B4-BE49-F238E27FC236}">
                <a16:creationId xmlns:a16="http://schemas.microsoft.com/office/drawing/2014/main" id="{0293E923-A01C-72CB-6FB9-818491304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458" y="1486534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자유형: 도형 128">
            <a:extLst>
              <a:ext uri="{FF2B5EF4-FFF2-40B4-BE49-F238E27FC236}">
                <a16:creationId xmlns:a16="http://schemas.microsoft.com/office/drawing/2014/main" id="{EB2F2A4C-0EF7-02E2-1C4F-FDE9AFFA1D1F}"/>
              </a:ext>
            </a:extLst>
          </p:cNvPr>
          <p:cNvSpPr/>
          <p:nvPr/>
        </p:nvSpPr>
        <p:spPr>
          <a:xfrm>
            <a:off x="6838950" y="809625"/>
            <a:ext cx="1162050" cy="1333500"/>
          </a:xfrm>
          <a:custGeom>
            <a:avLst/>
            <a:gdLst>
              <a:gd name="connsiteX0" fmla="*/ 1162050 w 1162050"/>
              <a:gd name="connsiteY0" fmla="*/ 1333500 h 1333500"/>
              <a:gd name="connsiteX1" fmla="*/ 914400 w 1162050"/>
              <a:gd name="connsiteY1" fmla="*/ 0 h 1333500"/>
              <a:gd name="connsiteX2" fmla="*/ 0 w 1162050"/>
              <a:gd name="connsiteY2" fmla="*/ 0 h 13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2050" h="1333500">
                <a:moveTo>
                  <a:pt x="1162050" y="1333500"/>
                </a:moveTo>
                <a:lnTo>
                  <a:pt x="914400" y="0"/>
                </a:lnTo>
                <a:lnTo>
                  <a:pt x="0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4AF000A-8272-DDA9-1D2B-A47FBFA06009}"/>
              </a:ext>
            </a:extLst>
          </p:cNvPr>
          <p:cNvSpPr txBox="1"/>
          <p:nvPr/>
        </p:nvSpPr>
        <p:spPr>
          <a:xfrm>
            <a:off x="5823892" y="697508"/>
            <a:ext cx="12159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/>
              <a:t>보유중인 음식</a:t>
            </a:r>
          </a:p>
        </p:txBody>
      </p:sp>
      <p:sp>
        <p:nvSpPr>
          <p:cNvPr id="131" name="자유형: 도형 130">
            <a:extLst>
              <a:ext uri="{FF2B5EF4-FFF2-40B4-BE49-F238E27FC236}">
                <a16:creationId xmlns:a16="http://schemas.microsoft.com/office/drawing/2014/main" id="{F6B5AC86-45CD-846A-B9B0-D164DA9D08DF}"/>
              </a:ext>
            </a:extLst>
          </p:cNvPr>
          <p:cNvSpPr/>
          <p:nvPr/>
        </p:nvSpPr>
        <p:spPr>
          <a:xfrm>
            <a:off x="9734550" y="781050"/>
            <a:ext cx="600075" cy="1371600"/>
          </a:xfrm>
          <a:custGeom>
            <a:avLst/>
            <a:gdLst>
              <a:gd name="connsiteX0" fmla="*/ 0 w 600075"/>
              <a:gd name="connsiteY0" fmla="*/ 1371600 h 1371600"/>
              <a:gd name="connsiteX1" fmla="*/ 0 w 600075"/>
              <a:gd name="connsiteY1" fmla="*/ 0 h 1371600"/>
              <a:gd name="connsiteX2" fmla="*/ 600075 w 600075"/>
              <a:gd name="connsiteY2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0075" h="1371600">
                <a:moveTo>
                  <a:pt x="0" y="1371600"/>
                </a:moveTo>
                <a:lnTo>
                  <a:pt x="0" y="0"/>
                </a:lnTo>
                <a:lnTo>
                  <a:pt x="600075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F8A0965-444B-3790-48B6-7EFD135EA5E1}"/>
              </a:ext>
            </a:extLst>
          </p:cNvPr>
          <p:cNvSpPr txBox="1"/>
          <p:nvPr/>
        </p:nvSpPr>
        <p:spPr>
          <a:xfrm>
            <a:off x="10338845" y="614594"/>
            <a:ext cx="12159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/>
              <a:t>선택중인 음식에 대한 정보</a:t>
            </a:r>
          </a:p>
        </p:txBody>
      </p:sp>
    </p:spTree>
    <p:extLst>
      <p:ext uri="{BB962C8B-B14F-4D97-AF65-F5344CB8AC3E}">
        <p14:creationId xmlns:p14="http://schemas.microsoft.com/office/powerpoint/2010/main" val="649245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8AAC15C9-BB50-E0B8-9CCB-2397069CC6C9}"/>
              </a:ext>
            </a:extLst>
          </p:cNvPr>
          <p:cNvSpPr txBox="1"/>
          <p:nvPr/>
        </p:nvSpPr>
        <p:spPr>
          <a:xfrm>
            <a:off x="280509" y="153899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알 카테고리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64073E9-E37F-46BB-D5C8-E147C34F266B}"/>
              </a:ext>
            </a:extLst>
          </p:cNvPr>
          <p:cNvGrpSpPr/>
          <p:nvPr/>
        </p:nvGrpSpPr>
        <p:grpSpPr>
          <a:xfrm>
            <a:off x="1006474" y="1632174"/>
            <a:ext cx="4489873" cy="3180792"/>
            <a:chOff x="6962303" y="1954970"/>
            <a:chExt cx="4489873" cy="3180792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4D2FC849-ACB7-E4D5-6E83-3486B6F90B13}"/>
                </a:ext>
              </a:extLst>
            </p:cNvPr>
            <p:cNvSpPr/>
            <p:nvPr/>
          </p:nvSpPr>
          <p:spPr>
            <a:xfrm>
              <a:off x="6962303" y="2341762"/>
              <a:ext cx="2200521" cy="2794000"/>
            </a:xfrm>
            <a:prstGeom prst="roundRect">
              <a:avLst>
                <a:gd name="adj" fmla="val 2239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A298E2F6-801E-40FE-8A37-B86CA03C2660}"/>
                </a:ext>
              </a:extLst>
            </p:cNvPr>
            <p:cNvSpPr/>
            <p:nvPr/>
          </p:nvSpPr>
          <p:spPr>
            <a:xfrm>
              <a:off x="7536578" y="2030612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86F6FAD8-2694-C5AD-257B-7B45745A219D}"/>
                </a:ext>
              </a:extLst>
            </p:cNvPr>
            <p:cNvSpPr/>
            <p:nvPr/>
          </p:nvSpPr>
          <p:spPr>
            <a:xfrm>
              <a:off x="7107996" y="2027177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FF00FFC7-2004-EF3B-1283-CA4D9EC419F7}"/>
                </a:ext>
              </a:extLst>
            </p:cNvPr>
            <p:cNvSpPr/>
            <p:nvPr/>
          </p:nvSpPr>
          <p:spPr>
            <a:xfrm>
              <a:off x="7982182" y="2030612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1" name="Picture 2" descr="잎 - 무료 자연개 아이콘">
              <a:extLst>
                <a:ext uri="{FF2B5EF4-FFF2-40B4-BE49-F238E27FC236}">
                  <a16:creationId xmlns:a16="http://schemas.microsoft.com/office/drawing/2014/main" id="{676D9960-27FD-FF54-228D-3A718DDD76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0348" y="2059484"/>
              <a:ext cx="251234" cy="2512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2" descr="Material 디자인 스타일의 달팽이 아이콘">
              <a:extLst>
                <a:ext uri="{FF2B5EF4-FFF2-40B4-BE49-F238E27FC236}">
                  <a16:creationId xmlns:a16="http://schemas.microsoft.com/office/drawing/2014/main" id="{E0B64878-9997-3A2E-E987-5D52851997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8750" r="91250">
                          <a14:foregroundMark x1="90833" y1="41250" x2="90833" y2="41250"/>
                          <a14:foregroundMark x1="91250" y1="16167" x2="91250" y2="16167"/>
                          <a14:foregroundMark x1="8750" y1="46000" x2="8750" y2="46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8805" y="2034047"/>
              <a:ext cx="297156" cy="297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4" descr="상점 아이콘 구매 기호입니다 장바구니 아이콘재고에 대 한 가방에 대한 스톡 벡터 아트 및 기타 이미지 - 가방, 고객, 구매 -  iStock">
              <a:extLst>
                <a:ext uri="{FF2B5EF4-FFF2-40B4-BE49-F238E27FC236}">
                  <a16:creationId xmlns:a16="http://schemas.microsoft.com/office/drawing/2014/main" id="{D9E08D37-7342-DA02-F1B9-8C08DC53D1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46154" y1="42067" x2="53846" y2="41106"/>
                          <a14:foregroundMark x1="63462" y1="32452" x2="63462" y2="32452"/>
                          <a14:foregroundMark x1="41587" y1="29087" x2="40144" y2="295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237" y="1996815"/>
              <a:ext cx="385763" cy="385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CF11F975-2CB9-3789-1FDC-A0D5C1061752}"/>
                </a:ext>
              </a:extLst>
            </p:cNvPr>
            <p:cNvSpPr/>
            <p:nvPr/>
          </p:nvSpPr>
          <p:spPr>
            <a:xfrm>
              <a:off x="9162824" y="2334638"/>
              <a:ext cx="2200521" cy="2794000"/>
            </a:xfrm>
            <a:prstGeom prst="roundRect">
              <a:avLst>
                <a:gd name="adj" fmla="val 2239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A47C611F-5AEF-BB7A-B605-75FE814C0B5A}"/>
                </a:ext>
              </a:extLst>
            </p:cNvPr>
            <p:cNvSpPr/>
            <p:nvPr/>
          </p:nvSpPr>
          <p:spPr>
            <a:xfrm>
              <a:off x="11110538" y="2239388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곱하기 기호 65">
              <a:extLst>
                <a:ext uri="{FF2B5EF4-FFF2-40B4-BE49-F238E27FC236}">
                  <a16:creationId xmlns:a16="http://schemas.microsoft.com/office/drawing/2014/main" id="{6D8C23B6-65FC-937E-C31F-B62402E7886B}"/>
                </a:ext>
              </a:extLst>
            </p:cNvPr>
            <p:cNvSpPr/>
            <p:nvPr/>
          </p:nvSpPr>
          <p:spPr>
            <a:xfrm>
              <a:off x="11093401" y="2222137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937A7CA-4071-42A1-C200-1C4A14DE9EE0}"/>
                </a:ext>
              </a:extLst>
            </p:cNvPr>
            <p:cNvSpPr txBox="1"/>
            <p:nvPr/>
          </p:nvSpPr>
          <p:spPr>
            <a:xfrm>
              <a:off x="7456215" y="2394100"/>
              <a:ext cx="1244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/>
                <a:t>알 목록</a:t>
              </a: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6D2E2D5C-CE42-D93F-2D94-79DBA7BA7038}"/>
                </a:ext>
              </a:extLst>
            </p:cNvPr>
            <p:cNvSpPr/>
            <p:nvPr/>
          </p:nvSpPr>
          <p:spPr>
            <a:xfrm>
              <a:off x="9320012" y="2771292"/>
              <a:ext cx="601164" cy="58212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73709B3B-64E7-B109-90B7-971FEC8D83AE}"/>
                </a:ext>
              </a:extLst>
            </p:cNvPr>
            <p:cNvSpPr/>
            <p:nvPr/>
          </p:nvSpPr>
          <p:spPr>
            <a:xfrm>
              <a:off x="7114111" y="2774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02EE2378-C7AE-A3A3-C1BC-CF3C593CAE31}"/>
                </a:ext>
              </a:extLst>
            </p:cNvPr>
            <p:cNvSpPr/>
            <p:nvPr/>
          </p:nvSpPr>
          <p:spPr>
            <a:xfrm>
              <a:off x="7612850" y="2774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54DB15EB-A79D-CE09-84E0-A4DDE1E178A0}"/>
                </a:ext>
              </a:extLst>
            </p:cNvPr>
            <p:cNvSpPr/>
            <p:nvPr/>
          </p:nvSpPr>
          <p:spPr>
            <a:xfrm>
              <a:off x="8110442" y="2774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38582039-2DB6-3E6D-B27D-897D9A06342F}"/>
                </a:ext>
              </a:extLst>
            </p:cNvPr>
            <p:cNvSpPr/>
            <p:nvPr/>
          </p:nvSpPr>
          <p:spPr>
            <a:xfrm>
              <a:off x="8608034" y="2774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D0EBEFB8-A5BB-F956-94B2-B3F67AFDA861}"/>
                </a:ext>
              </a:extLst>
            </p:cNvPr>
            <p:cNvSpPr/>
            <p:nvPr/>
          </p:nvSpPr>
          <p:spPr>
            <a:xfrm>
              <a:off x="7114111" y="3282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55BC3219-9D8D-CF48-6709-B6890B31A474}"/>
                </a:ext>
              </a:extLst>
            </p:cNvPr>
            <p:cNvSpPr/>
            <p:nvPr/>
          </p:nvSpPr>
          <p:spPr>
            <a:xfrm>
              <a:off x="7612850" y="3282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B57694F0-A736-9CA1-FC90-BE58D74EF92F}"/>
                </a:ext>
              </a:extLst>
            </p:cNvPr>
            <p:cNvSpPr/>
            <p:nvPr/>
          </p:nvSpPr>
          <p:spPr>
            <a:xfrm>
              <a:off x="8110442" y="3282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439E140A-9532-A429-22BA-9A8F77EFFCC8}"/>
                </a:ext>
              </a:extLst>
            </p:cNvPr>
            <p:cNvSpPr/>
            <p:nvPr/>
          </p:nvSpPr>
          <p:spPr>
            <a:xfrm>
              <a:off x="8608034" y="3282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651E5BBC-4D91-B6B9-D65C-A8F531EE5D54}"/>
                </a:ext>
              </a:extLst>
            </p:cNvPr>
            <p:cNvSpPr/>
            <p:nvPr/>
          </p:nvSpPr>
          <p:spPr>
            <a:xfrm>
              <a:off x="7114111" y="3790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C01EB51C-D15C-31C1-AB4D-024B5E0F6CD6}"/>
                </a:ext>
              </a:extLst>
            </p:cNvPr>
            <p:cNvSpPr/>
            <p:nvPr/>
          </p:nvSpPr>
          <p:spPr>
            <a:xfrm>
              <a:off x="7612850" y="3790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FB142F99-0C68-90B0-E009-2F3BBF1BF3BF}"/>
                </a:ext>
              </a:extLst>
            </p:cNvPr>
            <p:cNvSpPr/>
            <p:nvPr/>
          </p:nvSpPr>
          <p:spPr>
            <a:xfrm>
              <a:off x="8110442" y="3790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3B6E9D0F-C41B-6770-0230-30D2106A67D3}"/>
                </a:ext>
              </a:extLst>
            </p:cNvPr>
            <p:cNvSpPr/>
            <p:nvPr/>
          </p:nvSpPr>
          <p:spPr>
            <a:xfrm>
              <a:off x="8608034" y="3790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55B5C92D-6E13-9BD7-A30C-D3F34423C025}"/>
                </a:ext>
              </a:extLst>
            </p:cNvPr>
            <p:cNvSpPr/>
            <p:nvPr/>
          </p:nvSpPr>
          <p:spPr>
            <a:xfrm>
              <a:off x="7114111" y="4298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3747D7B6-1317-4AC7-4E27-A07B471F8E3D}"/>
                </a:ext>
              </a:extLst>
            </p:cNvPr>
            <p:cNvSpPr/>
            <p:nvPr/>
          </p:nvSpPr>
          <p:spPr>
            <a:xfrm>
              <a:off x="7612850" y="4298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F3FFF262-DEF9-4CC8-27D5-A07DE7B28591}"/>
                </a:ext>
              </a:extLst>
            </p:cNvPr>
            <p:cNvSpPr/>
            <p:nvPr/>
          </p:nvSpPr>
          <p:spPr>
            <a:xfrm>
              <a:off x="8110442" y="4298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EBB0DC86-6846-5567-4F29-C62EC2C0DE1F}"/>
                </a:ext>
              </a:extLst>
            </p:cNvPr>
            <p:cNvSpPr/>
            <p:nvPr/>
          </p:nvSpPr>
          <p:spPr>
            <a:xfrm>
              <a:off x="8608034" y="4298945"/>
              <a:ext cx="400050" cy="4000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70EECB07-9261-1084-0AE7-8034CDE6094F}"/>
                </a:ext>
              </a:extLst>
            </p:cNvPr>
            <p:cNvSpPr/>
            <p:nvPr/>
          </p:nvSpPr>
          <p:spPr>
            <a:xfrm>
              <a:off x="7112946" y="4823484"/>
              <a:ext cx="400050" cy="17541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EE865E6B-6F86-AD86-E94D-187B8F74B43A}"/>
                </a:ext>
              </a:extLst>
            </p:cNvPr>
            <p:cNvSpPr/>
            <p:nvPr/>
          </p:nvSpPr>
          <p:spPr>
            <a:xfrm>
              <a:off x="7611685" y="4823484"/>
              <a:ext cx="400050" cy="17541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D9C37494-B6E1-4FF9-FA96-BDC4585512B6}"/>
                </a:ext>
              </a:extLst>
            </p:cNvPr>
            <p:cNvSpPr/>
            <p:nvPr/>
          </p:nvSpPr>
          <p:spPr>
            <a:xfrm>
              <a:off x="8109277" y="4823484"/>
              <a:ext cx="400050" cy="17541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B1122B16-DCE5-B1B9-ACEF-2F33E1B365F4}"/>
                </a:ext>
              </a:extLst>
            </p:cNvPr>
            <p:cNvSpPr/>
            <p:nvPr/>
          </p:nvSpPr>
          <p:spPr>
            <a:xfrm>
              <a:off x="8606869" y="4823484"/>
              <a:ext cx="400050" cy="17541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4F059F81-4BCC-5440-9226-AFDE69ACFF13}"/>
                </a:ext>
              </a:extLst>
            </p:cNvPr>
            <p:cNvGrpSpPr/>
            <p:nvPr/>
          </p:nvGrpSpPr>
          <p:grpSpPr>
            <a:xfrm>
              <a:off x="9788690" y="1954970"/>
              <a:ext cx="1141042" cy="442051"/>
              <a:chOff x="6711477" y="1465221"/>
              <a:chExt cx="1416357" cy="548711"/>
            </a:xfrm>
          </p:grpSpPr>
          <p:sp>
            <p:nvSpPr>
              <p:cNvPr id="90" name="사각형: 둥근 모서리 89">
                <a:extLst>
                  <a:ext uri="{FF2B5EF4-FFF2-40B4-BE49-F238E27FC236}">
                    <a16:creationId xmlns:a16="http://schemas.microsoft.com/office/drawing/2014/main" id="{A9E379F4-709D-1FBA-95B6-A1A0F64908C6}"/>
                  </a:ext>
                </a:extLst>
              </p:cNvPr>
              <p:cNvSpPr/>
              <p:nvPr/>
            </p:nvSpPr>
            <p:spPr>
              <a:xfrm>
                <a:off x="6839352" y="1586038"/>
                <a:ext cx="955998" cy="274512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91" name="그림 90">
                <a:extLst>
                  <a:ext uri="{FF2B5EF4-FFF2-40B4-BE49-F238E27FC236}">
                    <a16:creationId xmlns:a16="http://schemas.microsoft.com/office/drawing/2014/main" id="{33D814AA-6EEF-4818-DF5B-4B439B4EB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11477" y="1465221"/>
                <a:ext cx="548711" cy="548711"/>
              </a:xfrm>
              <a:prstGeom prst="rect">
                <a:avLst/>
              </a:prstGeom>
            </p:spPr>
          </p:pic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4C755CA-2AC1-8A76-A4B8-6BAD0DF4D55C}"/>
                  </a:ext>
                </a:extLst>
              </p:cNvPr>
              <p:cNvSpPr txBox="1"/>
              <p:nvPr/>
            </p:nvSpPr>
            <p:spPr>
              <a:xfrm>
                <a:off x="6883235" y="1560569"/>
                <a:ext cx="1244599" cy="315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50" b="1"/>
                  <a:t>5,000</a:t>
                </a:r>
                <a:endParaRPr lang="ko-KR" altLang="en-US" sz="1050" b="1"/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826BE12-7213-3861-FBB5-DCD7D46F02AF}"/>
                </a:ext>
              </a:extLst>
            </p:cNvPr>
            <p:cNvSpPr txBox="1"/>
            <p:nvPr/>
          </p:nvSpPr>
          <p:spPr>
            <a:xfrm>
              <a:off x="9640784" y="2387590"/>
              <a:ext cx="1244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/>
                <a:t>부화기</a:t>
              </a:r>
            </a:p>
          </p:txBody>
        </p:sp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86830250-06A6-5998-2332-35C37D9EE5C2}"/>
                </a:ext>
              </a:extLst>
            </p:cNvPr>
            <p:cNvSpPr/>
            <p:nvPr/>
          </p:nvSpPr>
          <p:spPr>
            <a:xfrm>
              <a:off x="7982182" y="2030612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78CC4D31-3985-392A-784C-C4B501359281}"/>
                </a:ext>
              </a:extLst>
            </p:cNvPr>
            <p:cNvSpPr/>
            <p:nvPr/>
          </p:nvSpPr>
          <p:spPr>
            <a:xfrm>
              <a:off x="8432884" y="2030052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6" name="Picture 4" descr="상점 아이콘 구매 기호입니다 장바구니 아이콘재고에 대 한 가방에 대한 스톡 벡터 아트 및 기타 이미지 - 가방, 고객, 구매 -  iStock">
              <a:extLst>
                <a:ext uri="{FF2B5EF4-FFF2-40B4-BE49-F238E27FC236}">
                  <a16:creationId xmlns:a16="http://schemas.microsoft.com/office/drawing/2014/main" id="{A3C73261-2A49-713F-133F-671DF440D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46154" y1="42067" x2="53846" y2="41106"/>
                          <a14:foregroundMark x1="63462" y1="32452" x2="63462" y2="32452"/>
                          <a14:foregroundMark x1="41587" y1="29087" x2="40144" y2="295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1939" y="1996255"/>
              <a:ext cx="385763" cy="385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Picture 8" descr="Eggs - Free food icons">
              <a:extLst>
                <a:ext uri="{FF2B5EF4-FFF2-40B4-BE49-F238E27FC236}">
                  <a16:creationId xmlns:a16="http://schemas.microsoft.com/office/drawing/2014/main" id="{D2BCA0B6-36CC-208E-6D37-D63C0A4378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0627" y="2061420"/>
              <a:ext cx="241884" cy="241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1428AB5E-AFA0-56CC-4A73-7779BF75AEB6}"/>
                </a:ext>
              </a:extLst>
            </p:cNvPr>
            <p:cNvSpPr/>
            <p:nvPr/>
          </p:nvSpPr>
          <p:spPr>
            <a:xfrm>
              <a:off x="9975861" y="2771292"/>
              <a:ext cx="601164" cy="58212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55C03904-8D15-AFAA-4BBB-A9F9431D8580}"/>
                </a:ext>
              </a:extLst>
            </p:cNvPr>
            <p:cNvSpPr/>
            <p:nvPr/>
          </p:nvSpPr>
          <p:spPr>
            <a:xfrm>
              <a:off x="10631709" y="2771292"/>
              <a:ext cx="601164" cy="58212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FC7A5156-4C09-EB8B-9285-DB83E6FD76F1}"/>
                </a:ext>
              </a:extLst>
            </p:cNvPr>
            <p:cNvSpPr/>
            <p:nvPr/>
          </p:nvSpPr>
          <p:spPr>
            <a:xfrm>
              <a:off x="10905398" y="4738893"/>
              <a:ext cx="310992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곱하기 기호 100">
              <a:extLst>
                <a:ext uri="{FF2B5EF4-FFF2-40B4-BE49-F238E27FC236}">
                  <a16:creationId xmlns:a16="http://schemas.microsoft.com/office/drawing/2014/main" id="{0B5AB648-804E-3DAC-2D55-C8AF4D829147}"/>
                </a:ext>
              </a:extLst>
            </p:cNvPr>
            <p:cNvSpPr/>
            <p:nvPr/>
          </p:nvSpPr>
          <p:spPr>
            <a:xfrm rot="18900000">
              <a:off x="10092853" y="2882964"/>
              <a:ext cx="358775" cy="358775"/>
            </a:xfrm>
            <a:prstGeom prst="mathMultiply">
              <a:avLst>
                <a:gd name="adj1" fmla="val 16941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곱하기 기호 101">
              <a:extLst>
                <a:ext uri="{FF2B5EF4-FFF2-40B4-BE49-F238E27FC236}">
                  <a16:creationId xmlns:a16="http://schemas.microsoft.com/office/drawing/2014/main" id="{F1D1A9D8-37FA-5A35-CCC9-CA65E1A764B8}"/>
                </a:ext>
              </a:extLst>
            </p:cNvPr>
            <p:cNvSpPr/>
            <p:nvPr/>
          </p:nvSpPr>
          <p:spPr>
            <a:xfrm rot="18900000">
              <a:off x="10752306" y="2882964"/>
              <a:ext cx="358775" cy="358775"/>
            </a:xfrm>
            <a:prstGeom prst="mathMultiply">
              <a:avLst>
                <a:gd name="adj1" fmla="val 16941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" name="Picture 8" descr="Eggs - Free food icons">
              <a:extLst>
                <a:ext uri="{FF2B5EF4-FFF2-40B4-BE49-F238E27FC236}">
                  <a16:creationId xmlns:a16="http://schemas.microsoft.com/office/drawing/2014/main" id="{83432C77-661A-8386-786A-4237D3BF21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49852" y="4760949"/>
              <a:ext cx="241884" cy="241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" name="곱하기 기호 103">
              <a:extLst>
                <a:ext uri="{FF2B5EF4-FFF2-40B4-BE49-F238E27FC236}">
                  <a16:creationId xmlns:a16="http://schemas.microsoft.com/office/drawing/2014/main" id="{98F907C2-927E-28F2-8F25-51C328446F46}"/>
                </a:ext>
              </a:extLst>
            </p:cNvPr>
            <p:cNvSpPr/>
            <p:nvPr/>
          </p:nvSpPr>
          <p:spPr>
            <a:xfrm rot="18900000">
              <a:off x="10933045" y="4749993"/>
              <a:ext cx="246235" cy="246235"/>
            </a:xfrm>
            <a:prstGeom prst="mathMultiply">
              <a:avLst>
                <a:gd name="adj1" fmla="val 16941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DA1BCE5B-A61B-86A3-5C35-17EFA01FB71D}"/>
                </a:ext>
              </a:extLst>
            </p:cNvPr>
            <p:cNvSpPr/>
            <p:nvPr/>
          </p:nvSpPr>
          <p:spPr>
            <a:xfrm>
              <a:off x="9463819" y="2906714"/>
              <a:ext cx="311274" cy="3112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0E3DB74-D1DD-121D-E592-EA756E173D9F}"/>
                </a:ext>
              </a:extLst>
            </p:cNvPr>
            <p:cNvSpPr txBox="1"/>
            <p:nvPr/>
          </p:nvSpPr>
          <p:spPr>
            <a:xfrm>
              <a:off x="9125540" y="3114165"/>
              <a:ext cx="100267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00:09</a:t>
              </a:r>
              <a:endParaRPr lang="ko-KR" altLang="en-US" sz="1050" b="1"/>
            </a:p>
          </p:txBody>
        </p:sp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4F48082D-7FC1-C145-2728-1E21BF6297CE}"/>
                </a:ext>
              </a:extLst>
            </p:cNvPr>
            <p:cNvSpPr/>
            <p:nvPr/>
          </p:nvSpPr>
          <p:spPr>
            <a:xfrm>
              <a:off x="9270866" y="2025059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8" name="Picture 2" descr="설정 - 무료 ui개 아이콘">
              <a:extLst>
                <a:ext uri="{FF2B5EF4-FFF2-40B4-BE49-F238E27FC236}">
                  <a16:creationId xmlns:a16="http://schemas.microsoft.com/office/drawing/2014/main" id="{B704507A-C634-1EC5-6A30-2C285F2A05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3031" y="2047074"/>
              <a:ext cx="265099" cy="265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1C65110-1CAC-A168-C3CE-161E6B2B0870}"/>
              </a:ext>
            </a:extLst>
          </p:cNvPr>
          <p:cNvGrpSpPr/>
          <p:nvPr/>
        </p:nvGrpSpPr>
        <p:grpSpPr>
          <a:xfrm>
            <a:off x="6740918" y="1632174"/>
            <a:ext cx="4489873" cy="3180792"/>
            <a:chOff x="1435003" y="1958405"/>
            <a:chExt cx="4489873" cy="3180792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9E357BB7-5392-913B-A6A1-E084F97D75F5}"/>
                </a:ext>
              </a:extLst>
            </p:cNvPr>
            <p:cNvSpPr/>
            <p:nvPr/>
          </p:nvSpPr>
          <p:spPr>
            <a:xfrm>
              <a:off x="1435003" y="2345197"/>
              <a:ext cx="2200521" cy="2794000"/>
            </a:xfrm>
            <a:prstGeom prst="roundRect">
              <a:avLst>
                <a:gd name="adj" fmla="val 2239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80F6B294-639F-C543-46C4-E5099C1FBBCC}"/>
                </a:ext>
              </a:extLst>
            </p:cNvPr>
            <p:cNvSpPr/>
            <p:nvPr/>
          </p:nvSpPr>
          <p:spPr>
            <a:xfrm>
              <a:off x="2009278" y="2034047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6DE3336-476B-264A-BA55-A109B20C6A37}"/>
                </a:ext>
              </a:extLst>
            </p:cNvPr>
            <p:cNvSpPr/>
            <p:nvPr/>
          </p:nvSpPr>
          <p:spPr>
            <a:xfrm>
              <a:off x="1580696" y="2030612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FC027527-D844-619C-D3C4-4617C9BC5DA0}"/>
                </a:ext>
              </a:extLst>
            </p:cNvPr>
            <p:cNvSpPr/>
            <p:nvPr/>
          </p:nvSpPr>
          <p:spPr>
            <a:xfrm>
              <a:off x="2454882" y="2034047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Picture 2" descr="잎 - 무료 자연개 아이콘">
              <a:extLst>
                <a:ext uri="{FF2B5EF4-FFF2-40B4-BE49-F238E27FC236}">
                  <a16:creationId xmlns:a16="http://schemas.microsoft.com/office/drawing/2014/main" id="{E22789E0-D585-B04E-C85B-1A3030E881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3048" y="2062919"/>
              <a:ext cx="251234" cy="2512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Material 디자인 스타일의 달팽이 아이콘">
              <a:extLst>
                <a:ext uri="{FF2B5EF4-FFF2-40B4-BE49-F238E27FC236}">
                  <a16:creationId xmlns:a16="http://schemas.microsoft.com/office/drawing/2014/main" id="{6C74E154-B4E5-A016-206F-37B38AF5A3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8750" r="91250">
                          <a14:foregroundMark x1="90833" y1="41250" x2="90833" y2="41250"/>
                          <a14:foregroundMark x1="91250" y1="16167" x2="91250" y2="16167"/>
                          <a14:foregroundMark x1="8750" y1="46000" x2="8750" y2="46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1505" y="2037482"/>
              <a:ext cx="297156" cy="297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 descr="상점 아이콘 구매 기호입니다 장바구니 아이콘재고에 대 한 가방에 대한 스톡 벡터 아트 및 기타 이미지 - 가방, 고객, 구매 -  iStock">
              <a:extLst>
                <a:ext uri="{FF2B5EF4-FFF2-40B4-BE49-F238E27FC236}">
                  <a16:creationId xmlns:a16="http://schemas.microsoft.com/office/drawing/2014/main" id="{F00442C2-8ED5-6A8A-C13B-06F60BEC26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46154" y1="42067" x2="53846" y2="41106"/>
                          <a14:foregroundMark x1="63462" y1="32452" x2="63462" y2="32452"/>
                          <a14:foregroundMark x1="41587" y1="29087" x2="40144" y2="295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3937" y="2000250"/>
              <a:ext cx="385763" cy="385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46EF760-03F9-F071-596C-480DA6311D2D}"/>
                </a:ext>
              </a:extLst>
            </p:cNvPr>
            <p:cNvSpPr/>
            <p:nvPr/>
          </p:nvSpPr>
          <p:spPr>
            <a:xfrm>
              <a:off x="3635524" y="2338073"/>
              <a:ext cx="2200521" cy="2794000"/>
            </a:xfrm>
            <a:prstGeom prst="roundRect">
              <a:avLst>
                <a:gd name="adj" fmla="val 2239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6F323FB7-3A44-40F4-1C59-5F04D93D21B0}"/>
                </a:ext>
              </a:extLst>
            </p:cNvPr>
            <p:cNvSpPr/>
            <p:nvPr/>
          </p:nvSpPr>
          <p:spPr>
            <a:xfrm>
              <a:off x="5583238" y="2242823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곱하기 기호 12">
              <a:extLst>
                <a:ext uri="{FF2B5EF4-FFF2-40B4-BE49-F238E27FC236}">
                  <a16:creationId xmlns:a16="http://schemas.microsoft.com/office/drawing/2014/main" id="{51D15100-8671-E10E-D586-8B4971732B8A}"/>
                </a:ext>
              </a:extLst>
            </p:cNvPr>
            <p:cNvSpPr/>
            <p:nvPr/>
          </p:nvSpPr>
          <p:spPr>
            <a:xfrm>
              <a:off x="5566101" y="2225572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58EC9C7-D2BC-9EEC-37DA-87434123D2FD}"/>
                </a:ext>
              </a:extLst>
            </p:cNvPr>
            <p:cNvSpPr txBox="1"/>
            <p:nvPr/>
          </p:nvSpPr>
          <p:spPr>
            <a:xfrm>
              <a:off x="1928915" y="2397535"/>
              <a:ext cx="1244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/>
                <a:t>알 목록</a:t>
              </a: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783EBB65-EBC2-7004-16F6-874789CC6AB0}"/>
                </a:ext>
              </a:extLst>
            </p:cNvPr>
            <p:cNvGrpSpPr/>
            <p:nvPr/>
          </p:nvGrpSpPr>
          <p:grpSpPr>
            <a:xfrm>
              <a:off x="4261390" y="1958405"/>
              <a:ext cx="1141042" cy="442051"/>
              <a:chOff x="6711477" y="1465221"/>
              <a:chExt cx="1416357" cy="548711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9849A210-D933-6351-FBA3-ADC150BD0579}"/>
                  </a:ext>
                </a:extLst>
              </p:cNvPr>
              <p:cNvSpPr/>
              <p:nvPr/>
            </p:nvSpPr>
            <p:spPr>
              <a:xfrm>
                <a:off x="6839352" y="1586038"/>
                <a:ext cx="955998" cy="274512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8" name="그림 37">
                <a:extLst>
                  <a:ext uri="{FF2B5EF4-FFF2-40B4-BE49-F238E27FC236}">
                    <a16:creationId xmlns:a16="http://schemas.microsoft.com/office/drawing/2014/main" id="{6B67B363-C9BC-CCA4-DB01-8CB6F0DB9F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11477" y="1465221"/>
                <a:ext cx="548711" cy="548711"/>
              </a:xfrm>
              <a:prstGeom prst="rect">
                <a:avLst/>
              </a:prstGeom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AC03882-4724-C136-7E92-08FA66D9C079}"/>
                  </a:ext>
                </a:extLst>
              </p:cNvPr>
              <p:cNvSpPr txBox="1"/>
              <p:nvPr/>
            </p:nvSpPr>
            <p:spPr>
              <a:xfrm>
                <a:off x="6883235" y="1560569"/>
                <a:ext cx="1244599" cy="315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50" b="1"/>
                  <a:t>5,000</a:t>
                </a:r>
                <a:endParaRPr lang="ko-KR" altLang="en-US" sz="1050" b="1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CF8E812-2B07-69CB-8E04-18DA5D07DA2F}"/>
                </a:ext>
              </a:extLst>
            </p:cNvPr>
            <p:cNvSpPr txBox="1"/>
            <p:nvPr/>
          </p:nvSpPr>
          <p:spPr>
            <a:xfrm>
              <a:off x="4113484" y="2391025"/>
              <a:ext cx="1244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/>
                <a:t>부화기</a:t>
              </a: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8E473986-BA16-DE8D-C0C1-882CFBBCEB62}"/>
                </a:ext>
              </a:extLst>
            </p:cNvPr>
            <p:cNvSpPr/>
            <p:nvPr/>
          </p:nvSpPr>
          <p:spPr>
            <a:xfrm>
              <a:off x="2454882" y="2034047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39BD2E1-11CE-D3B3-111C-22003F06C64A}"/>
                </a:ext>
              </a:extLst>
            </p:cNvPr>
            <p:cNvSpPr/>
            <p:nvPr/>
          </p:nvSpPr>
          <p:spPr>
            <a:xfrm>
              <a:off x="2905584" y="2033487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3" name="Picture 4" descr="상점 아이콘 구매 기호입니다 장바구니 아이콘재고에 대 한 가방에 대한 스톡 벡터 아트 및 기타 이미지 - 가방, 고객, 구매 -  iStock">
              <a:extLst>
                <a:ext uri="{FF2B5EF4-FFF2-40B4-BE49-F238E27FC236}">
                  <a16:creationId xmlns:a16="http://schemas.microsoft.com/office/drawing/2014/main" id="{5996ADFC-AD52-A404-EC6C-B366DE34D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46154" y1="42067" x2="53846" y2="41106"/>
                          <a14:foregroundMark x1="63462" y1="32452" x2="63462" y2="32452"/>
                          <a14:foregroundMark x1="41587" y1="29087" x2="40144" y2="295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4639" y="1999690"/>
              <a:ext cx="385763" cy="385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8" descr="Eggs - Free food icons">
              <a:extLst>
                <a:ext uri="{FF2B5EF4-FFF2-40B4-BE49-F238E27FC236}">
                  <a16:creationId xmlns:a16="http://schemas.microsoft.com/office/drawing/2014/main" id="{8C75D0F4-0752-00B8-5E05-E26A23D26E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3327" y="2064855"/>
              <a:ext cx="241884" cy="241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F30A7616-69F5-AB6F-4D37-2CF72CBD5252}"/>
                </a:ext>
              </a:extLst>
            </p:cNvPr>
            <p:cNvSpPr/>
            <p:nvPr/>
          </p:nvSpPr>
          <p:spPr>
            <a:xfrm>
              <a:off x="5378098" y="4742328"/>
              <a:ext cx="310992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0" name="Picture 8" descr="Eggs - Free food icons">
              <a:extLst>
                <a:ext uri="{FF2B5EF4-FFF2-40B4-BE49-F238E27FC236}">
                  <a16:creationId xmlns:a16="http://schemas.microsoft.com/office/drawing/2014/main" id="{C724B3C4-7073-A149-BBB8-17BFA21748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2552" y="4764384"/>
              <a:ext cx="241884" cy="241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곱하기 기호 50">
              <a:extLst>
                <a:ext uri="{FF2B5EF4-FFF2-40B4-BE49-F238E27FC236}">
                  <a16:creationId xmlns:a16="http://schemas.microsoft.com/office/drawing/2014/main" id="{7AAEF284-6F89-2F5C-ED1C-670CB79B2F82}"/>
                </a:ext>
              </a:extLst>
            </p:cNvPr>
            <p:cNvSpPr/>
            <p:nvPr/>
          </p:nvSpPr>
          <p:spPr>
            <a:xfrm rot="18900000">
              <a:off x="5405745" y="4753428"/>
              <a:ext cx="246235" cy="246235"/>
            </a:xfrm>
            <a:prstGeom prst="mathMultiply">
              <a:avLst>
                <a:gd name="adj1" fmla="val 16941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476B547D-5028-EBC7-C3ED-0BD99FFEA51F}"/>
                </a:ext>
              </a:extLst>
            </p:cNvPr>
            <p:cNvSpPr/>
            <p:nvPr/>
          </p:nvSpPr>
          <p:spPr>
            <a:xfrm>
              <a:off x="3743566" y="2028494"/>
              <a:ext cx="358775" cy="311150"/>
            </a:xfrm>
            <a:prstGeom prst="roundRect">
              <a:avLst>
                <a:gd name="adj" fmla="val 223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5" name="Picture 2" descr="설정 - 무료 ui개 아이콘">
              <a:extLst>
                <a:ext uri="{FF2B5EF4-FFF2-40B4-BE49-F238E27FC236}">
                  <a16:creationId xmlns:a16="http://schemas.microsoft.com/office/drawing/2014/main" id="{E24E40B7-F4EF-EE80-7EF4-D0F02511E0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5731" y="2050509"/>
              <a:ext cx="265099" cy="265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D320B39-569A-D947-DE9A-C3C5A15C92F4}"/>
                </a:ext>
              </a:extLst>
            </p:cNvPr>
            <p:cNvSpPr txBox="1"/>
            <p:nvPr/>
          </p:nvSpPr>
          <p:spPr>
            <a:xfrm>
              <a:off x="3820471" y="3596600"/>
              <a:ext cx="182594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bg2">
                      <a:lumMod val="75000"/>
                    </a:schemeClr>
                  </a:solidFill>
                </a:rPr>
                <a:t>부화시킬 알이 없습니다</a:t>
              </a:r>
              <a:r>
                <a:rPr lang="en-US" altLang="ko-KR" sz="1100" b="1" dirty="0">
                  <a:solidFill>
                    <a:schemeClr val="bg2">
                      <a:lumMod val="75000"/>
                    </a:schemeClr>
                  </a:solidFill>
                </a:rPr>
                <a:t>.</a:t>
              </a:r>
              <a:endParaRPr lang="ko-KR" altLang="en-US" sz="11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7378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AE818E2-E728-560A-6E13-B83C0AAD297F}"/>
              </a:ext>
            </a:extLst>
          </p:cNvPr>
          <p:cNvSpPr/>
          <p:nvPr/>
        </p:nvSpPr>
        <p:spPr>
          <a:xfrm>
            <a:off x="1435003" y="2345197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91E7472-EA50-2437-1AFE-DDF7554B467B}"/>
              </a:ext>
            </a:extLst>
          </p:cNvPr>
          <p:cNvSpPr/>
          <p:nvPr/>
        </p:nvSpPr>
        <p:spPr>
          <a:xfrm>
            <a:off x="2009278" y="203404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1130A85-94B9-7CA8-76C3-54F29D842C6E}"/>
              </a:ext>
            </a:extLst>
          </p:cNvPr>
          <p:cNvSpPr/>
          <p:nvPr/>
        </p:nvSpPr>
        <p:spPr>
          <a:xfrm>
            <a:off x="1580696" y="203061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E4BE47F-1FCC-DEC3-E166-37E2116887AB}"/>
              </a:ext>
            </a:extLst>
          </p:cNvPr>
          <p:cNvSpPr/>
          <p:nvPr/>
        </p:nvSpPr>
        <p:spPr>
          <a:xfrm>
            <a:off x="2454882" y="203404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2" descr="잎 - 무료 자연개 아이콘">
            <a:extLst>
              <a:ext uri="{FF2B5EF4-FFF2-40B4-BE49-F238E27FC236}">
                <a16:creationId xmlns:a16="http://schemas.microsoft.com/office/drawing/2014/main" id="{8AA4FEDE-326D-13B3-0EFD-F11C9D27E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048" y="2062919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Material 디자인 스타일의 달팽이 아이콘">
            <a:extLst>
              <a:ext uri="{FF2B5EF4-FFF2-40B4-BE49-F238E27FC236}">
                <a16:creationId xmlns:a16="http://schemas.microsoft.com/office/drawing/2014/main" id="{75B69D92-8FBE-BB04-022C-B85A123D5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505" y="2037482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0FD399F2-1F5A-47B6-2F76-1ACF29AFE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937" y="1998303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5D9E223-7C2D-CD36-2C13-D4454C947823}"/>
              </a:ext>
            </a:extLst>
          </p:cNvPr>
          <p:cNvSpPr/>
          <p:nvPr/>
        </p:nvSpPr>
        <p:spPr>
          <a:xfrm>
            <a:off x="3635524" y="2338073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1A745BD-49BD-1E61-E5AE-E4CF0EF32D3A}"/>
              </a:ext>
            </a:extLst>
          </p:cNvPr>
          <p:cNvSpPr/>
          <p:nvPr/>
        </p:nvSpPr>
        <p:spPr>
          <a:xfrm>
            <a:off x="5583238" y="2242823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D84F38E-E0AA-A7C9-E951-6415337A7F6E}"/>
              </a:ext>
            </a:extLst>
          </p:cNvPr>
          <p:cNvSpPr/>
          <p:nvPr/>
        </p:nvSpPr>
        <p:spPr>
          <a:xfrm>
            <a:off x="4330003" y="4351957"/>
            <a:ext cx="863348" cy="158667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곱하기 기호 13">
            <a:extLst>
              <a:ext uri="{FF2B5EF4-FFF2-40B4-BE49-F238E27FC236}">
                <a16:creationId xmlns:a16="http://schemas.microsoft.com/office/drawing/2014/main" id="{90792D48-18CE-9F29-61DE-865308494A16}"/>
              </a:ext>
            </a:extLst>
          </p:cNvPr>
          <p:cNvSpPr/>
          <p:nvPr/>
        </p:nvSpPr>
        <p:spPr>
          <a:xfrm>
            <a:off x="5566101" y="2225572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607C51-EEFF-5977-CFA6-E91B235870C8}"/>
              </a:ext>
            </a:extLst>
          </p:cNvPr>
          <p:cNvSpPr txBox="1"/>
          <p:nvPr/>
        </p:nvSpPr>
        <p:spPr>
          <a:xfrm>
            <a:off x="1928915" y="2397535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상점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1F4938D-7EB7-B145-657D-FA3B9CEA1F64}"/>
              </a:ext>
            </a:extLst>
          </p:cNvPr>
          <p:cNvSpPr/>
          <p:nvPr/>
        </p:nvSpPr>
        <p:spPr>
          <a:xfrm>
            <a:off x="1565689" y="2689816"/>
            <a:ext cx="1971237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CB069C2-0D1C-B6B4-288D-AF91958A8669}"/>
              </a:ext>
            </a:extLst>
          </p:cNvPr>
          <p:cNvGrpSpPr/>
          <p:nvPr/>
        </p:nvGrpSpPr>
        <p:grpSpPr>
          <a:xfrm>
            <a:off x="4261390" y="1958405"/>
            <a:ext cx="1141042" cy="442051"/>
            <a:chOff x="6711477" y="1465221"/>
            <a:chExt cx="1416357" cy="548711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2E37BC0-2D1D-B131-533A-77419D2CE840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00921EF-677B-B0EB-05EF-D38E2BFBF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467CB5F-28AB-8EE9-2326-CFB1DB1ED004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A3D39D9-085B-7980-FF82-AE254D201397}"/>
              </a:ext>
            </a:extLst>
          </p:cNvPr>
          <p:cNvSpPr/>
          <p:nvPr/>
        </p:nvSpPr>
        <p:spPr>
          <a:xfrm>
            <a:off x="1565595" y="3274176"/>
            <a:ext cx="1971237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B12D1F2-C002-D22C-FFAB-93F9107D90DC}"/>
              </a:ext>
            </a:extLst>
          </p:cNvPr>
          <p:cNvSpPr/>
          <p:nvPr/>
        </p:nvSpPr>
        <p:spPr>
          <a:xfrm>
            <a:off x="1565358" y="3864981"/>
            <a:ext cx="1971237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4AFC0A1-7DAB-69DA-2156-0E8A29AF9596}"/>
              </a:ext>
            </a:extLst>
          </p:cNvPr>
          <p:cNvSpPr/>
          <p:nvPr/>
        </p:nvSpPr>
        <p:spPr>
          <a:xfrm>
            <a:off x="1565264" y="4449341"/>
            <a:ext cx="1971237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B96F29-E1B1-2A05-8DD7-A32F4DC740CF}"/>
              </a:ext>
            </a:extLst>
          </p:cNvPr>
          <p:cNvSpPr txBox="1"/>
          <p:nvPr/>
        </p:nvSpPr>
        <p:spPr>
          <a:xfrm>
            <a:off x="1638857" y="2815789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음식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B16105-7F5E-5684-4FC2-3B23A1F4F107}"/>
              </a:ext>
            </a:extLst>
          </p:cNvPr>
          <p:cNvSpPr txBox="1"/>
          <p:nvPr/>
        </p:nvSpPr>
        <p:spPr>
          <a:xfrm>
            <a:off x="1631552" y="3406798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달팽이 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F6A8EB-DFC9-3D73-D789-3E570A69BFF7}"/>
              </a:ext>
            </a:extLst>
          </p:cNvPr>
          <p:cNvSpPr txBox="1"/>
          <p:nvPr/>
        </p:nvSpPr>
        <p:spPr>
          <a:xfrm>
            <a:off x="1625871" y="3979016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악세서리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FCCD5E-A155-00B8-C13B-AFFBADFD2BAA}"/>
              </a:ext>
            </a:extLst>
          </p:cNvPr>
          <p:cNvSpPr txBox="1"/>
          <p:nvPr/>
        </p:nvSpPr>
        <p:spPr>
          <a:xfrm>
            <a:off x="1618566" y="4570025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자유시장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C2B4F1-8AEA-0451-97DE-AD07F590C82A}"/>
              </a:ext>
            </a:extLst>
          </p:cNvPr>
          <p:cNvSpPr txBox="1"/>
          <p:nvPr/>
        </p:nvSpPr>
        <p:spPr>
          <a:xfrm>
            <a:off x="4144998" y="2397605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오늘의 할인</a:t>
            </a:r>
            <a:r>
              <a:rPr lang="en-US" altLang="ko-KR" sz="1100" b="1"/>
              <a:t>!</a:t>
            </a:r>
            <a:endParaRPr lang="ko-KR" altLang="en-US" sz="1100" b="1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E1461F4-67D8-4C83-DD97-1C673E7C0DB0}"/>
              </a:ext>
            </a:extLst>
          </p:cNvPr>
          <p:cNvSpPr/>
          <p:nvPr/>
        </p:nvSpPr>
        <p:spPr>
          <a:xfrm>
            <a:off x="4241936" y="3042558"/>
            <a:ext cx="987695" cy="89731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CDF9EB-A4E4-910F-9B6B-B7E9889339BF}"/>
              </a:ext>
            </a:extLst>
          </p:cNvPr>
          <p:cNvSpPr txBox="1"/>
          <p:nvPr/>
        </p:nvSpPr>
        <p:spPr>
          <a:xfrm>
            <a:off x="4090297" y="3957962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물건 이름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36FF836-BF2A-1D04-35ED-ED63F2532A4B}"/>
              </a:ext>
            </a:extLst>
          </p:cNvPr>
          <p:cNvGrpSpPr/>
          <p:nvPr/>
        </p:nvGrpSpPr>
        <p:grpSpPr>
          <a:xfrm>
            <a:off x="4512406" y="2880715"/>
            <a:ext cx="1256151" cy="230832"/>
            <a:chOff x="3879753" y="2753249"/>
            <a:chExt cx="1256151" cy="230832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0F5B2904-7506-C1FE-9DED-F9AD2BDD8B56}"/>
                </a:ext>
              </a:extLst>
            </p:cNvPr>
            <p:cNvSpPr/>
            <p:nvPr/>
          </p:nvSpPr>
          <p:spPr>
            <a:xfrm>
              <a:off x="3879753" y="27798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42CBD0-53CF-6500-33DA-58C931258FF8}"/>
                </a:ext>
              </a:extLst>
            </p:cNvPr>
            <p:cNvSpPr txBox="1"/>
            <p:nvPr/>
          </p:nvSpPr>
          <p:spPr>
            <a:xfrm>
              <a:off x="3891304" y="27532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C14C5F0-D713-7486-0A57-9CD0974FA8A9}"/>
              </a:ext>
            </a:extLst>
          </p:cNvPr>
          <p:cNvSpPr/>
          <p:nvPr/>
        </p:nvSpPr>
        <p:spPr>
          <a:xfrm>
            <a:off x="4313129" y="4718317"/>
            <a:ext cx="797735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1533BD-A43F-5A72-3146-879077DBB429}"/>
              </a:ext>
            </a:extLst>
          </p:cNvPr>
          <p:cNvSpPr txBox="1"/>
          <p:nvPr/>
        </p:nvSpPr>
        <p:spPr>
          <a:xfrm>
            <a:off x="4410696" y="4747072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/>
              <a:t>구매하기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CA4F09BB-606A-C1BE-22C7-5E17870A37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512" y="4210381"/>
            <a:ext cx="442051" cy="44205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AD1ED7C-7E5A-47C5-D71A-699BF2FCE8E9}"/>
              </a:ext>
            </a:extLst>
          </p:cNvPr>
          <p:cNvSpPr txBox="1"/>
          <p:nvPr/>
        </p:nvSpPr>
        <p:spPr>
          <a:xfrm>
            <a:off x="4294482" y="4293060"/>
            <a:ext cx="10026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/>
              <a:t>5,000  </a:t>
            </a:r>
            <a:r>
              <a:rPr lang="en-US" altLang="ko-KR" sz="1050" b="1">
                <a:solidFill>
                  <a:srgbClr val="FF0000"/>
                </a:solidFill>
              </a:rPr>
              <a:t>3,500</a:t>
            </a:r>
            <a:endParaRPr lang="ko-KR" altLang="en-US" sz="1050" b="1">
              <a:solidFill>
                <a:srgbClr val="FF0000"/>
              </a:solidFill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602E4512-2DCF-2016-F7AC-C93FF371E08D}"/>
              </a:ext>
            </a:extLst>
          </p:cNvPr>
          <p:cNvCxnSpPr/>
          <p:nvPr/>
        </p:nvCxnSpPr>
        <p:spPr>
          <a:xfrm>
            <a:off x="4449605" y="4416807"/>
            <a:ext cx="3335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6F664F9-87B3-4482-1E68-997376EB5EB0}"/>
              </a:ext>
            </a:extLst>
          </p:cNvPr>
          <p:cNvSpPr/>
          <p:nvPr/>
        </p:nvSpPr>
        <p:spPr>
          <a:xfrm>
            <a:off x="2454882" y="203404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C18FFFA-3EC0-001E-D734-0698F8825A4B}"/>
              </a:ext>
            </a:extLst>
          </p:cNvPr>
          <p:cNvSpPr/>
          <p:nvPr/>
        </p:nvSpPr>
        <p:spPr>
          <a:xfrm>
            <a:off x="2905584" y="203348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C2B9911D-0C75-C8A9-1E86-476C6AB4A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639" y="1999690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Eggs - Free food icons">
            <a:extLst>
              <a:ext uri="{FF2B5EF4-FFF2-40B4-BE49-F238E27FC236}">
                <a16:creationId xmlns:a16="http://schemas.microsoft.com/office/drawing/2014/main" id="{E3E6E92B-BEBF-8C95-C365-C096129B1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327" y="2064855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D81E8BE-C861-D4F2-2919-3BE5E57C972F}"/>
              </a:ext>
            </a:extLst>
          </p:cNvPr>
          <p:cNvSpPr/>
          <p:nvPr/>
        </p:nvSpPr>
        <p:spPr>
          <a:xfrm>
            <a:off x="3743566" y="202849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Picture 2" descr="설정 - 무료 ui개 아이콘">
            <a:extLst>
              <a:ext uri="{FF2B5EF4-FFF2-40B4-BE49-F238E27FC236}">
                <a16:creationId xmlns:a16="http://schemas.microsoft.com/office/drawing/2014/main" id="{6C80D1AB-077B-624D-7ED6-ECCE1C30E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731" y="2050509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676A91EC-3712-7FAC-3FA6-4CC92AC3B14A}"/>
              </a:ext>
            </a:extLst>
          </p:cNvPr>
          <p:cNvSpPr txBox="1"/>
          <p:nvPr/>
        </p:nvSpPr>
        <p:spPr>
          <a:xfrm>
            <a:off x="280509" y="153899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상점 카테고리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CB834CF-FF18-6A5D-188B-8E6708B80E28}"/>
              </a:ext>
            </a:extLst>
          </p:cNvPr>
          <p:cNvSpPr/>
          <p:nvPr/>
        </p:nvSpPr>
        <p:spPr>
          <a:xfrm>
            <a:off x="6491007" y="2341762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7E6CEED-EE50-46EE-D581-22B5BA75299A}"/>
              </a:ext>
            </a:extLst>
          </p:cNvPr>
          <p:cNvSpPr/>
          <p:nvPr/>
        </p:nvSpPr>
        <p:spPr>
          <a:xfrm>
            <a:off x="7065282" y="203061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6D55476F-BB35-1095-5F3E-57AAD3CC8617}"/>
              </a:ext>
            </a:extLst>
          </p:cNvPr>
          <p:cNvSpPr/>
          <p:nvPr/>
        </p:nvSpPr>
        <p:spPr>
          <a:xfrm>
            <a:off x="6636700" y="202717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1FBC368-8280-F290-423B-959AE9F9344F}"/>
              </a:ext>
            </a:extLst>
          </p:cNvPr>
          <p:cNvSpPr/>
          <p:nvPr/>
        </p:nvSpPr>
        <p:spPr>
          <a:xfrm>
            <a:off x="7510886" y="203061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Picture 2" descr="잎 - 무료 자연개 아이콘">
            <a:extLst>
              <a:ext uri="{FF2B5EF4-FFF2-40B4-BE49-F238E27FC236}">
                <a16:creationId xmlns:a16="http://schemas.microsoft.com/office/drawing/2014/main" id="{6807B38C-EF8E-1C7B-E474-ABE823B21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052" y="2059484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Material 디자인 스타일의 달팽이 아이콘">
            <a:extLst>
              <a:ext uri="{FF2B5EF4-FFF2-40B4-BE49-F238E27FC236}">
                <a16:creationId xmlns:a16="http://schemas.microsoft.com/office/drawing/2014/main" id="{1EACE802-7656-D6DA-C041-3F69BF078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9" y="2034047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0D3EF455-70F0-2CD5-B0A2-4F06216EC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941" y="1994868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00D34FD-30CB-06AC-8240-B2D492DBEE44}"/>
              </a:ext>
            </a:extLst>
          </p:cNvPr>
          <p:cNvSpPr/>
          <p:nvPr/>
        </p:nvSpPr>
        <p:spPr>
          <a:xfrm>
            <a:off x="8691528" y="2334638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C8059E62-6151-B849-DC8A-590DB4319E00}"/>
              </a:ext>
            </a:extLst>
          </p:cNvPr>
          <p:cNvSpPr/>
          <p:nvPr/>
        </p:nvSpPr>
        <p:spPr>
          <a:xfrm>
            <a:off x="10639242" y="2239388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7A33885-EBEE-944F-F836-016A168AE307}"/>
              </a:ext>
            </a:extLst>
          </p:cNvPr>
          <p:cNvGrpSpPr/>
          <p:nvPr/>
        </p:nvGrpSpPr>
        <p:grpSpPr>
          <a:xfrm>
            <a:off x="9317394" y="1954970"/>
            <a:ext cx="1141042" cy="442051"/>
            <a:chOff x="6711477" y="1465221"/>
            <a:chExt cx="1416357" cy="548711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27083CD4-AFFB-448A-C400-5F0B217AD579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3F2251A6-0A1D-FE1A-E91D-7111B8C11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C6D2113-CC77-A56C-0F75-FF2EAF377E93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AC607639-4BEB-4172-BEB3-C4CB4A514256}"/>
              </a:ext>
            </a:extLst>
          </p:cNvPr>
          <p:cNvSpPr/>
          <p:nvPr/>
        </p:nvSpPr>
        <p:spPr>
          <a:xfrm rot="10800000">
            <a:off x="10693046" y="2306108"/>
            <a:ext cx="208263" cy="1782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1A7418-1A7E-70E1-75E1-DBEE2B7DE721}"/>
              </a:ext>
            </a:extLst>
          </p:cNvPr>
          <p:cNvSpPr txBox="1"/>
          <p:nvPr/>
        </p:nvSpPr>
        <p:spPr>
          <a:xfrm>
            <a:off x="6984919" y="2394100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음식</a:t>
            </a:r>
            <a:endParaRPr lang="en-US" altLang="ko-KR" sz="1100" b="1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9F63AF8-FB2A-2CAB-9029-B9AEF18C1313}"/>
              </a:ext>
            </a:extLst>
          </p:cNvPr>
          <p:cNvSpPr/>
          <p:nvPr/>
        </p:nvSpPr>
        <p:spPr>
          <a:xfrm>
            <a:off x="6642815" y="2774945"/>
            <a:ext cx="400050" cy="40005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6D8A109-4084-EACD-DB32-5181EA60F9A1}"/>
              </a:ext>
            </a:extLst>
          </p:cNvPr>
          <p:cNvSpPr/>
          <p:nvPr/>
        </p:nvSpPr>
        <p:spPr>
          <a:xfrm>
            <a:off x="7141554" y="2774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F1F368B6-10AF-BDF5-6536-FD7365AAE68F}"/>
              </a:ext>
            </a:extLst>
          </p:cNvPr>
          <p:cNvSpPr/>
          <p:nvPr/>
        </p:nvSpPr>
        <p:spPr>
          <a:xfrm>
            <a:off x="7639146" y="2774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D2E209D3-B7EC-F1E9-BA8C-FAA585FF3B21}"/>
              </a:ext>
            </a:extLst>
          </p:cNvPr>
          <p:cNvSpPr/>
          <p:nvPr/>
        </p:nvSpPr>
        <p:spPr>
          <a:xfrm>
            <a:off x="8136738" y="2774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0965CDB-0B77-9531-2F3B-C2986770CDAA}"/>
              </a:ext>
            </a:extLst>
          </p:cNvPr>
          <p:cNvSpPr/>
          <p:nvPr/>
        </p:nvSpPr>
        <p:spPr>
          <a:xfrm>
            <a:off x="6642815" y="3282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CFD3F0CB-FF8D-B0F9-C3DB-415E6B7E972A}"/>
              </a:ext>
            </a:extLst>
          </p:cNvPr>
          <p:cNvSpPr/>
          <p:nvPr/>
        </p:nvSpPr>
        <p:spPr>
          <a:xfrm>
            <a:off x="7141554" y="3282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BDDE6E10-15DB-BBBA-5855-A8779F965296}"/>
              </a:ext>
            </a:extLst>
          </p:cNvPr>
          <p:cNvSpPr/>
          <p:nvPr/>
        </p:nvSpPr>
        <p:spPr>
          <a:xfrm>
            <a:off x="7639146" y="3282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1F19AC14-9441-A96C-DBEF-5BA11E3B7415}"/>
              </a:ext>
            </a:extLst>
          </p:cNvPr>
          <p:cNvSpPr/>
          <p:nvPr/>
        </p:nvSpPr>
        <p:spPr>
          <a:xfrm>
            <a:off x="8136738" y="3282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F425E824-2D36-C32E-66B4-239302815941}"/>
              </a:ext>
            </a:extLst>
          </p:cNvPr>
          <p:cNvSpPr/>
          <p:nvPr/>
        </p:nvSpPr>
        <p:spPr>
          <a:xfrm>
            <a:off x="6642815" y="3790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9D26473C-0656-4520-53E3-7C15B48B16B0}"/>
              </a:ext>
            </a:extLst>
          </p:cNvPr>
          <p:cNvSpPr/>
          <p:nvPr/>
        </p:nvSpPr>
        <p:spPr>
          <a:xfrm>
            <a:off x="7141554" y="3790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1BBB3D28-7C8A-F6A4-B2A3-386EA9E16C63}"/>
              </a:ext>
            </a:extLst>
          </p:cNvPr>
          <p:cNvSpPr/>
          <p:nvPr/>
        </p:nvSpPr>
        <p:spPr>
          <a:xfrm>
            <a:off x="7639146" y="3790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AF0C6798-6CE2-BBC8-9E1A-D2FE514380D2}"/>
              </a:ext>
            </a:extLst>
          </p:cNvPr>
          <p:cNvSpPr/>
          <p:nvPr/>
        </p:nvSpPr>
        <p:spPr>
          <a:xfrm>
            <a:off x="8136738" y="3790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16178D0E-1676-C33A-7628-724BB712A29D}"/>
              </a:ext>
            </a:extLst>
          </p:cNvPr>
          <p:cNvSpPr/>
          <p:nvPr/>
        </p:nvSpPr>
        <p:spPr>
          <a:xfrm>
            <a:off x="6642815" y="4298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6F332B8-292A-C39C-A304-D181C71B67D3}"/>
              </a:ext>
            </a:extLst>
          </p:cNvPr>
          <p:cNvSpPr/>
          <p:nvPr/>
        </p:nvSpPr>
        <p:spPr>
          <a:xfrm>
            <a:off x="7141554" y="4298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9F97C1C3-D32B-E2AC-7B2C-718DCC0C97BA}"/>
              </a:ext>
            </a:extLst>
          </p:cNvPr>
          <p:cNvSpPr/>
          <p:nvPr/>
        </p:nvSpPr>
        <p:spPr>
          <a:xfrm>
            <a:off x="7639146" y="4298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01319B0-9D1F-043A-0EDC-A1A7F6049077}"/>
              </a:ext>
            </a:extLst>
          </p:cNvPr>
          <p:cNvSpPr/>
          <p:nvPr/>
        </p:nvSpPr>
        <p:spPr>
          <a:xfrm>
            <a:off x="8136738" y="4298945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32F82EF-9558-2122-3EB7-CDC5CAF10D8C}"/>
              </a:ext>
            </a:extLst>
          </p:cNvPr>
          <p:cNvSpPr/>
          <p:nvPr/>
        </p:nvSpPr>
        <p:spPr>
          <a:xfrm>
            <a:off x="6641650" y="4823484"/>
            <a:ext cx="400050" cy="1754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3729E57-B7B3-AE7C-C794-C5619ACDE77A}"/>
              </a:ext>
            </a:extLst>
          </p:cNvPr>
          <p:cNvSpPr/>
          <p:nvPr/>
        </p:nvSpPr>
        <p:spPr>
          <a:xfrm>
            <a:off x="7140389" y="4823484"/>
            <a:ext cx="400050" cy="1754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46B4D6F-AFF4-1E58-3F4F-2B84312F8DBE}"/>
              </a:ext>
            </a:extLst>
          </p:cNvPr>
          <p:cNvSpPr/>
          <p:nvPr/>
        </p:nvSpPr>
        <p:spPr>
          <a:xfrm>
            <a:off x="7637981" y="4823484"/>
            <a:ext cx="400050" cy="1754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3DFD5AFF-533F-DBE3-895C-242903B22729}"/>
              </a:ext>
            </a:extLst>
          </p:cNvPr>
          <p:cNvSpPr/>
          <p:nvPr/>
        </p:nvSpPr>
        <p:spPr>
          <a:xfrm>
            <a:off x="8135573" y="4823484"/>
            <a:ext cx="400050" cy="1754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0A2BB304-DC16-B638-4191-97F7AB5A10A7}"/>
              </a:ext>
            </a:extLst>
          </p:cNvPr>
          <p:cNvSpPr/>
          <p:nvPr/>
        </p:nvSpPr>
        <p:spPr>
          <a:xfrm>
            <a:off x="9261213" y="3921032"/>
            <a:ext cx="486318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860238AF-1E8F-8985-1E69-331CFDAE7797}"/>
              </a:ext>
            </a:extLst>
          </p:cNvPr>
          <p:cNvSpPr/>
          <p:nvPr/>
        </p:nvSpPr>
        <p:spPr>
          <a:xfrm>
            <a:off x="9091783" y="3878623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3" name="Picture 2" descr="잎 - 무료 자연개 아이콘">
            <a:extLst>
              <a:ext uri="{FF2B5EF4-FFF2-40B4-BE49-F238E27FC236}">
                <a16:creationId xmlns:a16="http://schemas.microsoft.com/office/drawing/2014/main" id="{3CC9653C-80F4-C8E0-7F4C-E7AADAAF0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7946" y="3893193"/>
            <a:ext cx="197037" cy="19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8096C5E-33C4-EA47-EFAE-E2A3324A88A7}"/>
              </a:ext>
            </a:extLst>
          </p:cNvPr>
          <p:cNvSpPr/>
          <p:nvPr/>
        </p:nvSpPr>
        <p:spPr>
          <a:xfrm>
            <a:off x="9297940" y="2854357"/>
            <a:ext cx="987695" cy="89731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6FAE567-4036-6286-E74E-C36D03B93185}"/>
              </a:ext>
            </a:extLst>
          </p:cNvPr>
          <p:cNvSpPr txBox="1"/>
          <p:nvPr/>
        </p:nvSpPr>
        <p:spPr>
          <a:xfrm>
            <a:off x="9169488" y="2388907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음식 이름</a:t>
            </a: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0DCA2E82-F5F8-4127-C6CE-DBF89B93A016}"/>
              </a:ext>
            </a:extLst>
          </p:cNvPr>
          <p:cNvGrpSpPr/>
          <p:nvPr/>
        </p:nvGrpSpPr>
        <p:grpSpPr>
          <a:xfrm>
            <a:off x="9568410" y="2692514"/>
            <a:ext cx="1256151" cy="230832"/>
            <a:chOff x="3879753" y="2753249"/>
            <a:chExt cx="1256151" cy="230832"/>
          </a:xfrm>
        </p:grpSpPr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280F77FC-4327-585E-7E6A-F99CCF895D6F}"/>
                </a:ext>
              </a:extLst>
            </p:cNvPr>
            <p:cNvSpPr/>
            <p:nvPr/>
          </p:nvSpPr>
          <p:spPr>
            <a:xfrm>
              <a:off x="3879753" y="27798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AE129D4-29D2-5D5E-4EBF-759D93881B8F}"/>
                </a:ext>
              </a:extLst>
            </p:cNvPr>
            <p:cNvSpPr txBox="1"/>
            <p:nvPr/>
          </p:nvSpPr>
          <p:spPr>
            <a:xfrm>
              <a:off x="3891304" y="27532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CBF0C5CE-7B62-985F-81D7-05CCD9B2A0DA}"/>
              </a:ext>
            </a:extLst>
          </p:cNvPr>
          <p:cNvSpPr/>
          <p:nvPr/>
        </p:nvSpPr>
        <p:spPr>
          <a:xfrm>
            <a:off x="9984011" y="3921032"/>
            <a:ext cx="486318" cy="15212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3E6AEFFC-73D3-23F2-022E-968DD39CB9AF}"/>
              </a:ext>
            </a:extLst>
          </p:cNvPr>
          <p:cNvSpPr/>
          <p:nvPr/>
        </p:nvSpPr>
        <p:spPr>
          <a:xfrm>
            <a:off x="9791471" y="3882230"/>
            <a:ext cx="239965" cy="2329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1" name="Picture 8" descr="Black heart icon | Free SVG">
            <a:extLst>
              <a:ext uri="{FF2B5EF4-FFF2-40B4-BE49-F238E27FC236}">
                <a16:creationId xmlns:a16="http://schemas.microsoft.com/office/drawing/2014/main" id="{11F96CBB-435B-466C-BDC4-3F7071072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6539" y="3909510"/>
            <a:ext cx="180492" cy="18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9B0D510D-E95F-979F-35D2-5D5956C6F7A2}"/>
              </a:ext>
            </a:extLst>
          </p:cNvPr>
          <p:cNvSpPr txBox="1"/>
          <p:nvPr/>
        </p:nvSpPr>
        <p:spPr>
          <a:xfrm>
            <a:off x="9504249" y="3875554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5</a:t>
            </a:r>
            <a:endParaRPr lang="ko-KR" altLang="en-US" sz="900" b="1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E8D5F117-B88F-E7DE-329F-61012111F37E}"/>
              </a:ext>
            </a:extLst>
          </p:cNvPr>
          <p:cNvSpPr/>
          <p:nvPr/>
        </p:nvSpPr>
        <p:spPr>
          <a:xfrm>
            <a:off x="8941821" y="4218792"/>
            <a:ext cx="1740332" cy="451716"/>
          </a:xfrm>
          <a:prstGeom prst="roundRect">
            <a:avLst>
              <a:gd name="adj" fmla="val 840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07C44B8-EA8A-BB9F-98BF-9B2968669D87}"/>
              </a:ext>
            </a:extLst>
          </p:cNvPr>
          <p:cNvSpPr txBox="1"/>
          <p:nvPr/>
        </p:nvSpPr>
        <p:spPr>
          <a:xfrm>
            <a:off x="8941821" y="4280949"/>
            <a:ext cx="1829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/>
              <a:t>어쩌구 저쩌구 음식에 대한 설명</a:t>
            </a:r>
            <a:endParaRPr lang="en-US" altLang="ko-KR" sz="800" b="1"/>
          </a:p>
          <a:p>
            <a:r>
              <a:rPr lang="ko-KR" altLang="en-US" sz="800" b="1"/>
              <a:t>어쩌구 저쩌구 음식에 대한 설명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55FA68CA-F314-EAA8-75B6-A6C2C02B0A48}"/>
              </a:ext>
            </a:extLst>
          </p:cNvPr>
          <p:cNvSpPr/>
          <p:nvPr/>
        </p:nvSpPr>
        <p:spPr>
          <a:xfrm>
            <a:off x="9081249" y="4749087"/>
            <a:ext cx="1392359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E16EDB0-7083-6319-C929-F3A54CAE5147}"/>
              </a:ext>
            </a:extLst>
          </p:cNvPr>
          <p:cNvSpPr txBox="1"/>
          <p:nvPr/>
        </p:nvSpPr>
        <p:spPr>
          <a:xfrm>
            <a:off x="9102375" y="4777842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/>
              <a:t>구매하기</a:t>
            </a:r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E0B03120-96F6-8269-5EF6-089EF5CB13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788" y="4687523"/>
            <a:ext cx="442051" cy="442051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BB37107F-9D92-0307-C963-5F69B48917BA}"/>
              </a:ext>
            </a:extLst>
          </p:cNvPr>
          <p:cNvSpPr txBox="1"/>
          <p:nvPr/>
        </p:nvSpPr>
        <p:spPr>
          <a:xfrm>
            <a:off x="9741006" y="4764198"/>
            <a:ext cx="10026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/>
              <a:t>5,000</a:t>
            </a:r>
            <a:endParaRPr lang="ko-KR" altLang="en-US" sz="1050" b="1">
              <a:solidFill>
                <a:srgbClr val="FF0000"/>
              </a:solidFill>
            </a:endParaRP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063F471D-2F78-6401-4319-8B4C8184FDDC}"/>
              </a:ext>
            </a:extLst>
          </p:cNvPr>
          <p:cNvSpPr/>
          <p:nvPr/>
        </p:nvSpPr>
        <p:spPr>
          <a:xfrm>
            <a:off x="7065282" y="203061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02F15D55-96B4-CFDB-A3E5-D898DB14D1B1}"/>
              </a:ext>
            </a:extLst>
          </p:cNvPr>
          <p:cNvSpPr/>
          <p:nvPr/>
        </p:nvSpPr>
        <p:spPr>
          <a:xfrm>
            <a:off x="6636700" y="2027177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2645FF2A-154F-B93C-3AF7-5DBC86B2A002}"/>
              </a:ext>
            </a:extLst>
          </p:cNvPr>
          <p:cNvSpPr/>
          <p:nvPr/>
        </p:nvSpPr>
        <p:spPr>
          <a:xfrm>
            <a:off x="7510886" y="203061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" name="Picture 2" descr="잎 - 무료 자연개 아이콘">
            <a:extLst>
              <a:ext uri="{FF2B5EF4-FFF2-40B4-BE49-F238E27FC236}">
                <a16:creationId xmlns:a16="http://schemas.microsoft.com/office/drawing/2014/main" id="{501EA00F-EA95-5393-4A19-575D4CB63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052" y="2059484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2" descr="Material 디자인 스타일의 달팽이 아이콘">
            <a:extLst>
              <a:ext uri="{FF2B5EF4-FFF2-40B4-BE49-F238E27FC236}">
                <a16:creationId xmlns:a16="http://schemas.microsoft.com/office/drawing/2014/main" id="{572CBE55-1036-70BF-B77C-C570C2BC0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9" y="2034047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AE6CC8EE-FCF2-4AE1-2023-1D55A833A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941" y="1994868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9A865C52-BEAB-F19C-84E3-313EFBE186A9}"/>
              </a:ext>
            </a:extLst>
          </p:cNvPr>
          <p:cNvSpPr/>
          <p:nvPr/>
        </p:nvSpPr>
        <p:spPr>
          <a:xfrm>
            <a:off x="7510886" y="203061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3BD2DE4D-D46F-CD13-7E27-1265E2B6F8E1}"/>
              </a:ext>
            </a:extLst>
          </p:cNvPr>
          <p:cNvSpPr/>
          <p:nvPr/>
        </p:nvSpPr>
        <p:spPr>
          <a:xfrm>
            <a:off x="7961588" y="203005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7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8E8EC0EB-7C03-34A6-2ABA-9AA72F15D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643" y="1996255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8" descr="Eggs - Free food icons">
            <a:extLst>
              <a:ext uri="{FF2B5EF4-FFF2-40B4-BE49-F238E27FC236}">
                <a16:creationId xmlns:a16="http://schemas.microsoft.com/office/drawing/2014/main" id="{A0E2303F-F61C-7CE0-0D1F-E0141F811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331" y="2061420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43114CF7-BCA1-A983-10CF-2E3B278286B7}"/>
              </a:ext>
            </a:extLst>
          </p:cNvPr>
          <p:cNvSpPr/>
          <p:nvPr/>
        </p:nvSpPr>
        <p:spPr>
          <a:xfrm>
            <a:off x="8799570" y="2025059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0" name="Picture 2" descr="설정 - 무료 ui개 아이콘">
            <a:extLst>
              <a:ext uri="{FF2B5EF4-FFF2-40B4-BE49-F238E27FC236}">
                <a16:creationId xmlns:a16="http://schemas.microsoft.com/office/drawing/2014/main" id="{389B7980-38F1-13D8-E3E6-E355948D9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735" y="2047074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19297301-A3EE-6D06-0DA5-E2F8452EE3F9}"/>
              </a:ext>
            </a:extLst>
          </p:cNvPr>
          <p:cNvSpPr txBox="1"/>
          <p:nvPr/>
        </p:nvSpPr>
        <p:spPr>
          <a:xfrm>
            <a:off x="6464652" y="1356019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음식 </a:t>
            </a:r>
            <a:r>
              <a:rPr lang="ko-KR" altLang="en-US" sz="1200" dirty="0" err="1">
                <a:solidFill>
                  <a:schemeClr val="bg1"/>
                </a:solidFill>
              </a:rPr>
              <a:t>선택시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95A2E7D-C9E2-8D9A-33C9-01379708F0FF}"/>
              </a:ext>
            </a:extLst>
          </p:cNvPr>
          <p:cNvSpPr txBox="1"/>
          <p:nvPr/>
        </p:nvSpPr>
        <p:spPr>
          <a:xfrm>
            <a:off x="1462890" y="1320268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상점 디폴트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002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096618B1-A029-4A1F-8A0D-579A691D4E7A}"/>
              </a:ext>
            </a:extLst>
          </p:cNvPr>
          <p:cNvSpPr txBox="1"/>
          <p:nvPr/>
        </p:nvSpPr>
        <p:spPr>
          <a:xfrm>
            <a:off x="145731" y="186676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옷장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B5F9436-12E6-4285-B55B-C99C2B953749}"/>
              </a:ext>
            </a:extLst>
          </p:cNvPr>
          <p:cNvSpPr/>
          <p:nvPr/>
        </p:nvSpPr>
        <p:spPr>
          <a:xfrm>
            <a:off x="2681596" y="1780300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4FAA4B5-0CE8-439C-8B28-DCA86DFCF9B9}"/>
              </a:ext>
            </a:extLst>
          </p:cNvPr>
          <p:cNvSpPr/>
          <p:nvPr/>
        </p:nvSpPr>
        <p:spPr>
          <a:xfrm>
            <a:off x="4629310" y="1685050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9D5776D-147F-419B-BD85-7D99BC0160E2}"/>
              </a:ext>
            </a:extLst>
          </p:cNvPr>
          <p:cNvSpPr/>
          <p:nvPr/>
        </p:nvSpPr>
        <p:spPr>
          <a:xfrm>
            <a:off x="2925825" y="1913564"/>
            <a:ext cx="1668560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3B68BE3-96D5-4B21-91B1-A94ABC2A7065}"/>
              </a:ext>
            </a:extLst>
          </p:cNvPr>
          <p:cNvGrpSpPr/>
          <p:nvPr/>
        </p:nvGrpSpPr>
        <p:grpSpPr>
          <a:xfrm>
            <a:off x="2973582" y="1952334"/>
            <a:ext cx="200148" cy="200148"/>
            <a:chOff x="3690370" y="5044952"/>
            <a:chExt cx="323850" cy="323850"/>
          </a:xfrm>
        </p:grpSpPr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CB4EC971-1F15-4867-87A9-3A39C01F91D7}"/>
                </a:ext>
              </a:extLst>
            </p:cNvPr>
            <p:cNvSpPr/>
            <p:nvPr/>
          </p:nvSpPr>
          <p:spPr>
            <a:xfrm>
              <a:off x="3690370" y="5044952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126" name="Picture 2" descr="연필 - 무료 편집 도구개 아이콘">
              <a:extLst>
                <a:ext uri="{FF2B5EF4-FFF2-40B4-BE49-F238E27FC236}">
                  <a16:creationId xmlns:a16="http://schemas.microsoft.com/office/drawing/2014/main" id="{D4D992F2-4FBF-4BEC-8271-1626107E46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086" y="5096668"/>
              <a:ext cx="220417" cy="2204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32">
            <a:extLst>
              <a:ext uri="{FF2B5EF4-FFF2-40B4-BE49-F238E27FC236}">
                <a16:creationId xmlns:a16="http://schemas.microsoft.com/office/drawing/2014/main" id="{0B5B9482-D1A9-4F4A-8FDC-0C71E68124BB}"/>
              </a:ext>
            </a:extLst>
          </p:cNvPr>
          <p:cNvSpPr txBox="1"/>
          <p:nvPr/>
        </p:nvSpPr>
        <p:spPr>
          <a:xfrm>
            <a:off x="3159556" y="1930190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/>
              <a:t>달팽이 이름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1331C83-ABFE-4BD1-8BE2-D64389B6DD7E}"/>
              </a:ext>
            </a:extLst>
          </p:cNvPr>
          <p:cNvSpPr/>
          <p:nvPr/>
        </p:nvSpPr>
        <p:spPr>
          <a:xfrm>
            <a:off x="3529391" y="2151638"/>
            <a:ext cx="448264" cy="158667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" name="TextBox 34">
            <a:extLst>
              <a:ext uri="{FF2B5EF4-FFF2-40B4-BE49-F238E27FC236}">
                <a16:creationId xmlns:a16="http://schemas.microsoft.com/office/drawing/2014/main" id="{9CCF6307-982F-48D8-8D0D-C2C62D223E04}"/>
              </a:ext>
            </a:extLst>
          </p:cNvPr>
          <p:cNvSpPr txBox="1"/>
          <p:nvPr/>
        </p:nvSpPr>
        <p:spPr>
          <a:xfrm>
            <a:off x="3540942" y="2125029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>
                <a:solidFill>
                  <a:schemeClr val="bg1"/>
                </a:solidFill>
              </a:rPr>
              <a:t>에픽</a:t>
            </a:r>
          </a:p>
        </p:txBody>
      </p:sp>
      <p:sp>
        <p:nvSpPr>
          <p:cNvPr id="14" name="곱하기 기호 13">
            <a:extLst>
              <a:ext uri="{FF2B5EF4-FFF2-40B4-BE49-F238E27FC236}">
                <a16:creationId xmlns:a16="http://schemas.microsoft.com/office/drawing/2014/main" id="{838AF6EE-4543-4B42-9A9A-76831091811D}"/>
              </a:ext>
            </a:extLst>
          </p:cNvPr>
          <p:cNvSpPr/>
          <p:nvPr/>
        </p:nvSpPr>
        <p:spPr>
          <a:xfrm>
            <a:off x="4612173" y="1667799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F13AFF4-3AA8-41C0-862E-F3D47A7AB4FE}"/>
              </a:ext>
            </a:extLst>
          </p:cNvPr>
          <p:cNvGrpSpPr/>
          <p:nvPr/>
        </p:nvGrpSpPr>
        <p:grpSpPr>
          <a:xfrm>
            <a:off x="3276982" y="1394672"/>
            <a:ext cx="1141042" cy="442052"/>
            <a:chOff x="6711477" y="1465221"/>
            <a:chExt cx="1416357" cy="548711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C7C29B38-85F3-48B0-A558-90B5692C41C3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123" name="그림 122">
              <a:extLst>
                <a:ext uri="{FF2B5EF4-FFF2-40B4-BE49-F238E27FC236}">
                  <a16:creationId xmlns:a16="http://schemas.microsoft.com/office/drawing/2014/main" id="{F2C0CA1C-8E5A-4216-BF90-A1E7E93DB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124" name="TextBox 90">
              <a:extLst>
                <a:ext uri="{FF2B5EF4-FFF2-40B4-BE49-F238E27FC236}">
                  <a16:creationId xmlns:a16="http://schemas.microsoft.com/office/drawing/2014/main" id="{EF95D89D-4958-4B6E-9ECE-0C8F7BC697FF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8C6E5D3-BF8E-44DA-947F-AEDEA39D9D74}"/>
              </a:ext>
            </a:extLst>
          </p:cNvPr>
          <p:cNvSpPr/>
          <p:nvPr/>
        </p:nvSpPr>
        <p:spPr>
          <a:xfrm>
            <a:off x="2789638" y="1470721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17" name="Picture 2" descr="설정 - 무료 ui개 아이콘">
            <a:extLst>
              <a:ext uri="{FF2B5EF4-FFF2-40B4-BE49-F238E27FC236}">
                <a16:creationId xmlns:a16="http://schemas.microsoft.com/office/drawing/2014/main" id="{763E2E7E-DBC3-43BB-963E-CBE48F6B8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803" y="1492736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598B895-E477-4003-B704-6FA6822AE819}"/>
              </a:ext>
            </a:extLst>
          </p:cNvPr>
          <p:cNvSpPr/>
          <p:nvPr/>
        </p:nvSpPr>
        <p:spPr>
          <a:xfrm>
            <a:off x="473621" y="1780300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9" name="TextBox 195">
            <a:extLst>
              <a:ext uri="{FF2B5EF4-FFF2-40B4-BE49-F238E27FC236}">
                <a16:creationId xmlns:a16="http://schemas.microsoft.com/office/drawing/2014/main" id="{3FD8660B-95A3-4B1E-ACDA-BB8411E1FE6F}"/>
              </a:ext>
            </a:extLst>
          </p:cNvPr>
          <p:cNvSpPr txBox="1"/>
          <p:nvPr/>
        </p:nvSpPr>
        <p:spPr>
          <a:xfrm>
            <a:off x="967533" y="1832638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/>
              <a:t>옷장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FB0BB94-1B35-4633-93A3-D8A3E5DC6358}"/>
              </a:ext>
            </a:extLst>
          </p:cNvPr>
          <p:cNvSpPr/>
          <p:nvPr/>
        </p:nvSpPr>
        <p:spPr>
          <a:xfrm>
            <a:off x="625429" y="2436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A34C34C-56E8-42DF-99FF-20BDC7BFE23F}"/>
              </a:ext>
            </a:extLst>
          </p:cNvPr>
          <p:cNvSpPr/>
          <p:nvPr/>
        </p:nvSpPr>
        <p:spPr>
          <a:xfrm>
            <a:off x="1124168" y="2436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73591DD-330E-4D9C-B869-7C7EC93B3145}"/>
              </a:ext>
            </a:extLst>
          </p:cNvPr>
          <p:cNvSpPr/>
          <p:nvPr/>
        </p:nvSpPr>
        <p:spPr>
          <a:xfrm>
            <a:off x="1621760" y="2436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191B62E-2427-4A1F-A620-0FBC6B0D43B0}"/>
              </a:ext>
            </a:extLst>
          </p:cNvPr>
          <p:cNvSpPr/>
          <p:nvPr/>
        </p:nvSpPr>
        <p:spPr>
          <a:xfrm>
            <a:off x="2119352" y="2436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734AAA5-E94A-4DD5-B9D1-2B8C1BF7252E}"/>
              </a:ext>
            </a:extLst>
          </p:cNvPr>
          <p:cNvSpPr/>
          <p:nvPr/>
        </p:nvSpPr>
        <p:spPr>
          <a:xfrm>
            <a:off x="625429" y="2944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61F3BAE-FBEF-4AA0-9BBF-241854E9553C}"/>
              </a:ext>
            </a:extLst>
          </p:cNvPr>
          <p:cNvSpPr/>
          <p:nvPr/>
        </p:nvSpPr>
        <p:spPr>
          <a:xfrm>
            <a:off x="1124168" y="2944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627FA36-3924-485E-B975-7C85360834A5}"/>
              </a:ext>
            </a:extLst>
          </p:cNvPr>
          <p:cNvSpPr/>
          <p:nvPr/>
        </p:nvSpPr>
        <p:spPr>
          <a:xfrm>
            <a:off x="1621760" y="2944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1C574C3-2449-4E92-A55A-BE9FA9A555F3}"/>
              </a:ext>
            </a:extLst>
          </p:cNvPr>
          <p:cNvSpPr/>
          <p:nvPr/>
        </p:nvSpPr>
        <p:spPr>
          <a:xfrm>
            <a:off x="2119352" y="2944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BFB9F2D-4467-4272-A33A-B7A5E7B7C17D}"/>
              </a:ext>
            </a:extLst>
          </p:cNvPr>
          <p:cNvSpPr/>
          <p:nvPr/>
        </p:nvSpPr>
        <p:spPr>
          <a:xfrm>
            <a:off x="625429" y="3452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3BFD30C-ABB5-4B20-A490-4A5613ECA0D8}"/>
              </a:ext>
            </a:extLst>
          </p:cNvPr>
          <p:cNvSpPr/>
          <p:nvPr/>
        </p:nvSpPr>
        <p:spPr>
          <a:xfrm>
            <a:off x="1124168" y="3452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9D7C9DC-B6E6-4EB5-BD36-3CC9E32E95C0}"/>
              </a:ext>
            </a:extLst>
          </p:cNvPr>
          <p:cNvSpPr/>
          <p:nvPr/>
        </p:nvSpPr>
        <p:spPr>
          <a:xfrm>
            <a:off x="1621760" y="3452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2B9EBE9-3006-4120-B9A2-80A0C22EC31F}"/>
              </a:ext>
            </a:extLst>
          </p:cNvPr>
          <p:cNvSpPr/>
          <p:nvPr/>
        </p:nvSpPr>
        <p:spPr>
          <a:xfrm>
            <a:off x="2119352" y="3452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3CC1CF9-5322-4C91-B8E5-2D8A31DAF981}"/>
              </a:ext>
            </a:extLst>
          </p:cNvPr>
          <p:cNvSpPr/>
          <p:nvPr/>
        </p:nvSpPr>
        <p:spPr>
          <a:xfrm>
            <a:off x="625429" y="3960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BAA4124-703D-4BC6-81B7-B2E8C1394859}"/>
              </a:ext>
            </a:extLst>
          </p:cNvPr>
          <p:cNvSpPr/>
          <p:nvPr/>
        </p:nvSpPr>
        <p:spPr>
          <a:xfrm>
            <a:off x="1124168" y="3960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AC97999-9225-4CA3-801B-53FD96C07BDC}"/>
              </a:ext>
            </a:extLst>
          </p:cNvPr>
          <p:cNvSpPr/>
          <p:nvPr/>
        </p:nvSpPr>
        <p:spPr>
          <a:xfrm>
            <a:off x="1621760" y="3960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C466881-09FB-4796-A4F1-22966BFDF499}"/>
              </a:ext>
            </a:extLst>
          </p:cNvPr>
          <p:cNvSpPr/>
          <p:nvPr/>
        </p:nvSpPr>
        <p:spPr>
          <a:xfrm>
            <a:off x="2119352" y="396079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4BE30B2-AF43-4F3B-B8EC-F498986AA558}"/>
              </a:ext>
            </a:extLst>
          </p:cNvPr>
          <p:cNvSpPr/>
          <p:nvPr/>
        </p:nvSpPr>
        <p:spPr>
          <a:xfrm>
            <a:off x="1055350" y="147627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4981337-F30A-4BE2-9A92-4587ECF58ACC}"/>
              </a:ext>
            </a:extLst>
          </p:cNvPr>
          <p:cNvSpPr/>
          <p:nvPr/>
        </p:nvSpPr>
        <p:spPr>
          <a:xfrm>
            <a:off x="626768" y="1472839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CBA99D9-0C8C-4805-8721-05EDA9B8436D}"/>
              </a:ext>
            </a:extLst>
          </p:cNvPr>
          <p:cNvSpPr/>
          <p:nvPr/>
        </p:nvSpPr>
        <p:spPr>
          <a:xfrm>
            <a:off x="1500954" y="147627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39" name="Picture 2" descr="잎 - 무료 자연개 아이콘">
            <a:extLst>
              <a:ext uri="{FF2B5EF4-FFF2-40B4-BE49-F238E27FC236}">
                <a16:creationId xmlns:a16="http://schemas.microsoft.com/office/drawing/2014/main" id="{DC7204E3-72CC-4B92-9998-B07A4E39F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120" y="1505146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Material 디자인 스타일의 달팽이 아이콘">
            <a:extLst>
              <a:ext uri="{FF2B5EF4-FFF2-40B4-BE49-F238E27FC236}">
                <a16:creationId xmlns:a16="http://schemas.microsoft.com/office/drawing/2014/main" id="{BCCF85B2-A79C-4DB6-A026-ED5F63B79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77" y="1479709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B17A8BE-B67B-433B-8E27-FB7A3F90F5E8}"/>
              </a:ext>
            </a:extLst>
          </p:cNvPr>
          <p:cNvSpPr/>
          <p:nvPr/>
        </p:nvSpPr>
        <p:spPr>
          <a:xfrm>
            <a:off x="1951656" y="147571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42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25B1D1FF-A21B-44B6-8507-F5C11F491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711" y="1441917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Eggs - Free food icons">
            <a:extLst>
              <a:ext uri="{FF2B5EF4-FFF2-40B4-BE49-F238E27FC236}">
                <a16:creationId xmlns:a16="http://schemas.microsoft.com/office/drawing/2014/main" id="{D87AA22A-38CB-4D43-AA19-B3D701F6B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399" y="1507082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D1D60E1-B2CF-48C5-A646-2535C884BF12}"/>
              </a:ext>
            </a:extLst>
          </p:cNvPr>
          <p:cNvSpPr/>
          <p:nvPr/>
        </p:nvSpPr>
        <p:spPr>
          <a:xfrm>
            <a:off x="625429" y="2098966"/>
            <a:ext cx="423613" cy="20527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6DFEB79-BB19-4FCB-B4D0-F7202F6D3585}"/>
              </a:ext>
            </a:extLst>
          </p:cNvPr>
          <p:cNvSpPr/>
          <p:nvPr/>
        </p:nvSpPr>
        <p:spPr>
          <a:xfrm>
            <a:off x="1107702" y="2102281"/>
            <a:ext cx="423613" cy="20527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1449B31-C176-40B6-84F0-50972577F6A8}"/>
              </a:ext>
            </a:extLst>
          </p:cNvPr>
          <p:cNvSpPr/>
          <p:nvPr/>
        </p:nvSpPr>
        <p:spPr>
          <a:xfrm>
            <a:off x="1610453" y="2103821"/>
            <a:ext cx="423613" cy="20527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00D61CF-4BDB-4C99-9844-DA052E731931}"/>
              </a:ext>
            </a:extLst>
          </p:cNvPr>
          <p:cNvSpPr/>
          <p:nvPr/>
        </p:nvSpPr>
        <p:spPr>
          <a:xfrm>
            <a:off x="2092726" y="2107136"/>
            <a:ext cx="423613" cy="20527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8" name="TextBox 227">
            <a:extLst>
              <a:ext uri="{FF2B5EF4-FFF2-40B4-BE49-F238E27FC236}">
                <a16:creationId xmlns:a16="http://schemas.microsoft.com/office/drawing/2014/main" id="{0C73D4D8-7FCD-41D4-A2C2-F88C617D4282}"/>
              </a:ext>
            </a:extLst>
          </p:cNvPr>
          <p:cNvSpPr txBox="1"/>
          <p:nvPr/>
        </p:nvSpPr>
        <p:spPr>
          <a:xfrm>
            <a:off x="214764" y="2096353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/>
              <a:t>모자</a:t>
            </a:r>
          </a:p>
        </p:txBody>
      </p:sp>
      <p:sp>
        <p:nvSpPr>
          <p:cNvPr id="49" name="TextBox 228">
            <a:extLst>
              <a:ext uri="{FF2B5EF4-FFF2-40B4-BE49-F238E27FC236}">
                <a16:creationId xmlns:a16="http://schemas.microsoft.com/office/drawing/2014/main" id="{F0407B79-DA62-4C86-A7A8-4EB819A5A059}"/>
              </a:ext>
            </a:extLst>
          </p:cNvPr>
          <p:cNvSpPr txBox="1"/>
          <p:nvPr/>
        </p:nvSpPr>
        <p:spPr>
          <a:xfrm>
            <a:off x="697727" y="2102237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/>
              <a:t>가방</a:t>
            </a:r>
          </a:p>
        </p:txBody>
      </p:sp>
      <p:sp>
        <p:nvSpPr>
          <p:cNvPr id="50" name="TextBox 229">
            <a:extLst>
              <a:ext uri="{FF2B5EF4-FFF2-40B4-BE49-F238E27FC236}">
                <a16:creationId xmlns:a16="http://schemas.microsoft.com/office/drawing/2014/main" id="{AEA0E05B-8C0A-428B-8806-1FC625D36BC9}"/>
              </a:ext>
            </a:extLst>
          </p:cNvPr>
          <p:cNvSpPr txBox="1"/>
          <p:nvPr/>
        </p:nvSpPr>
        <p:spPr>
          <a:xfrm>
            <a:off x="1189143" y="2106511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/>
              <a:t>기타</a:t>
            </a:r>
          </a:p>
        </p:txBody>
      </p:sp>
      <p:sp>
        <p:nvSpPr>
          <p:cNvPr id="51" name="TextBox 230">
            <a:extLst>
              <a:ext uri="{FF2B5EF4-FFF2-40B4-BE49-F238E27FC236}">
                <a16:creationId xmlns:a16="http://schemas.microsoft.com/office/drawing/2014/main" id="{4EE99555-B881-459E-B1CB-3CBC1FC22F91}"/>
              </a:ext>
            </a:extLst>
          </p:cNvPr>
          <p:cNvSpPr txBox="1"/>
          <p:nvPr/>
        </p:nvSpPr>
        <p:spPr>
          <a:xfrm>
            <a:off x="1675404" y="2109946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/>
              <a:t>등등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1CB5B5C0-8C38-4180-A642-6C5FE85B785F}"/>
              </a:ext>
            </a:extLst>
          </p:cNvPr>
          <p:cNvSpPr/>
          <p:nvPr/>
        </p:nvSpPr>
        <p:spPr>
          <a:xfrm>
            <a:off x="8513332" y="1776865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6FC01364-C267-4750-B20C-26CFCAFECFE0}"/>
              </a:ext>
            </a:extLst>
          </p:cNvPr>
          <p:cNvSpPr/>
          <p:nvPr/>
        </p:nvSpPr>
        <p:spPr>
          <a:xfrm>
            <a:off x="10461046" y="1681615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1FE57523-4D2B-4538-946D-A04C029FC97E}"/>
              </a:ext>
            </a:extLst>
          </p:cNvPr>
          <p:cNvSpPr/>
          <p:nvPr/>
        </p:nvSpPr>
        <p:spPr>
          <a:xfrm>
            <a:off x="8757561" y="1910129"/>
            <a:ext cx="1668560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1309887A-9961-448B-847A-0CA960EB93B9}"/>
              </a:ext>
            </a:extLst>
          </p:cNvPr>
          <p:cNvGrpSpPr/>
          <p:nvPr/>
        </p:nvGrpSpPr>
        <p:grpSpPr>
          <a:xfrm>
            <a:off x="8805318" y="1948899"/>
            <a:ext cx="200148" cy="200148"/>
            <a:chOff x="3690370" y="5044952"/>
            <a:chExt cx="323850" cy="323850"/>
          </a:xfrm>
        </p:grpSpPr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86C9FAF3-B5A6-4B04-97AB-B55B3DAE4F83}"/>
                </a:ext>
              </a:extLst>
            </p:cNvPr>
            <p:cNvSpPr/>
            <p:nvPr/>
          </p:nvSpPr>
          <p:spPr>
            <a:xfrm>
              <a:off x="3690370" y="5044952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121" name="Picture 2" descr="연필 - 무료 편집 도구개 아이콘">
              <a:extLst>
                <a:ext uri="{FF2B5EF4-FFF2-40B4-BE49-F238E27FC236}">
                  <a16:creationId xmlns:a16="http://schemas.microsoft.com/office/drawing/2014/main" id="{F5220A06-5B6B-4F62-9FC3-C0B9BC1D6C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086" y="5096668"/>
              <a:ext cx="220417" cy="2204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6" name="TextBox 253">
            <a:extLst>
              <a:ext uri="{FF2B5EF4-FFF2-40B4-BE49-F238E27FC236}">
                <a16:creationId xmlns:a16="http://schemas.microsoft.com/office/drawing/2014/main" id="{14E1CA74-7AEA-416B-B7A4-6303D503DFD9}"/>
              </a:ext>
            </a:extLst>
          </p:cNvPr>
          <p:cNvSpPr txBox="1"/>
          <p:nvPr/>
        </p:nvSpPr>
        <p:spPr>
          <a:xfrm>
            <a:off x="8991292" y="1926755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/>
              <a:t>달팽이 이름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F0E8C68-20DE-49C4-A87D-A2C7ADFC3928}"/>
              </a:ext>
            </a:extLst>
          </p:cNvPr>
          <p:cNvSpPr/>
          <p:nvPr/>
        </p:nvSpPr>
        <p:spPr>
          <a:xfrm>
            <a:off x="9361127" y="2148203"/>
            <a:ext cx="448264" cy="158667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8" name="TextBox 255">
            <a:extLst>
              <a:ext uri="{FF2B5EF4-FFF2-40B4-BE49-F238E27FC236}">
                <a16:creationId xmlns:a16="http://schemas.microsoft.com/office/drawing/2014/main" id="{20E03DCF-2CBE-4446-BA65-CEDD4B59A891}"/>
              </a:ext>
            </a:extLst>
          </p:cNvPr>
          <p:cNvSpPr txBox="1"/>
          <p:nvPr/>
        </p:nvSpPr>
        <p:spPr>
          <a:xfrm>
            <a:off x="9372678" y="2121594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>
                <a:solidFill>
                  <a:schemeClr val="bg1"/>
                </a:solidFill>
              </a:rPr>
              <a:t>에픽</a:t>
            </a:r>
          </a:p>
        </p:txBody>
      </p:sp>
      <p:sp>
        <p:nvSpPr>
          <p:cNvPr id="59" name="곱하기 기호 58">
            <a:extLst>
              <a:ext uri="{FF2B5EF4-FFF2-40B4-BE49-F238E27FC236}">
                <a16:creationId xmlns:a16="http://schemas.microsoft.com/office/drawing/2014/main" id="{F6A321B9-A830-4F13-B813-79E78D329379}"/>
              </a:ext>
            </a:extLst>
          </p:cNvPr>
          <p:cNvSpPr/>
          <p:nvPr/>
        </p:nvSpPr>
        <p:spPr>
          <a:xfrm>
            <a:off x="10443909" y="1664364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73D0581-6A0A-4EC3-A016-3A78EA1C433D}"/>
              </a:ext>
            </a:extLst>
          </p:cNvPr>
          <p:cNvGrpSpPr/>
          <p:nvPr/>
        </p:nvGrpSpPr>
        <p:grpSpPr>
          <a:xfrm>
            <a:off x="9108718" y="1391237"/>
            <a:ext cx="1141042" cy="442052"/>
            <a:chOff x="6711477" y="1465221"/>
            <a:chExt cx="1416357" cy="548711"/>
          </a:xfrm>
        </p:grpSpPr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17A40A36-EE7E-49D9-88F7-A5CB7A7D23BD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118" name="그림 117">
              <a:extLst>
                <a:ext uri="{FF2B5EF4-FFF2-40B4-BE49-F238E27FC236}">
                  <a16:creationId xmlns:a16="http://schemas.microsoft.com/office/drawing/2014/main" id="{83CB462C-0174-48B8-A315-123AC1FC8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119" name="TextBox 262">
              <a:extLst>
                <a:ext uri="{FF2B5EF4-FFF2-40B4-BE49-F238E27FC236}">
                  <a16:creationId xmlns:a16="http://schemas.microsoft.com/office/drawing/2014/main" id="{48BF3F7A-2D25-4572-8360-6A416FD9DC89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DDCF451-3D66-41E2-B0E1-2D33B52886D4}"/>
              </a:ext>
            </a:extLst>
          </p:cNvPr>
          <p:cNvSpPr/>
          <p:nvPr/>
        </p:nvSpPr>
        <p:spPr>
          <a:xfrm>
            <a:off x="8621374" y="1467286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62" name="Picture 2" descr="설정 - 무료 ui개 아이콘">
            <a:extLst>
              <a:ext uri="{FF2B5EF4-FFF2-40B4-BE49-F238E27FC236}">
                <a16:creationId xmlns:a16="http://schemas.microsoft.com/office/drawing/2014/main" id="{DED0D58B-7BA0-4777-B8DC-912CA351C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3539" y="1489301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B05766B-C542-4193-809F-2336E3D549C6}"/>
              </a:ext>
            </a:extLst>
          </p:cNvPr>
          <p:cNvSpPr/>
          <p:nvPr/>
        </p:nvSpPr>
        <p:spPr>
          <a:xfrm>
            <a:off x="6305357" y="1776865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4" name="TextBox 266">
            <a:extLst>
              <a:ext uri="{FF2B5EF4-FFF2-40B4-BE49-F238E27FC236}">
                <a16:creationId xmlns:a16="http://schemas.microsoft.com/office/drawing/2014/main" id="{30081271-684E-4C26-ADD1-6E439397BA40}"/>
              </a:ext>
            </a:extLst>
          </p:cNvPr>
          <p:cNvSpPr txBox="1"/>
          <p:nvPr/>
        </p:nvSpPr>
        <p:spPr>
          <a:xfrm>
            <a:off x="6799269" y="1829203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/>
              <a:t>옷장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D25E7836-8E9A-43EC-AFDC-516CBDFCD6D9}"/>
              </a:ext>
            </a:extLst>
          </p:cNvPr>
          <p:cNvSpPr/>
          <p:nvPr/>
        </p:nvSpPr>
        <p:spPr>
          <a:xfrm>
            <a:off x="6457165" y="2433359"/>
            <a:ext cx="400050" cy="40005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86E1B4F-5328-485A-AAB6-1B615FECB30E}"/>
              </a:ext>
            </a:extLst>
          </p:cNvPr>
          <p:cNvSpPr/>
          <p:nvPr/>
        </p:nvSpPr>
        <p:spPr>
          <a:xfrm>
            <a:off x="6955904" y="2433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91F17428-B119-45F7-8EEA-6D15C36EC934}"/>
              </a:ext>
            </a:extLst>
          </p:cNvPr>
          <p:cNvSpPr/>
          <p:nvPr/>
        </p:nvSpPr>
        <p:spPr>
          <a:xfrm>
            <a:off x="7453496" y="2433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3B4B66B0-D3C8-48C6-BEBF-540D679FE408}"/>
              </a:ext>
            </a:extLst>
          </p:cNvPr>
          <p:cNvSpPr/>
          <p:nvPr/>
        </p:nvSpPr>
        <p:spPr>
          <a:xfrm>
            <a:off x="7951088" y="2433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A5F3BCB1-7117-4C70-8BCE-AA1F044FD045}"/>
              </a:ext>
            </a:extLst>
          </p:cNvPr>
          <p:cNvSpPr/>
          <p:nvPr/>
        </p:nvSpPr>
        <p:spPr>
          <a:xfrm>
            <a:off x="6457165" y="2941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7D50BDC-7C0B-4552-A32F-89A7CA855C45}"/>
              </a:ext>
            </a:extLst>
          </p:cNvPr>
          <p:cNvSpPr/>
          <p:nvPr/>
        </p:nvSpPr>
        <p:spPr>
          <a:xfrm>
            <a:off x="6955904" y="2941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1E2A50BA-B27F-4E0D-9D18-5491AD32CD62}"/>
              </a:ext>
            </a:extLst>
          </p:cNvPr>
          <p:cNvSpPr/>
          <p:nvPr/>
        </p:nvSpPr>
        <p:spPr>
          <a:xfrm>
            <a:off x="7453496" y="2941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469605B8-38EF-4D3A-AD9D-435B1D6F8F8F}"/>
              </a:ext>
            </a:extLst>
          </p:cNvPr>
          <p:cNvSpPr/>
          <p:nvPr/>
        </p:nvSpPr>
        <p:spPr>
          <a:xfrm>
            <a:off x="7951088" y="2941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04A7D6EC-91EF-4E4A-94F5-F08705133B89}"/>
              </a:ext>
            </a:extLst>
          </p:cNvPr>
          <p:cNvSpPr/>
          <p:nvPr/>
        </p:nvSpPr>
        <p:spPr>
          <a:xfrm>
            <a:off x="6457165" y="3449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07A514F-B932-446E-9F9E-C49DBFF7C809}"/>
              </a:ext>
            </a:extLst>
          </p:cNvPr>
          <p:cNvSpPr/>
          <p:nvPr/>
        </p:nvSpPr>
        <p:spPr>
          <a:xfrm>
            <a:off x="6955904" y="3449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9F2A80AA-4392-4EC1-A6B6-266AF6ADBB76}"/>
              </a:ext>
            </a:extLst>
          </p:cNvPr>
          <p:cNvSpPr/>
          <p:nvPr/>
        </p:nvSpPr>
        <p:spPr>
          <a:xfrm>
            <a:off x="7453496" y="3449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46436D2D-E89D-42AF-B864-E3422E3C3CDD}"/>
              </a:ext>
            </a:extLst>
          </p:cNvPr>
          <p:cNvSpPr/>
          <p:nvPr/>
        </p:nvSpPr>
        <p:spPr>
          <a:xfrm>
            <a:off x="7951088" y="3449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AF2F516D-3470-4256-8CBB-50FEF63166CB}"/>
              </a:ext>
            </a:extLst>
          </p:cNvPr>
          <p:cNvSpPr/>
          <p:nvPr/>
        </p:nvSpPr>
        <p:spPr>
          <a:xfrm>
            <a:off x="6457165" y="3957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D56B9AD8-AAF6-47AA-BE3B-6D7D87EF0A43}"/>
              </a:ext>
            </a:extLst>
          </p:cNvPr>
          <p:cNvSpPr/>
          <p:nvPr/>
        </p:nvSpPr>
        <p:spPr>
          <a:xfrm>
            <a:off x="6955904" y="3957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904AFE04-EDD0-491D-A8DC-372A9F4DA494}"/>
              </a:ext>
            </a:extLst>
          </p:cNvPr>
          <p:cNvSpPr/>
          <p:nvPr/>
        </p:nvSpPr>
        <p:spPr>
          <a:xfrm>
            <a:off x="7453496" y="3957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FED1139C-D620-4031-814A-BF9EC505024F}"/>
              </a:ext>
            </a:extLst>
          </p:cNvPr>
          <p:cNvSpPr/>
          <p:nvPr/>
        </p:nvSpPr>
        <p:spPr>
          <a:xfrm>
            <a:off x="7951088" y="3957359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D600B588-E827-4941-A7E3-C1113E67E112}"/>
              </a:ext>
            </a:extLst>
          </p:cNvPr>
          <p:cNvSpPr/>
          <p:nvPr/>
        </p:nvSpPr>
        <p:spPr>
          <a:xfrm>
            <a:off x="6887086" y="1472839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E708E979-2FD2-4B87-968C-A75AF5A87F32}"/>
              </a:ext>
            </a:extLst>
          </p:cNvPr>
          <p:cNvSpPr/>
          <p:nvPr/>
        </p:nvSpPr>
        <p:spPr>
          <a:xfrm>
            <a:off x="6458504" y="146940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06C8FDCB-832F-48D4-A3FF-DBF88B9CB7AE}"/>
              </a:ext>
            </a:extLst>
          </p:cNvPr>
          <p:cNvSpPr/>
          <p:nvPr/>
        </p:nvSpPr>
        <p:spPr>
          <a:xfrm>
            <a:off x="7332690" y="1472839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84" name="Picture 2" descr="잎 - 무료 자연개 아이콘">
            <a:extLst>
              <a:ext uri="{FF2B5EF4-FFF2-40B4-BE49-F238E27FC236}">
                <a16:creationId xmlns:a16="http://schemas.microsoft.com/office/drawing/2014/main" id="{E0DA15D6-26CA-4D91-BC85-FDF767242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856" y="1501711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2" descr="Material 디자인 스타일의 달팽이 아이콘">
            <a:extLst>
              <a:ext uri="{FF2B5EF4-FFF2-40B4-BE49-F238E27FC236}">
                <a16:creationId xmlns:a16="http://schemas.microsoft.com/office/drawing/2014/main" id="{3EB6AE07-21D2-4257-9856-42011C26A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313" y="1476274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607BBC4D-114A-4074-AF4D-C47AD035AF09}"/>
              </a:ext>
            </a:extLst>
          </p:cNvPr>
          <p:cNvSpPr/>
          <p:nvPr/>
        </p:nvSpPr>
        <p:spPr>
          <a:xfrm>
            <a:off x="7783392" y="1472279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87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7BF919B2-3CAA-4B4C-8666-78017AB9F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47" y="1438482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8" descr="Eggs - Free food icons">
            <a:extLst>
              <a:ext uri="{FF2B5EF4-FFF2-40B4-BE49-F238E27FC236}">
                <a16:creationId xmlns:a16="http://schemas.microsoft.com/office/drawing/2014/main" id="{977A973D-11C3-4A17-95C1-F77093540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135" y="1503647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66FEB696-545D-4C11-8D0F-A3A76092BB5B}"/>
              </a:ext>
            </a:extLst>
          </p:cNvPr>
          <p:cNvSpPr/>
          <p:nvPr/>
        </p:nvSpPr>
        <p:spPr>
          <a:xfrm>
            <a:off x="2789638" y="3755640"/>
            <a:ext cx="1995904" cy="699867"/>
          </a:xfrm>
          <a:prstGeom prst="roundRect">
            <a:avLst>
              <a:gd name="adj" fmla="val 9988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0179B859-5D16-44D4-809E-012C9E7721B8}"/>
              </a:ext>
            </a:extLst>
          </p:cNvPr>
          <p:cNvSpPr/>
          <p:nvPr/>
        </p:nvSpPr>
        <p:spPr>
          <a:xfrm>
            <a:off x="2858882" y="3988731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9AF77472-5898-4CE1-8607-8007D73619DF}"/>
              </a:ext>
            </a:extLst>
          </p:cNvPr>
          <p:cNvSpPr/>
          <p:nvPr/>
        </p:nvSpPr>
        <p:spPr>
          <a:xfrm>
            <a:off x="3342918" y="3988731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2A8C1F28-174A-4441-A53F-2AC8BC40A101}"/>
              </a:ext>
            </a:extLst>
          </p:cNvPr>
          <p:cNvSpPr/>
          <p:nvPr/>
        </p:nvSpPr>
        <p:spPr>
          <a:xfrm>
            <a:off x="3826954" y="3988731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46DE5C70-D6C5-4B38-899D-16F01A913033}"/>
              </a:ext>
            </a:extLst>
          </p:cNvPr>
          <p:cNvSpPr/>
          <p:nvPr/>
        </p:nvSpPr>
        <p:spPr>
          <a:xfrm>
            <a:off x="4310990" y="3988731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4" name="TextBox 304">
            <a:extLst>
              <a:ext uri="{FF2B5EF4-FFF2-40B4-BE49-F238E27FC236}">
                <a16:creationId xmlns:a16="http://schemas.microsoft.com/office/drawing/2014/main" id="{C2C599CD-AADA-4B0D-97EA-5B6BE1FDCFF1}"/>
              </a:ext>
            </a:extLst>
          </p:cNvPr>
          <p:cNvSpPr txBox="1"/>
          <p:nvPr/>
        </p:nvSpPr>
        <p:spPr>
          <a:xfrm>
            <a:off x="3159556" y="3747914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/>
              <a:t>장착중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D5333782-E641-4414-95FA-490EA84271E3}"/>
              </a:ext>
            </a:extLst>
          </p:cNvPr>
          <p:cNvSpPr/>
          <p:nvPr/>
        </p:nvSpPr>
        <p:spPr>
          <a:xfrm>
            <a:off x="8621374" y="3781013"/>
            <a:ext cx="1995904" cy="699867"/>
          </a:xfrm>
          <a:prstGeom prst="roundRect">
            <a:avLst>
              <a:gd name="adj" fmla="val 9988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9F184D4C-B61B-4B0A-9B29-6CB32E4EF27A}"/>
              </a:ext>
            </a:extLst>
          </p:cNvPr>
          <p:cNvSpPr/>
          <p:nvPr/>
        </p:nvSpPr>
        <p:spPr>
          <a:xfrm>
            <a:off x="8690618" y="401410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C5B6BACC-D765-4694-A62E-8734C40A57CE}"/>
              </a:ext>
            </a:extLst>
          </p:cNvPr>
          <p:cNvSpPr/>
          <p:nvPr/>
        </p:nvSpPr>
        <p:spPr>
          <a:xfrm>
            <a:off x="9174654" y="401410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EB15BA97-EFAE-4DEC-84DA-D8E60B4460E9}"/>
              </a:ext>
            </a:extLst>
          </p:cNvPr>
          <p:cNvSpPr/>
          <p:nvPr/>
        </p:nvSpPr>
        <p:spPr>
          <a:xfrm>
            <a:off x="9658690" y="401410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1FED5CAD-F786-4533-84DE-523C2B27D83A}"/>
              </a:ext>
            </a:extLst>
          </p:cNvPr>
          <p:cNvSpPr/>
          <p:nvPr/>
        </p:nvSpPr>
        <p:spPr>
          <a:xfrm>
            <a:off x="10142726" y="4014104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00" name="TextBox 310">
            <a:extLst>
              <a:ext uri="{FF2B5EF4-FFF2-40B4-BE49-F238E27FC236}">
                <a16:creationId xmlns:a16="http://schemas.microsoft.com/office/drawing/2014/main" id="{83982E20-322A-4DEA-B4D7-60C3520EAB37}"/>
              </a:ext>
            </a:extLst>
          </p:cNvPr>
          <p:cNvSpPr txBox="1"/>
          <p:nvPr/>
        </p:nvSpPr>
        <p:spPr>
          <a:xfrm>
            <a:off x="8991292" y="3773287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/>
              <a:t>장착중</a:t>
            </a: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B53B4066-2294-44D9-8FD4-6BF2ED7EAE6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442" b="89700" l="5830" r="94170">
                        <a14:foregroundMark x1="10762" y1="48927" x2="10762" y2="48927"/>
                        <a14:foregroundMark x1="6278" y1="49785" x2="6278" y2="49785"/>
                        <a14:foregroundMark x1="29596" y1="89700" x2="29596" y2="89700"/>
                        <a14:foregroundMark x1="73543" y1="89700" x2="73543" y2="89700"/>
                        <a14:foregroundMark x1="94170" y1="46781" x2="94170" y2="467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1235" y="2430422"/>
            <a:ext cx="368437" cy="384959"/>
          </a:xfrm>
          <a:prstGeom prst="rect">
            <a:avLst/>
          </a:prstGeom>
        </p:spPr>
      </p:pic>
      <p:pic>
        <p:nvPicPr>
          <p:cNvPr id="102" name="Picture 2">
            <a:extLst>
              <a:ext uri="{FF2B5EF4-FFF2-40B4-BE49-F238E27FC236}">
                <a16:creationId xmlns:a16="http://schemas.microsoft.com/office/drawing/2014/main" id="{FA569A46-F6C3-4A5D-8C3C-C341870A2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803" y="2264983"/>
            <a:ext cx="1586360" cy="133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2">
            <a:extLst>
              <a:ext uri="{FF2B5EF4-FFF2-40B4-BE49-F238E27FC236}">
                <a16:creationId xmlns:a16="http://schemas.microsoft.com/office/drawing/2014/main" id="{7C38B830-DD9F-46D2-8558-03D9977B2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5510" y="2263532"/>
            <a:ext cx="1586360" cy="133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671A65A6-83C9-4037-9BB5-FBED1068844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442" b="89700" l="5830" r="94170">
                        <a14:foregroundMark x1="10762" y1="48927" x2="10762" y2="48927"/>
                        <a14:foregroundMark x1="6278" y1="49785" x2="6278" y2="49785"/>
                        <a14:foregroundMark x1="29596" y1="89700" x2="29596" y2="89700"/>
                        <a14:foregroundMark x1="73543" y1="89700" x2="73543" y2="89700"/>
                        <a14:foregroundMark x1="94170" y1="46781" x2="94170" y2="467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2971" y="2440904"/>
            <a:ext cx="368437" cy="384959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B9293E75-BBD3-4F93-BFD9-CCFBC7DBCB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442" b="89700" l="5830" r="94170">
                        <a14:foregroundMark x1="10762" y1="48927" x2="10762" y2="48927"/>
                        <a14:foregroundMark x1="6278" y1="49785" x2="6278" y2="49785"/>
                        <a14:foregroundMark x1="29596" y1="89700" x2="29596" y2="89700"/>
                        <a14:foregroundMark x1="73543" y1="89700" x2="73543" y2="89700"/>
                        <a14:foregroundMark x1="94170" y1="46781" x2="94170" y2="467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95125" y="4011196"/>
            <a:ext cx="368437" cy="384959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50D0C27F-9415-4AD7-8D86-72ADCC635E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442" b="89700" l="5830" r="94170">
                        <a14:foregroundMark x1="10762" y1="48927" x2="10762" y2="48927"/>
                        <a14:foregroundMark x1="6278" y1="49785" x2="6278" y2="49785"/>
                        <a14:foregroundMark x1="29596" y1="89700" x2="29596" y2="89700"/>
                        <a14:foregroundMark x1="73543" y1="89700" x2="73543" y2="89700"/>
                        <a14:foregroundMark x1="94170" y1="46781" x2="94170" y2="467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23572" y="2738057"/>
            <a:ext cx="329808" cy="344598"/>
          </a:xfrm>
          <a:prstGeom prst="rect">
            <a:avLst/>
          </a:prstGeom>
        </p:spPr>
      </p:pic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1F52125A-2AF3-43D5-8806-F9D78B85BD5C}"/>
              </a:ext>
            </a:extLst>
          </p:cNvPr>
          <p:cNvSpPr/>
          <p:nvPr/>
        </p:nvSpPr>
        <p:spPr>
          <a:xfrm>
            <a:off x="6468190" y="2433358"/>
            <a:ext cx="400050" cy="400050"/>
          </a:xfrm>
          <a:prstGeom prst="roundRect">
            <a:avLst/>
          </a:prstGeom>
          <a:solidFill>
            <a:schemeClr val="tx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08" name="TextBox 316">
            <a:extLst>
              <a:ext uri="{FF2B5EF4-FFF2-40B4-BE49-F238E27FC236}">
                <a16:creationId xmlns:a16="http://schemas.microsoft.com/office/drawing/2014/main" id="{260E7CD8-867B-4A8F-80A7-EAAFB54AA9BB}"/>
              </a:ext>
            </a:extLst>
          </p:cNvPr>
          <p:cNvSpPr txBox="1"/>
          <p:nvPr/>
        </p:nvSpPr>
        <p:spPr>
          <a:xfrm>
            <a:off x="6050309" y="2525652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>
                <a:solidFill>
                  <a:schemeClr val="bg1"/>
                </a:solidFill>
              </a:rPr>
              <a:t>장착중</a:t>
            </a: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3C43EDD0-8E79-41CD-AF35-5C2BEEFD896C}"/>
              </a:ext>
            </a:extLst>
          </p:cNvPr>
          <p:cNvSpPr/>
          <p:nvPr/>
        </p:nvSpPr>
        <p:spPr>
          <a:xfrm>
            <a:off x="6447261" y="2115214"/>
            <a:ext cx="423613" cy="20527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0F00181-6A55-4CCB-B40D-17522A171A7A}"/>
              </a:ext>
            </a:extLst>
          </p:cNvPr>
          <p:cNvSpPr/>
          <p:nvPr/>
        </p:nvSpPr>
        <p:spPr>
          <a:xfrm>
            <a:off x="6929534" y="2118529"/>
            <a:ext cx="423613" cy="20527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37A0BC63-BED4-4C71-B0E4-1D8BADECFB6A}"/>
              </a:ext>
            </a:extLst>
          </p:cNvPr>
          <p:cNvSpPr/>
          <p:nvPr/>
        </p:nvSpPr>
        <p:spPr>
          <a:xfrm>
            <a:off x="7432285" y="2120069"/>
            <a:ext cx="423613" cy="20527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9872F6D2-FCF3-40AD-B546-317149F902AD}"/>
              </a:ext>
            </a:extLst>
          </p:cNvPr>
          <p:cNvSpPr/>
          <p:nvPr/>
        </p:nvSpPr>
        <p:spPr>
          <a:xfrm>
            <a:off x="7914558" y="2123384"/>
            <a:ext cx="423613" cy="20527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3" name="TextBox 321">
            <a:extLst>
              <a:ext uri="{FF2B5EF4-FFF2-40B4-BE49-F238E27FC236}">
                <a16:creationId xmlns:a16="http://schemas.microsoft.com/office/drawing/2014/main" id="{74077811-C98D-4F68-AB99-9637EDFE56D5}"/>
              </a:ext>
            </a:extLst>
          </p:cNvPr>
          <p:cNvSpPr txBox="1"/>
          <p:nvPr/>
        </p:nvSpPr>
        <p:spPr>
          <a:xfrm>
            <a:off x="6036596" y="2112601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/>
              <a:t>모자</a:t>
            </a:r>
          </a:p>
        </p:txBody>
      </p:sp>
      <p:sp>
        <p:nvSpPr>
          <p:cNvPr id="114" name="TextBox 322">
            <a:extLst>
              <a:ext uri="{FF2B5EF4-FFF2-40B4-BE49-F238E27FC236}">
                <a16:creationId xmlns:a16="http://schemas.microsoft.com/office/drawing/2014/main" id="{A64AC9F7-C8AB-4C51-B863-29EFA07B2FF3}"/>
              </a:ext>
            </a:extLst>
          </p:cNvPr>
          <p:cNvSpPr txBox="1"/>
          <p:nvPr/>
        </p:nvSpPr>
        <p:spPr>
          <a:xfrm>
            <a:off x="6519559" y="2118485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/>
              <a:t>가방</a:t>
            </a:r>
          </a:p>
        </p:txBody>
      </p:sp>
      <p:sp>
        <p:nvSpPr>
          <p:cNvPr id="115" name="TextBox 323">
            <a:extLst>
              <a:ext uri="{FF2B5EF4-FFF2-40B4-BE49-F238E27FC236}">
                <a16:creationId xmlns:a16="http://schemas.microsoft.com/office/drawing/2014/main" id="{D680CDE1-3B10-45D9-86A5-4217D7CD7F9B}"/>
              </a:ext>
            </a:extLst>
          </p:cNvPr>
          <p:cNvSpPr txBox="1"/>
          <p:nvPr/>
        </p:nvSpPr>
        <p:spPr>
          <a:xfrm>
            <a:off x="7010975" y="2122759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/>
              <a:t>기타</a:t>
            </a:r>
          </a:p>
        </p:txBody>
      </p:sp>
      <p:sp>
        <p:nvSpPr>
          <p:cNvPr id="116" name="TextBox 324">
            <a:extLst>
              <a:ext uri="{FF2B5EF4-FFF2-40B4-BE49-F238E27FC236}">
                <a16:creationId xmlns:a16="http://schemas.microsoft.com/office/drawing/2014/main" id="{49D94CC2-6428-41A1-AE55-16F11B095526}"/>
              </a:ext>
            </a:extLst>
          </p:cNvPr>
          <p:cNvSpPr txBox="1"/>
          <p:nvPr/>
        </p:nvSpPr>
        <p:spPr>
          <a:xfrm>
            <a:off x="7497236" y="2126194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/>
              <a:t>등등</a:t>
            </a:r>
          </a:p>
        </p:txBody>
      </p:sp>
      <p:sp>
        <p:nvSpPr>
          <p:cNvPr id="129" name="자유형: 도형 128">
            <a:extLst>
              <a:ext uri="{FF2B5EF4-FFF2-40B4-BE49-F238E27FC236}">
                <a16:creationId xmlns:a16="http://schemas.microsoft.com/office/drawing/2014/main" id="{9F5893EC-FB4F-9C65-124D-E08829E121DF}"/>
              </a:ext>
            </a:extLst>
          </p:cNvPr>
          <p:cNvSpPr/>
          <p:nvPr/>
        </p:nvSpPr>
        <p:spPr>
          <a:xfrm>
            <a:off x="8022336" y="4279392"/>
            <a:ext cx="865632" cy="1085088"/>
          </a:xfrm>
          <a:custGeom>
            <a:avLst/>
            <a:gdLst>
              <a:gd name="connsiteX0" fmla="*/ 865632 w 865632"/>
              <a:gd name="connsiteY0" fmla="*/ 0 h 1085088"/>
              <a:gd name="connsiteX1" fmla="*/ 865632 w 865632"/>
              <a:gd name="connsiteY1" fmla="*/ 1085088 h 1085088"/>
              <a:gd name="connsiteX2" fmla="*/ 0 w 865632"/>
              <a:gd name="connsiteY2" fmla="*/ 1085088 h 1085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65632" h="1085088">
                <a:moveTo>
                  <a:pt x="865632" y="0"/>
                </a:moveTo>
                <a:lnTo>
                  <a:pt x="865632" y="1085088"/>
                </a:lnTo>
                <a:lnTo>
                  <a:pt x="0" y="1085088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69A7462-3BC7-4880-81D9-65016272051C}"/>
              </a:ext>
            </a:extLst>
          </p:cNvPr>
          <p:cNvSpPr txBox="1"/>
          <p:nvPr/>
        </p:nvSpPr>
        <p:spPr>
          <a:xfrm>
            <a:off x="6489313" y="5242528"/>
            <a:ext cx="2000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다시 누르면 장착해제</a:t>
            </a:r>
          </a:p>
        </p:txBody>
      </p:sp>
      <p:sp>
        <p:nvSpPr>
          <p:cNvPr id="131" name="자유형: 도형 130">
            <a:extLst>
              <a:ext uri="{FF2B5EF4-FFF2-40B4-BE49-F238E27FC236}">
                <a16:creationId xmlns:a16="http://schemas.microsoft.com/office/drawing/2014/main" id="{6F446D56-5035-FCF7-CCAC-447608A5852E}"/>
              </a:ext>
            </a:extLst>
          </p:cNvPr>
          <p:cNvSpPr/>
          <p:nvPr/>
        </p:nvSpPr>
        <p:spPr>
          <a:xfrm>
            <a:off x="5779008" y="2621280"/>
            <a:ext cx="768096" cy="2755392"/>
          </a:xfrm>
          <a:custGeom>
            <a:avLst/>
            <a:gdLst>
              <a:gd name="connsiteX0" fmla="*/ 670560 w 768096"/>
              <a:gd name="connsiteY0" fmla="*/ 0 h 2755392"/>
              <a:gd name="connsiteX1" fmla="*/ 0 w 768096"/>
              <a:gd name="connsiteY1" fmla="*/ 0 h 2755392"/>
              <a:gd name="connsiteX2" fmla="*/ 0 w 768096"/>
              <a:gd name="connsiteY2" fmla="*/ 2755392 h 2755392"/>
              <a:gd name="connsiteX3" fmla="*/ 768096 w 768096"/>
              <a:gd name="connsiteY3" fmla="*/ 2755392 h 2755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96" h="2755392">
                <a:moveTo>
                  <a:pt x="670560" y="0"/>
                </a:moveTo>
                <a:lnTo>
                  <a:pt x="0" y="0"/>
                </a:lnTo>
                <a:lnTo>
                  <a:pt x="0" y="2755392"/>
                </a:lnTo>
                <a:lnTo>
                  <a:pt x="768096" y="2755392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자유형: 도형 131">
            <a:extLst>
              <a:ext uri="{FF2B5EF4-FFF2-40B4-BE49-F238E27FC236}">
                <a16:creationId xmlns:a16="http://schemas.microsoft.com/office/drawing/2014/main" id="{982814DA-ABA0-C6A6-E6D4-A99CDD2EC0D3}"/>
              </a:ext>
            </a:extLst>
          </p:cNvPr>
          <p:cNvSpPr/>
          <p:nvPr/>
        </p:nvSpPr>
        <p:spPr>
          <a:xfrm>
            <a:off x="243840" y="938784"/>
            <a:ext cx="1048512" cy="1231392"/>
          </a:xfrm>
          <a:custGeom>
            <a:avLst/>
            <a:gdLst>
              <a:gd name="connsiteX0" fmla="*/ 377952 w 1048512"/>
              <a:gd name="connsiteY0" fmla="*/ 1231392 h 1231392"/>
              <a:gd name="connsiteX1" fmla="*/ 0 w 1048512"/>
              <a:gd name="connsiteY1" fmla="*/ 1231392 h 1231392"/>
              <a:gd name="connsiteX2" fmla="*/ 0 w 1048512"/>
              <a:gd name="connsiteY2" fmla="*/ 0 h 1231392"/>
              <a:gd name="connsiteX3" fmla="*/ 109728 w 1048512"/>
              <a:gd name="connsiteY3" fmla="*/ 0 h 1231392"/>
              <a:gd name="connsiteX4" fmla="*/ 1048512 w 1048512"/>
              <a:gd name="connsiteY4" fmla="*/ 0 h 1231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512" h="1231392">
                <a:moveTo>
                  <a:pt x="377952" y="1231392"/>
                </a:moveTo>
                <a:lnTo>
                  <a:pt x="0" y="1231392"/>
                </a:lnTo>
                <a:lnTo>
                  <a:pt x="0" y="0"/>
                </a:lnTo>
                <a:lnTo>
                  <a:pt x="109728" y="0"/>
                </a:lnTo>
                <a:lnTo>
                  <a:pt x="1048512" y="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230F83D-F404-72CF-316D-3A30075B1A54}"/>
              </a:ext>
            </a:extLst>
          </p:cNvPr>
          <p:cNvSpPr txBox="1"/>
          <p:nvPr/>
        </p:nvSpPr>
        <p:spPr>
          <a:xfrm>
            <a:off x="1234737" y="736030"/>
            <a:ext cx="4239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터치하여 </a:t>
            </a:r>
            <a:r>
              <a:rPr lang="en-US" altLang="ko-KR" sz="1100" b="1" dirty="0"/>
              <a:t>on/off </a:t>
            </a:r>
            <a:r>
              <a:rPr lang="ko-KR" altLang="en-US" sz="1100" b="1" dirty="0"/>
              <a:t>형태로 아래 카테고리 보여줌</a:t>
            </a:r>
            <a:endParaRPr lang="en-US" altLang="ko-KR" sz="1100" b="1" dirty="0"/>
          </a:p>
          <a:p>
            <a:r>
              <a:rPr lang="ko-KR" altLang="en-US" sz="1100" b="1" dirty="0"/>
              <a:t>디폴트는 모두 </a:t>
            </a:r>
            <a:r>
              <a:rPr lang="en-US" altLang="ko-KR" sz="1100" b="1" dirty="0"/>
              <a:t>ON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118375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50FF361-3558-476D-B131-009518BF2BB2}"/>
              </a:ext>
            </a:extLst>
          </p:cNvPr>
          <p:cNvSpPr/>
          <p:nvPr/>
        </p:nvSpPr>
        <p:spPr>
          <a:xfrm>
            <a:off x="693335" y="1972345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7C9D77B-7437-4174-80B1-74D23C37BDE9}"/>
              </a:ext>
            </a:extLst>
          </p:cNvPr>
          <p:cNvSpPr/>
          <p:nvPr/>
        </p:nvSpPr>
        <p:spPr>
          <a:xfrm>
            <a:off x="1267610" y="1661195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932DD00-A58A-4192-A77B-CA8D50085468}"/>
              </a:ext>
            </a:extLst>
          </p:cNvPr>
          <p:cNvSpPr/>
          <p:nvPr/>
        </p:nvSpPr>
        <p:spPr>
          <a:xfrm>
            <a:off x="839028" y="1657760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59DC630-D10B-42C8-9B33-E43EEA8D3CDB}"/>
              </a:ext>
            </a:extLst>
          </p:cNvPr>
          <p:cNvSpPr/>
          <p:nvPr/>
        </p:nvSpPr>
        <p:spPr>
          <a:xfrm>
            <a:off x="1713214" y="1661195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8" name="Picture 2" descr="잎 - 무료 자연개 아이콘">
            <a:extLst>
              <a:ext uri="{FF2B5EF4-FFF2-40B4-BE49-F238E27FC236}">
                <a16:creationId xmlns:a16="http://schemas.microsoft.com/office/drawing/2014/main" id="{252A5A3F-3955-4E86-9AE6-B19095A9B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380" y="1690067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Material 디자인 스타일의 달팽이 아이콘">
            <a:extLst>
              <a:ext uri="{FF2B5EF4-FFF2-40B4-BE49-F238E27FC236}">
                <a16:creationId xmlns:a16="http://schemas.microsoft.com/office/drawing/2014/main" id="{4114790D-874A-4EA3-88A3-20AE3551C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837" y="1664630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F6CE2CE-A65A-4D90-A2F9-D48DCDD2087A}"/>
              </a:ext>
            </a:extLst>
          </p:cNvPr>
          <p:cNvSpPr/>
          <p:nvPr/>
        </p:nvSpPr>
        <p:spPr>
          <a:xfrm>
            <a:off x="2893856" y="1965221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821C8CD-B67E-49D9-BD5D-B191370A5B74}"/>
              </a:ext>
            </a:extLst>
          </p:cNvPr>
          <p:cNvSpPr/>
          <p:nvPr/>
        </p:nvSpPr>
        <p:spPr>
          <a:xfrm>
            <a:off x="4841570" y="1869971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B0589F0-F1AD-4D2C-BA43-BAC6C17ED1B1}"/>
              </a:ext>
            </a:extLst>
          </p:cNvPr>
          <p:cNvSpPr/>
          <p:nvPr/>
        </p:nvSpPr>
        <p:spPr>
          <a:xfrm>
            <a:off x="3138085" y="2098485"/>
            <a:ext cx="1668560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A495CF4-943B-4930-9E04-ECD00241C1C2}"/>
              </a:ext>
            </a:extLst>
          </p:cNvPr>
          <p:cNvGrpSpPr/>
          <p:nvPr/>
        </p:nvGrpSpPr>
        <p:grpSpPr>
          <a:xfrm>
            <a:off x="3185842" y="2137255"/>
            <a:ext cx="200148" cy="200148"/>
            <a:chOff x="3690370" y="5044952"/>
            <a:chExt cx="323850" cy="323850"/>
          </a:xfrm>
        </p:grpSpPr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3160BCA7-3EAE-42A7-9CDF-DEC74545D977}"/>
                </a:ext>
              </a:extLst>
            </p:cNvPr>
            <p:cNvSpPr/>
            <p:nvPr/>
          </p:nvSpPr>
          <p:spPr>
            <a:xfrm>
              <a:off x="3690370" y="5044952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82" name="Picture 2" descr="연필 - 무료 편집 도구개 아이콘">
              <a:extLst>
                <a:ext uri="{FF2B5EF4-FFF2-40B4-BE49-F238E27FC236}">
                  <a16:creationId xmlns:a16="http://schemas.microsoft.com/office/drawing/2014/main" id="{AF2FF7CF-87F2-43A0-847F-629FE1DF37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086" y="5096668"/>
              <a:ext cx="220417" cy="2204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31">
            <a:extLst>
              <a:ext uri="{FF2B5EF4-FFF2-40B4-BE49-F238E27FC236}">
                <a16:creationId xmlns:a16="http://schemas.microsoft.com/office/drawing/2014/main" id="{740C43D0-EDD0-4BDD-B471-307147BDF561}"/>
              </a:ext>
            </a:extLst>
          </p:cNvPr>
          <p:cNvSpPr txBox="1"/>
          <p:nvPr/>
        </p:nvSpPr>
        <p:spPr>
          <a:xfrm>
            <a:off x="3371816" y="2115111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/>
              <a:t>달팽이 이름</a:t>
            </a:r>
          </a:p>
        </p:txBody>
      </p:sp>
      <p:sp>
        <p:nvSpPr>
          <p:cNvPr id="15" name="곱하기 기호 14">
            <a:extLst>
              <a:ext uri="{FF2B5EF4-FFF2-40B4-BE49-F238E27FC236}">
                <a16:creationId xmlns:a16="http://schemas.microsoft.com/office/drawing/2014/main" id="{874EA15A-0C41-4D67-9CB6-279A22BF5AB7}"/>
              </a:ext>
            </a:extLst>
          </p:cNvPr>
          <p:cNvSpPr/>
          <p:nvPr/>
        </p:nvSpPr>
        <p:spPr>
          <a:xfrm>
            <a:off x="4824433" y="1852720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6" name="TextBox 38">
            <a:extLst>
              <a:ext uri="{FF2B5EF4-FFF2-40B4-BE49-F238E27FC236}">
                <a16:creationId xmlns:a16="http://schemas.microsoft.com/office/drawing/2014/main" id="{02DCC98B-8E68-49AB-B26B-5D697CAF690F}"/>
              </a:ext>
            </a:extLst>
          </p:cNvPr>
          <p:cNvSpPr txBox="1"/>
          <p:nvPr/>
        </p:nvSpPr>
        <p:spPr>
          <a:xfrm>
            <a:off x="1187247" y="2011983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/>
              <a:t>보유 특징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66879B4-6325-4BD7-AD08-DC04CE176DA1}"/>
              </a:ext>
            </a:extLst>
          </p:cNvPr>
          <p:cNvGrpSpPr/>
          <p:nvPr/>
        </p:nvGrpSpPr>
        <p:grpSpPr>
          <a:xfrm>
            <a:off x="3489242" y="1579593"/>
            <a:ext cx="1141042" cy="442052"/>
            <a:chOff x="6711477" y="1465221"/>
            <a:chExt cx="1416357" cy="548711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5A830B04-1EC7-4523-BB98-9C0366D1EA8D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4DAF5DB5-2770-4E2F-9969-94E60FDAF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80" name="TextBox 89">
              <a:extLst>
                <a:ext uri="{FF2B5EF4-FFF2-40B4-BE49-F238E27FC236}">
                  <a16:creationId xmlns:a16="http://schemas.microsoft.com/office/drawing/2014/main" id="{E1A18C31-6C8B-4E3B-B991-B0D8D09F1EAE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1F0581B-C092-4CB6-A80A-DD06B5E32C5E}"/>
              </a:ext>
            </a:extLst>
          </p:cNvPr>
          <p:cNvSpPr/>
          <p:nvPr/>
        </p:nvSpPr>
        <p:spPr>
          <a:xfrm>
            <a:off x="2163916" y="1660635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19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39741715-983A-44AD-8DE8-37B5D7BF8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971" y="1626838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Eggs - Free food icons">
            <a:extLst>
              <a:ext uri="{FF2B5EF4-FFF2-40B4-BE49-F238E27FC236}">
                <a16:creationId xmlns:a16="http://schemas.microsoft.com/office/drawing/2014/main" id="{BAF861CD-7E49-4CFC-BE77-BBA975B33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9" y="1692003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C47BEDE-5E21-44F6-9242-68091E087E1C}"/>
              </a:ext>
            </a:extLst>
          </p:cNvPr>
          <p:cNvSpPr/>
          <p:nvPr/>
        </p:nvSpPr>
        <p:spPr>
          <a:xfrm>
            <a:off x="3001898" y="1655642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22" name="Picture 2" descr="설정 - 무료 ui개 아이콘">
            <a:extLst>
              <a:ext uri="{FF2B5EF4-FFF2-40B4-BE49-F238E27FC236}">
                <a16:creationId xmlns:a16="http://schemas.microsoft.com/office/drawing/2014/main" id="{CD51C124-F2C5-45D7-BF8C-2AE8F8AB8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63" y="1677657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F7F16009-B5A7-4E35-A3B7-3990403B5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063" y="2449904"/>
            <a:ext cx="1586360" cy="133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238AC5E-1F90-4CCE-A4F7-55F7B9BC5A3D}"/>
              </a:ext>
            </a:extLst>
          </p:cNvPr>
          <p:cNvSpPr/>
          <p:nvPr/>
        </p:nvSpPr>
        <p:spPr>
          <a:xfrm>
            <a:off x="1019904" y="2309651"/>
            <a:ext cx="1775262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5" name="TextBox 97">
            <a:extLst>
              <a:ext uri="{FF2B5EF4-FFF2-40B4-BE49-F238E27FC236}">
                <a16:creationId xmlns:a16="http://schemas.microsoft.com/office/drawing/2014/main" id="{33184209-06B5-4811-BF1B-4385653C1E4F}"/>
              </a:ext>
            </a:extLst>
          </p:cNvPr>
          <p:cNvSpPr txBox="1"/>
          <p:nvPr/>
        </p:nvSpPr>
        <p:spPr>
          <a:xfrm>
            <a:off x="1036035" y="2344969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패각 이름</a:t>
            </a:r>
          </a:p>
        </p:txBody>
      </p:sp>
      <p:sp>
        <p:nvSpPr>
          <p:cNvPr id="26" name="TextBox 98">
            <a:extLst>
              <a:ext uri="{FF2B5EF4-FFF2-40B4-BE49-F238E27FC236}">
                <a16:creationId xmlns:a16="http://schemas.microsoft.com/office/drawing/2014/main" id="{29D5452D-DFB1-4F97-BE10-96CB6E809228}"/>
              </a:ext>
            </a:extLst>
          </p:cNvPr>
          <p:cNvSpPr txBox="1"/>
          <p:nvPr/>
        </p:nvSpPr>
        <p:spPr>
          <a:xfrm>
            <a:off x="1032320" y="2538902"/>
            <a:ext cx="1629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패각 설명 어쩌구저쩌구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99F6290-0311-4686-B44B-CC655B928DAD}"/>
              </a:ext>
            </a:extLst>
          </p:cNvPr>
          <p:cNvSpPr/>
          <p:nvPr/>
        </p:nvSpPr>
        <p:spPr>
          <a:xfrm>
            <a:off x="789990" y="2404780"/>
            <a:ext cx="317742" cy="31774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6FBB534-9525-4D1B-AEB5-3BE9E36DDD7E}"/>
              </a:ext>
            </a:extLst>
          </p:cNvPr>
          <p:cNvGrpSpPr/>
          <p:nvPr/>
        </p:nvGrpSpPr>
        <p:grpSpPr>
          <a:xfrm>
            <a:off x="2272739" y="2332819"/>
            <a:ext cx="1256151" cy="230832"/>
            <a:chOff x="3664169" y="2092252"/>
            <a:chExt cx="1256151" cy="230832"/>
          </a:xfrm>
        </p:grpSpPr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BE927DB0-3118-41D8-8786-C22B18424F0E}"/>
                </a:ext>
              </a:extLst>
            </p:cNvPr>
            <p:cNvSpPr/>
            <p:nvPr/>
          </p:nvSpPr>
          <p:spPr>
            <a:xfrm>
              <a:off x="3664169" y="2118861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7" name="TextBox 33">
              <a:extLst>
                <a:ext uri="{FF2B5EF4-FFF2-40B4-BE49-F238E27FC236}">
                  <a16:creationId xmlns:a16="http://schemas.microsoft.com/office/drawing/2014/main" id="{28BAA9AD-EFDE-4235-9A48-9A6DC2F2D860}"/>
                </a:ext>
              </a:extLst>
            </p:cNvPr>
            <p:cNvSpPr txBox="1"/>
            <p:nvPr/>
          </p:nvSpPr>
          <p:spPr>
            <a:xfrm>
              <a:off x="3675720" y="2092252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2BBBE5B-6266-42C7-B2D7-7C690CD8F06A}"/>
              </a:ext>
            </a:extLst>
          </p:cNvPr>
          <p:cNvSpPr/>
          <p:nvPr/>
        </p:nvSpPr>
        <p:spPr>
          <a:xfrm>
            <a:off x="1019904" y="2907988"/>
            <a:ext cx="1775262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0" name="TextBox 102">
            <a:extLst>
              <a:ext uri="{FF2B5EF4-FFF2-40B4-BE49-F238E27FC236}">
                <a16:creationId xmlns:a16="http://schemas.microsoft.com/office/drawing/2014/main" id="{E2BF1B74-0C7E-4AF9-8145-BFA4ABDD0FE6}"/>
              </a:ext>
            </a:extLst>
          </p:cNvPr>
          <p:cNvSpPr txBox="1"/>
          <p:nvPr/>
        </p:nvSpPr>
        <p:spPr>
          <a:xfrm>
            <a:off x="1036035" y="2943306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몸통 이름</a:t>
            </a:r>
          </a:p>
        </p:txBody>
      </p:sp>
      <p:sp>
        <p:nvSpPr>
          <p:cNvPr id="31" name="TextBox 103">
            <a:extLst>
              <a:ext uri="{FF2B5EF4-FFF2-40B4-BE49-F238E27FC236}">
                <a16:creationId xmlns:a16="http://schemas.microsoft.com/office/drawing/2014/main" id="{9F7AA1F8-2DD3-4F43-9653-80655E06BAD4}"/>
              </a:ext>
            </a:extLst>
          </p:cNvPr>
          <p:cNvSpPr txBox="1"/>
          <p:nvPr/>
        </p:nvSpPr>
        <p:spPr>
          <a:xfrm>
            <a:off x="1032320" y="3137239"/>
            <a:ext cx="1629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몸통 설명 어쩌구저쩌구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98DB33C-BF99-4102-86B2-DB0495CD7D62}"/>
              </a:ext>
            </a:extLst>
          </p:cNvPr>
          <p:cNvSpPr/>
          <p:nvPr/>
        </p:nvSpPr>
        <p:spPr>
          <a:xfrm>
            <a:off x="789990" y="3003117"/>
            <a:ext cx="317742" cy="31774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4469AE2-8FDC-4D14-993A-3ACE388C6CDA}"/>
              </a:ext>
            </a:extLst>
          </p:cNvPr>
          <p:cNvSpPr/>
          <p:nvPr/>
        </p:nvSpPr>
        <p:spPr>
          <a:xfrm>
            <a:off x="1014750" y="3518084"/>
            <a:ext cx="1775262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4" name="TextBox 106">
            <a:extLst>
              <a:ext uri="{FF2B5EF4-FFF2-40B4-BE49-F238E27FC236}">
                <a16:creationId xmlns:a16="http://schemas.microsoft.com/office/drawing/2014/main" id="{0D9D9D48-E4F9-47F0-A914-B2F60BD5A947}"/>
              </a:ext>
            </a:extLst>
          </p:cNvPr>
          <p:cNvSpPr txBox="1"/>
          <p:nvPr/>
        </p:nvSpPr>
        <p:spPr>
          <a:xfrm>
            <a:off x="1030881" y="3553402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더듬이 이름</a:t>
            </a:r>
          </a:p>
        </p:txBody>
      </p:sp>
      <p:sp>
        <p:nvSpPr>
          <p:cNvPr id="35" name="TextBox 107">
            <a:extLst>
              <a:ext uri="{FF2B5EF4-FFF2-40B4-BE49-F238E27FC236}">
                <a16:creationId xmlns:a16="http://schemas.microsoft.com/office/drawing/2014/main" id="{62B96F1F-4207-4E2A-93F8-691677B9D4AB}"/>
              </a:ext>
            </a:extLst>
          </p:cNvPr>
          <p:cNvSpPr txBox="1"/>
          <p:nvPr/>
        </p:nvSpPr>
        <p:spPr>
          <a:xfrm>
            <a:off x="1027166" y="3747335"/>
            <a:ext cx="1629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더듬이 설명 어쩌구저쩌구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91B09B2-C18B-43B7-ADBE-B024B1C3038A}"/>
              </a:ext>
            </a:extLst>
          </p:cNvPr>
          <p:cNvSpPr/>
          <p:nvPr/>
        </p:nvSpPr>
        <p:spPr>
          <a:xfrm>
            <a:off x="784836" y="3613213"/>
            <a:ext cx="317742" cy="31774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67A9E24-0DF4-43C6-ACE4-E60E33D6BAEF}"/>
              </a:ext>
            </a:extLst>
          </p:cNvPr>
          <p:cNvSpPr/>
          <p:nvPr/>
        </p:nvSpPr>
        <p:spPr>
          <a:xfrm>
            <a:off x="1014750" y="4131345"/>
            <a:ext cx="1775262" cy="50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8" name="TextBox 110">
            <a:extLst>
              <a:ext uri="{FF2B5EF4-FFF2-40B4-BE49-F238E27FC236}">
                <a16:creationId xmlns:a16="http://schemas.microsoft.com/office/drawing/2014/main" id="{95929D2C-F756-461C-BDFD-2C5588DB544C}"/>
              </a:ext>
            </a:extLst>
          </p:cNvPr>
          <p:cNvSpPr txBox="1"/>
          <p:nvPr/>
        </p:nvSpPr>
        <p:spPr>
          <a:xfrm>
            <a:off x="1030881" y="4166663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얼굴 이름</a:t>
            </a:r>
          </a:p>
        </p:txBody>
      </p:sp>
      <p:sp>
        <p:nvSpPr>
          <p:cNvPr id="39" name="TextBox 111">
            <a:extLst>
              <a:ext uri="{FF2B5EF4-FFF2-40B4-BE49-F238E27FC236}">
                <a16:creationId xmlns:a16="http://schemas.microsoft.com/office/drawing/2014/main" id="{C4903039-6F88-4AE3-9EB9-1DE07CEFF02A}"/>
              </a:ext>
            </a:extLst>
          </p:cNvPr>
          <p:cNvSpPr txBox="1"/>
          <p:nvPr/>
        </p:nvSpPr>
        <p:spPr>
          <a:xfrm>
            <a:off x="1027166" y="4360596"/>
            <a:ext cx="1629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얼굴 설명 어쩌구저쩌구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395E6B1-4E5C-43C2-B04F-9C9C2A1286F1}"/>
              </a:ext>
            </a:extLst>
          </p:cNvPr>
          <p:cNvSpPr/>
          <p:nvPr/>
        </p:nvSpPr>
        <p:spPr>
          <a:xfrm>
            <a:off x="784836" y="4226474"/>
            <a:ext cx="317742" cy="31774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D790BDA-8485-4AD4-8826-956075746E5F}"/>
              </a:ext>
            </a:extLst>
          </p:cNvPr>
          <p:cNvGrpSpPr/>
          <p:nvPr/>
        </p:nvGrpSpPr>
        <p:grpSpPr>
          <a:xfrm>
            <a:off x="2287035" y="2928045"/>
            <a:ext cx="1256151" cy="230832"/>
            <a:chOff x="3664169" y="2092252"/>
            <a:chExt cx="1256151" cy="230832"/>
          </a:xfrm>
        </p:grpSpPr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22481E71-ABEB-41F3-B062-EFA4C6A4ABB5}"/>
                </a:ext>
              </a:extLst>
            </p:cNvPr>
            <p:cNvSpPr/>
            <p:nvPr/>
          </p:nvSpPr>
          <p:spPr>
            <a:xfrm>
              <a:off x="3664169" y="2118861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5" name="TextBox 115">
              <a:extLst>
                <a:ext uri="{FF2B5EF4-FFF2-40B4-BE49-F238E27FC236}">
                  <a16:creationId xmlns:a16="http://schemas.microsoft.com/office/drawing/2014/main" id="{FAC03107-56D7-4EB8-BC92-D5D0528AD420}"/>
                </a:ext>
              </a:extLst>
            </p:cNvPr>
            <p:cNvSpPr txBox="1"/>
            <p:nvPr/>
          </p:nvSpPr>
          <p:spPr>
            <a:xfrm>
              <a:off x="3675720" y="2092252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0FFB6BC-27EC-41E6-ACD6-1629B053BC3D}"/>
              </a:ext>
            </a:extLst>
          </p:cNvPr>
          <p:cNvGrpSpPr/>
          <p:nvPr/>
        </p:nvGrpSpPr>
        <p:grpSpPr>
          <a:xfrm>
            <a:off x="2287035" y="3532242"/>
            <a:ext cx="1256151" cy="230832"/>
            <a:chOff x="3664169" y="2092252"/>
            <a:chExt cx="1256151" cy="230832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3FEC2EA5-B225-44EF-BAB0-5BF8E06530FC}"/>
                </a:ext>
              </a:extLst>
            </p:cNvPr>
            <p:cNvSpPr/>
            <p:nvPr/>
          </p:nvSpPr>
          <p:spPr>
            <a:xfrm>
              <a:off x="3664169" y="2118861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3" name="TextBox 118">
              <a:extLst>
                <a:ext uri="{FF2B5EF4-FFF2-40B4-BE49-F238E27FC236}">
                  <a16:creationId xmlns:a16="http://schemas.microsoft.com/office/drawing/2014/main" id="{553136EF-1474-4ACC-9EE0-EFAA77A6ADCC}"/>
                </a:ext>
              </a:extLst>
            </p:cNvPr>
            <p:cNvSpPr txBox="1"/>
            <p:nvPr/>
          </p:nvSpPr>
          <p:spPr>
            <a:xfrm>
              <a:off x="3675720" y="2092252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7C07BA8-4DA0-401B-A6C9-3553055FE165}"/>
              </a:ext>
            </a:extLst>
          </p:cNvPr>
          <p:cNvGrpSpPr/>
          <p:nvPr/>
        </p:nvGrpSpPr>
        <p:grpSpPr>
          <a:xfrm>
            <a:off x="2287035" y="4155417"/>
            <a:ext cx="1256151" cy="230832"/>
            <a:chOff x="3664169" y="2092252"/>
            <a:chExt cx="1256151" cy="230832"/>
          </a:xfrm>
        </p:grpSpPr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73B22DEF-7049-4C22-819E-D225A78C93B3}"/>
                </a:ext>
              </a:extLst>
            </p:cNvPr>
            <p:cNvSpPr/>
            <p:nvPr/>
          </p:nvSpPr>
          <p:spPr>
            <a:xfrm>
              <a:off x="3664169" y="2118861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TextBox 121">
              <a:extLst>
                <a:ext uri="{FF2B5EF4-FFF2-40B4-BE49-F238E27FC236}">
                  <a16:creationId xmlns:a16="http://schemas.microsoft.com/office/drawing/2014/main" id="{A9FFAAFE-8A78-4BD7-AEF2-85B186C0FCFC}"/>
                </a:ext>
              </a:extLst>
            </p:cNvPr>
            <p:cNvSpPr txBox="1"/>
            <p:nvPr/>
          </p:nvSpPr>
          <p:spPr>
            <a:xfrm>
              <a:off x="3675720" y="2092252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2869D2F-5F6B-4083-B6BC-023B65B5F7D8}"/>
              </a:ext>
            </a:extLst>
          </p:cNvPr>
          <p:cNvSpPr/>
          <p:nvPr/>
        </p:nvSpPr>
        <p:spPr>
          <a:xfrm>
            <a:off x="3741651" y="2336559"/>
            <a:ext cx="448264" cy="158667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5" name="TextBox 123">
            <a:extLst>
              <a:ext uri="{FF2B5EF4-FFF2-40B4-BE49-F238E27FC236}">
                <a16:creationId xmlns:a16="http://schemas.microsoft.com/office/drawing/2014/main" id="{E9B951D5-5CF7-4D8F-B301-79BB7CD47033}"/>
              </a:ext>
            </a:extLst>
          </p:cNvPr>
          <p:cNvSpPr txBox="1"/>
          <p:nvPr/>
        </p:nvSpPr>
        <p:spPr>
          <a:xfrm>
            <a:off x="3753202" y="2309950"/>
            <a:ext cx="124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>
                <a:solidFill>
                  <a:schemeClr val="bg1"/>
                </a:solidFill>
              </a:rPr>
              <a:t>에픽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E0302DD-F497-4AF4-805D-372B1C02957E}"/>
              </a:ext>
            </a:extLst>
          </p:cNvPr>
          <p:cNvSpPr/>
          <p:nvPr/>
        </p:nvSpPr>
        <p:spPr>
          <a:xfrm>
            <a:off x="3276454" y="3772378"/>
            <a:ext cx="1561054" cy="178583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821DE2CE-37BF-4B2F-87D2-867E1C480973}"/>
              </a:ext>
            </a:extLst>
          </p:cNvPr>
          <p:cNvSpPr/>
          <p:nvPr/>
        </p:nvSpPr>
        <p:spPr>
          <a:xfrm>
            <a:off x="3145518" y="3750242"/>
            <a:ext cx="207441" cy="2074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2269D0A-7116-4B96-8AE8-94FD941D2A46}"/>
              </a:ext>
            </a:extLst>
          </p:cNvPr>
          <p:cNvSpPr/>
          <p:nvPr/>
        </p:nvSpPr>
        <p:spPr>
          <a:xfrm>
            <a:off x="3276454" y="4006352"/>
            <a:ext cx="1561054" cy="178583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93FE6979-7618-4FCE-918F-254B6172F32C}"/>
              </a:ext>
            </a:extLst>
          </p:cNvPr>
          <p:cNvSpPr/>
          <p:nvPr/>
        </p:nvSpPr>
        <p:spPr>
          <a:xfrm>
            <a:off x="3145518" y="3984216"/>
            <a:ext cx="207441" cy="2074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683BCC9-ED26-4A54-A2D4-D6A45DF628AC}"/>
              </a:ext>
            </a:extLst>
          </p:cNvPr>
          <p:cNvSpPr/>
          <p:nvPr/>
        </p:nvSpPr>
        <p:spPr>
          <a:xfrm>
            <a:off x="3276454" y="4234809"/>
            <a:ext cx="1561054" cy="178583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5B4A1CE7-0C6D-4F4B-A40E-F0CA4D1CB208}"/>
              </a:ext>
            </a:extLst>
          </p:cNvPr>
          <p:cNvSpPr/>
          <p:nvPr/>
        </p:nvSpPr>
        <p:spPr>
          <a:xfrm>
            <a:off x="3145518" y="4212672"/>
            <a:ext cx="207441" cy="2074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5B76C8CD-E775-478E-A475-2DAB38B6DD96}"/>
              </a:ext>
            </a:extLst>
          </p:cNvPr>
          <p:cNvSpPr/>
          <p:nvPr/>
        </p:nvSpPr>
        <p:spPr>
          <a:xfrm>
            <a:off x="3276454" y="4464580"/>
            <a:ext cx="1561054" cy="178583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1170277-2D7C-4D13-BDFC-F45A7DD63398}"/>
              </a:ext>
            </a:extLst>
          </p:cNvPr>
          <p:cNvSpPr/>
          <p:nvPr/>
        </p:nvSpPr>
        <p:spPr>
          <a:xfrm>
            <a:off x="3145518" y="4442444"/>
            <a:ext cx="207441" cy="2074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A05BF7C-358D-476D-BF37-893ED01B28D6}"/>
              </a:ext>
            </a:extLst>
          </p:cNvPr>
          <p:cNvGrpSpPr/>
          <p:nvPr/>
        </p:nvGrpSpPr>
        <p:grpSpPr>
          <a:xfrm>
            <a:off x="3371819" y="3758070"/>
            <a:ext cx="1061221" cy="200055"/>
            <a:chOff x="3663804" y="2086294"/>
            <a:chExt cx="1244600" cy="234625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F41369D4-0691-4EA3-891B-6C48E9CBFBD3}"/>
                </a:ext>
              </a:extLst>
            </p:cNvPr>
            <p:cNvSpPr/>
            <p:nvPr/>
          </p:nvSpPr>
          <p:spPr>
            <a:xfrm>
              <a:off x="3664169" y="2118861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00"/>
            </a:p>
          </p:txBody>
        </p:sp>
        <p:sp>
          <p:nvSpPr>
            <p:cNvPr id="69" name="TextBox 138">
              <a:extLst>
                <a:ext uri="{FF2B5EF4-FFF2-40B4-BE49-F238E27FC236}">
                  <a16:creationId xmlns:a16="http://schemas.microsoft.com/office/drawing/2014/main" id="{227EE85B-BC2C-4667-9311-4FF08091CD34}"/>
                </a:ext>
              </a:extLst>
            </p:cNvPr>
            <p:cNvSpPr txBox="1"/>
            <p:nvPr/>
          </p:nvSpPr>
          <p:spPr>
            <a:xfrm>
              <a:off x="3663804" y="2086294"/>
              <a:ext cx="1244600" cy="234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1583ED2F-02FB-4F77-B7F2-8C296CC143FC}"/>
              </a:ext>
            </a:extLst>
          </p:cNvPr>
          <p:cNvGrpSpPr/>
          <p:nvPr/>
        </p:nvGrpSpPr>
        <p:grpSpPr>
          <a:xfrm>
            <a:off x="3377889" y="4002223"/>
            <a:ext cx="1061221" cy="200055"/>
            <a:chOff x="3663804" y="2086294"/>
            <a:chExt cx="1244600" cy="234625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972A2E37-198F-43B1-9578-C61A4BDB4C0E}"/>
                </a:ext>
              </a:extLst>
            </p:cNvPr>
            <p:cNvSpPr/>
            <p:nvPr/>
          </p:nvSpPr>
          <p:spPr>
            <a:xfrm>
              <a:off x="3664169" y="2118861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00"/>
            </a:p>
          </p:txBody>
        </p:sp>
        <p:sp>
          <p:nvSpPr>
            <p:cNvPr id="67" name="TextBox 141">
              <a:extLst>
                <a:ext uri="{FF2B5EF4-FFF2-40B4-BE49-F238E27FC236}">
                  <a16:creationId xmlns:a16="http://schemas.microsoft.com/office/drawing/2014/main" id="{6E939C3C-5139-4EE7-8017-BCF83F68B2B9}"/>
                </a:ext>
              </a:extLst>
            </p:cNvPr>
            <p:cNvSpPr txBox="1"/>
            <p:nvPr/>
          </p:nvSpPr>
          <p:spPr>
            <a:xfrm>
              <a:off x="3663804" y="2086294"/>
              <a:ext cx="1244600" cy="234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BCCCBBB4-3A77-4ECD-8038-4487BD95F270}"/>
              </a:ext>
            </a:extLst>
          </p:cNvPr>
          <p:cNvGrpSpPr/>
          <p:nvPr/>
        </p:nvGrpSpPr>
        <p:grpSpPr>
          <a:xfrm>
            <a:off x="3377889" y="4225262"/>
            <a:ext cx="1061221" cy="200055"/>
            <a:chOff x="3663804" y="2086294"/>
            <a:chExt cx="1244600" cy="234625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0A66232E-31CD-40E8-9381-17321893CD99}"/>
                </a:ext>
              </a:extLst>
            </p:cNvPr>
            <p:cNvSpPr/>
            <p:nvPr/>
          </p:nvSpPr>
          <p:spPr>
            <a:xfrm>
              <a:off x="3664169" y="2118861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00"/>
            </a:p>
          </p:txBody>
        </p:sp>
        <p:sp>
          <p:nvSpPr>
            <p:cNvPr id="65" name="TextBox 144">
              <a:extLst>
                <a:ext uri="{FF2B5EF4-FFF2-40B4-BE49-F238E27FC236}">
                  <a16:creationId xmlns:a16="http://schemas.microsoft.com/office/drawing/2014/main" id="{483B9A16-AE38-4AC8-A99F-D344BB942F4A}"/>
                </a:ext>
              </a:extLst>
            </p:cNvPr>
            <p:cNvSpPr txBox="1"/>
            <p:nvPr/>
          </p:nvSpPr>
          <p:spPr>
            <a:xfrm>
              <a:off x="3663804" y="2086294"/>
              <a:ext cx="1244600" cy="234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76AFAF9-51CC-4531-95D6-97E967F4EDB0}"/>
              </a:ext>
            </a:extLst>
          </p:cNvPr>
          <p:cNvGrpSpPr/>
          <p:nvPr/>
        </p:nvGrpSpPr>
        <p:grpSpPr>
          <a:xfrm>
            <a:off x="3383959" y="4453843"/>
            <a:ext cx="1061221" cy="200055"/>
            <a:chOff x="3663804" y="2086294"/>
            <a:chExt cx="1244600" cy="234625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646C0A41-C0A7-4D5A-AD73-BEA4C1AF464B}"/>
                </a:ext>
              </a:extLst>
            </p:cNvPr>
            <p:cNvSpPr/>
            <p:nvPr/>
          </p:nvSpPr>
          <p:spPr>
            <a:xfrm>
              <a:off x="3664169" y="2118861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00"/>
            </a:p>
          </p:txBody>
        </p:sp>
        <p:sp>
          <p:nvSpPr>
            <p:cNvPr id="63" name="TextBox 147">
              <a:extLst>
                <a:ext uri="{FF2B5EF4-FFF2-40B4-BE49-F238E27FC236}">
                  <a16:creationId xmlns:a16="http://schemas.microsoft.com/office/drawing/2014/main" id="{E17A60E4-A279-4FBF-9822-BB55DFE624A1}"/>
                </a:ext>
              </a:extLst>
            </p:cNvPr>
            <p:cNvSpPr txBox="1"/>
            <p:nvPr/>
          </p:nvSpPr>
          <p:spPr>
            <a:xfrm>
              <a:off x="3663804" y="2086294"/>
              <a:ext cx="1244600" cy="234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b="1">
                  <a:solidFill>
                    <a:schemeClr val="bg1"/>
                  </a:solidFill>
                </a:rPr>
                <a:t>에픽</a:t>
              </a:r>
            </a:p>
          </p:txBody>
        </p:sp>
      </p:grpSp>
      <p:sp>
        <p:nvSpPr>
          <p:cNvPr id="58" name="TextBox 148">
            <a:extLst>
              <a:ext uri="{FF2B5EF4-FFF2-40B4-BE49-F238E27FC236}">
                <a16:creationId xmlns:a16="http://schemas.microsoft.com/office/drawing/2014/main" id="{88922A46-D9AC-41EC-8D51-A70CBD6AB5C4}"/>
              </a:ext>
            </a:extLst>
          </p:cNvPr>
          <p:cNvSpPr txBox="1"/>
          <p:nvPr/>
        </p:nvSpPr>
        <p:spPr>
          <a:xfrm>
            <a:off x="3723844" y="3755098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패각 이름</a:t>
            </a:r>
          </a:p>
        </p:txBody>
      </p:sp>
      <p:sp>
        <p:nvSpPr>
          <p:cNvPr id="59" name="TextBox 149">
            <a:extLst>
              <a:ext uri="{FF2B5EF4-FFF2-40B4-BE49-F238E27FC236}">
                <a16:creationId xmlns:a16="http://schemas.microsoft.com/office/drawing/2014/main" id="{AD53FBEA-3A23-4D79-A91C-0F63CE769DA5}"/>
              </a:ext>
            </a:extLst>
          </p:cNvPr>
          <p:cNvSpPr txBox="1"/>
          <p:nvPr/>
        </p:nvSpPr>
        <p:spPr>
          <a:xfrm>
            <a:off x="3723844" y="3993047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몸통 이름</a:t>
            </a:r>
          </a:p>
        </p:txBody>
      </p:sp>
      <p:sp>
        <p:nvSpPr>
          <p:cNvPr id="60" name="TextBox 150">
            <a:extLst>
              <a:ext uri="{FF2B5EF4-FFF2-40B4-BE49-F238E27FC236}">
                <a16:creationId xmlns:a16="http://schemas.microsoft.com/office/drawing/2014/main" id="{1AD9479E-8303-46D0-8508-7667269CE6CA}"/>
              </a:ext>
            </a:extLst>
          </p:cNvPr>
          <p:cNvSpPr txBox="1"/>
          <p:nvPr/>
        </p:nvSpPr>
        <p:spPr>
          <a:xfrm>
            <a:off x="3718690" y="4226474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더듬이 이름</a:t>
            </a:r>
          </a:p>
        </p:txBody>
      </p:sp>
      <p:sp>
        <p:nvSpPr>
          <p:cNvPr id="61" name="TextBox 151">
            <a:extLst>
              <a:ext uri="{FF2B5EF4-FFF2-40B4-BE49-F238E27FC236}">
                <a16:creationId xmlns:a16="http://schemas.microsoft.com/office/drawing/2014/main" id="{8389BA23-7340-492A-A4B4-305562CC545F}"/>
              </a:ext>
            </a:extLst>
          </p:cNvPr>
          <p:cNvSpPr txBox="1"/>
          <p:nvPr/>
        </p:nvSpPr>
        <p:spPr>
          <a:xfrm>
            <a:off x="3718690" y="4441918"/>
            <a:ext cx="1244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얼굴 이름</a:t>
            </a:r>
          </a:p>
        </p:txBody>
      </p:sp>
      <p:sp>
        <p:nvSpPr>
          <p:cNvPr id="83" name="TextBox 3">
            <a:extLst>
              <a:ext uri="{FF2B5EF4-FFF2-40B4-BE49-F238E27FC236}">
                <a16:creationId xmlns:a16="http://schemas.microsoft.com/office/drawing/2014/main" id="{1C1F6C94-20D0-7BF0-A93F-EEBF7C8BED1B}"/>
              </a:ext>
            </a:extLst>
          </p:cNvPr>
          <p:cNvSpPr txBox="1"/>
          <p:nvPr/>
        </p:nvSpPr>
        <p:spPr>
          <a:xfrm>
            <a:off x="145731" y="186676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달팽이 상세보기</a:t>
            </a:r>
          </a:p>
        </p:txBody>
      </p:sp>
    </p:spTree>
    <p:extLst>
      <p:ext uri="{BB962C8B-B14F-4D97-AF65-F5344CB8AC3E}">
        <p14:creationId xmlns:p14="http://schemas.microsoft.com/office/powerpoint/2010/main" val="2450039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33725-397A-6850-526C-05F9A167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3">
            <a:extLst>
              <a:ext uri="{FF2B5EF4-FFF2-40B4-BE49-F238E27FC236}">
                <a16:creationId xmlns:a16="http://schemas.microsoft.com/office/drawing/2014/main" id="{87A338DF-C6A8-7A0C-4B31-3035B33A7971}"/>
              </a:ext>
            </a:extLst>
          </p:cNvPr>
          <p:cNvSpPr txBox="1"/>
          <p:nvPr/>
        </p:nvSpPr>
        <p:spPr>
          <a:xfrm>
            <a:off x="145731" y="186676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이름 변경 팝업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2CD7193-24ED-4932-ABB4-89E8E9D409B0}"/>
              </a:ext>
            </a:extLst>
          </p:cNvPr>
          <p:cNvSpPr/>
          <p:nvPr/>
        </p:nvSpPr>
        <p:spPr>
          <a:xfrm>
            <a:off x="997649" y="2375084"/>
            <a:ext cx="3063410" cy="1839608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D56379B-F543-4E5B-AA70-41627EA8DD2F}"/>
              </a:ext>
            </a:extLst>
          </p:cNvPr>
          <p:cNvGrpSpPr/>
          <p:nvPr/>
        </p:nvGrpSpPr>
        <p:grpSpPr>
          <a:xfrm>
            <a:off x="3788600" y="2295585"/>
            <a:ext cx="358775" cy="358775"/>
            <a:chOff x="4746951" y="1635022"/>
            <a:chExt cx="358775" cy="358775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4071B80B-60F9-496E-BD3D-74377224CD8C}"/>
                </a:ext>
              </a:extLst>
            </p:cNvPr>
            <p:cNvSpPr/>
            <p:nvPr/>
          </p:nvSpPr>
          <p:spPr>
            <a:xfrm>
              <a:off x="4764088" y="1652273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90" name="곱하기 기호 89">
              <a:extLst>
                <a:ext uri="{FF2B5EF4-FFF2-40B4-BE49-F238E27FC236}">
                  <a16:creationId xmlns:a16="http://schemas.microsoft.com/office/drawing/2014/main" id="{51FC9A45-8718-452F-AC43-1FC23E8D95B3}"/>
                </a:ext>
              </a:extLst>
            </p:cNvPr>
            <p:cNvSpPr/>
            <p:nvPr/>
          </p:nvSpPr>
          <p:spPr>
            <a:xfrm>
              <a:off x="4746951" y="1635022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84" name="TextBox 5">
            <a:extLst>
              <a:ext uri="{FF2B5EF4-FFF2-40B4-BE49-F238E27FC236}">
                <a16:creationId xmlns:a16="http://schemas.microsoft.com/office/drawing/2014/main" id="{543A02D8-A20E-4031-86EB-449266A5F27C}"/>
              </a:ext>
            </a:extLst>
          </p:cNvPr>
          <p:cNvSpPr txBox="1"/>
          <p:nvPr/>
        </p:nvSpPr>
        <p:spPr>
          <a:xfrm>
            <a:off x="1718807" y="2689801"/>
            <a:ext cx="16658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/>
              <a:t>이름을 변경합니다</a:t>
            </a:r>
            <a:r>
              <a:rPr lang="en-US" altLang="ko-KR" sz="1100" b="1"/>
              <a:t>.</a:t>
            </a:r>
            <a:endParaRPr lang="ko-KR" altLang="en-US" sz="1100" b="1"/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36CD02D3-9FD7-4205-8D67-0AC2CD578EFC}"/>
              </a:ext>
            </a:extLst>
          </p:cNvPr>
          <p:cNvSpPr/>
          <p:nvPr/>
        </p:nvSpPr>
        <p:spPr>
          <a:xfrm>
            <a:off x="2152662" y="3805297"/>
            <a:ext cx="797735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6" name="TextBox 7">
            <a:extLst>
              <a:ext uri="{FF2B5EF4-FFF2-40B4-BE49-F238E27FC236}">
                <a16:creationId xmlns:a16="http://schemas.microsoft.com/office/drawing/2014/main" id="{ACBE3C90-50B3-4059-A267-0693A0C9E0F0}"/>
              </a:ext>
            </a:extLst>
          </p:cNvPr>
          <p:cNvSpPr txBox="1"/>
          <p:nvPr/>
        </p:nvSpPr>
        <p:spPr>
          <a:xfrm>
            <a:off x="2353913" y="3834052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변경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60346D93-0150-4FC8-A17D-8837E0A673AA}"/>
              </a:ext>
            </a:extLst>
          </p:cNvPr>
          <p:cNvSpPr/>
          <p:nvPr/>
        </p:nvSpPr>
        <p:spPr>
          <a:xfrm>
            <a:off x="1528259" y="3167213"/>
            <a:ext cx="2046981" cy="255350"/>
          </a:xfrm>
          <a:prstGeom prst="roundRect">
            <a:avLst>
              <a:gd name="adj" fmla="val 50000"/>
            </a:avLst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8" name="TextBox 13">
            <a:extLst>
              <a:ext uri="{FF2B5EF4-FFF2-40B4-BE49-F238E27FC236}">
                <a16:creationId xmlns:a16="http://schemas.microsoft.com/office/drawing/2014/main" id="{24A38139-3896-4ED1-AF32-54EE1A7E5516}"/>
              </a:ext>
            </a:extLst>
          </p:cNvPr>
          <p:cNvSpPr txBox="1"/>
          <p:nvPr/>
        </p:nvSpPr>
        <p:spPr>
          <a:xfrm>
            <a:off x="2220908" y="3191731"/>
            <a:ext cx="782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/>
              <a:t>이전 이름</a:t>
            </a:r>
          </a:p>
        </p:txBody>
      </p:sp>
    </p:spTree>
    <p:extLst>
      <p:ext uri="{BB962C8B-B14F-4D97-AF65-F5344CB8AC3E}">
        <p14:creationId xmlns:p14="http://schemas.microsoft.com/office/powerpoint/2010/main" val="3030687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7A6E5-AD89-0DAF-F92B-D9E7B4989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3">
            <a:extLst>
              <a:ext uri="{FF2B5EF4-FFF2-40B4-BE49-F238E27FC236}">
                <a16:creationId xmlns:a16="http://schemas.microsoft.com/office/drawing/2014/main" id="{FEED92D1-1BD0-C5B8-2870-8F9B88A3EB4B}"/>
              </a:ext>
            </a:extLst>
          </p:cNvPr>
          <p:cNvSpPr txBox="1"/>
          <p:nvPr/>
        </p:nvSpPr>
        <p:spPr>
          <a:xfrm>
            <a:off x="145731" y="186676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알 부화 팝업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56F9F33-B852-EF4B-8CBE-7163684A5B0C}"/>
              </a:ext>
            </a:extLst>
          </p:cNvPr>
          <p:cNvSpPr/>
          <p:nvPr/>
        </p:nvSpPr>
        <p:spPr>
          <a:xfrm>
            <a:off x="7042849" y="2375084"/>
            <a:ext cx="3063410" cy="1846231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A878512-6BA4-8C2E-5248-536C61855958}"/>
              </a:ext>
            </a:extLst>
          </p:cNvPr>
          <p:cNvGrpSpPr/>
          <p:nvPr/>
        </p:nvGrpSpPr>
        <p:grpSpPr>
          <a:xfrm>
            <a:off x="9833800" y="2295585"/>
            <a:ext cx="358775" cy="358775"/>
            <a:chOff x="4746951" y="1635022"/>
            <a:chExt cx="358775" cy="358775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7F7B837-CBD8-7934-1CE6-E123A5C4C42F}"/>
                </a:ext>
              </a:extLst>
            </p:cNvPr>
            <p:cNvSpPr/>
            <p:nvPr/>
          </p:nvSpPr>
          <p:spPr>
            <a:xfrm>
              <a:off x="4764088" y="1652273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90" name="곱하기 기호 89">
              <a:extLst>
                <a:ext uri="{FF2B5EF4-FFF2-40B4-BE49-F238E27FC236}">
                  <a16:creationId xmlns:a16="http://schemas.microsoft.com/office/drawing/2014/main" id="{2FA848DF-236C-DD71-52C3-4FA67CD512E4}"/>
                </a:ext>
              </a:extLst>
            </p:cNvPr>
            <p:cNvSpPr/>
            <p:nvPr/>
          </p:nvSpPr>
          <p:spPr>
            <a:xfrm>
              <a:off x="4746951" y="1635022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84" name="TextBox 5">
            <a:extLst>
              <a:ext uri="{FF2B5EF4-FFF2-40B4-BE49-F238E27FC236}">
                <a16:creationId xmlns:a16="http://schemas.microsoft.com/office/drawing/2014/main" id="{6D4F7E67-6870-9576-26BB-014B38E14C0C}"/>
              </a:ext>
            </a:extLst>
          </p:cNvPr>
          <p:cNvSpPr txBox="1"/>
          <p:nvPr/>
        </p:nvSpPr>
        <p:spPr>
          <a:xfrm>
            <a:off x="7038716" y="2544619"/>
            <a:ext cx="306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 dirty="0"/>
              <a:t>알이 부화했습니다</a:t>
            </a:r>
            <a:r>
              <a:rPr lang="en-US" altLang="ko-KR" sz="1100" b="1" dirty="0"/>
              <a:t>!</a:t>
            </a:r>
            <a:endParaRPr lang="ko-KR" altLang="en-US" sz="1100" b="1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7654F77-1D1E-9F6E-2B2D-01975E7C122A}"/>
              </a:ext>
            </a:extLst>
          </p:cNvPr>
          <p:cNvGrpSpPr/>
          <p:nvPr/>
        </p:nvGrpSpPr>
        <p:grpSpPr>
          <a:xfrm>
            <a:off x="8211282" y="3776345"/>
            <a:ext cx="983906" cy="276559"/>
            <a:chOff x="5581662" y="3805297"/>
            <a:chExt cx="983906" cy="276559"/>
          </a:xfrm>
        </p:grpSpPr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251048CF-90CF-7BF4-E647-FC4FCAFB92E8}"/>
                </a:ext>
              </a:extLst>
            </p:cNvPr>
            <p:cNvSpPr/>
            <p:nvPr/>
          </p:nvSpPr>
          <p:spPr>
            <a:xfrm>
              <a:off x="5581662" y="3805297"/>
              <a:ext cx="797735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6" name="TextBox 7">
              <a:extLst>
                <a:ext uri="{FF2B5EF4-FFF2-40B4-BE49-F238E27FC236}">
                  <a16:creationId xmlns:a16="http://schemas.microsoft.com/office/drawing/2014/main" id="{6D07EE88-B947-6C9A-18D4-4371C4ECB66A}"/>
                </a:ext>
              </a:extLst>
            </p:cNvPr>
            <p:cNvSpPr txBox="1"/>
            <p:nvPr/>
          </p:nvSpPr>
          <p:spPr>
            <a:xfrm>
              <a:off x="5782913" y="3834052"/>
              <a:ext cx="78265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 dirty="0"/>
                <a:t>확인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F3E6EDF-AF58-A8FA-F65D-694329D8AF61}"/>
              </a:ext>
            </a:extLst>
          </p:cNvPr>
          <p:cNvGrpSpPr/>
          <p:nvPr/>
        </p:nvGrpSpPr>
        <p:grpSpPr>
          <a:xfrm>
            <a:off x="8371205" y="3493002"/>
            <a:ext cx="1256151" cy="230832"/>
            <a:chOff x="4032153" y="2905649"/>
            <a:chExt cx="1256151" cy="230832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10436571-20E9-A7C3-264A-A6B6B200CC90}"/>
                </a:ext>
              </a:extLst>
            </p:cNvPr>
            <p:cNvSpPr/>
            <p:nvPr/>
          </p:nvSpPr>
          <p:spPr>
            <a:xfrm>
              <a:off x="4032153" y="29322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E65D9DC-1286-B401-7724-76A8578CADB2}"/>
                </a:ext>
              </a:extLst>
            </p:cNvPr>
            <p:cNvSpPr txBox="1"/>
            <p:nvPr/>
          </p:nvSpPr>
          <p:spPr>
            <a:xfrm>
              <a:off x="4043704" y="29056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err="1">
                  <a:solidFill>
                    <a:schemeClr val="bg1"/>
                  </a:solidFill>
                </a:rPr>
                <a:t>에픽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id="{95B6AC11-092E-6215-4A23-7462226BE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892" y="2693323"/>
            <a:ext cx="1095561" cy="920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2AC9FBB-3191-DC35-CD38-81D357A87A56}"/>
              </a:ext>
            </a:extLst>
          </p:cNvPr>
          <p:cNvSpPr/>
          <p:nvPr/>
        </p:nvSpPr>
        <p:spPr>
          <a:xfrm>
            <a:off x="1511842" y="2375084"/>
            <a:ext cx="3063410" cy="1846231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E711495-B9F0-2080-6621-E7F37849F72C}"/>
              </a:ext>
            </a:extLst>
          </p:cNvPr>
          <p:cNvGrpSpPr/>
          <p:nvPr/>
        </p:nvGrpSpPr>
        <p:grpSpPr>
          <a:xfrm>
            <a:off x="4302793" y="2295585"/>
            <a:ext cx="358775" cy="358775"/>
            <a:chOff x="4746951" y="1635022"/>
            <a:chExt cx="358775" cy="358775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276BDC91-5DA0-607C-4F80-4916086152F5}"/>
                </a:ext>
              </a:extLst>
            </p:cNvPr>
            <p:cNvSpPr/>
            <p:nvPr/>
          </p:nvSpPr>
          <p:spPr>
            <a:xfrm>
              <a:off x="4764088" y="1652273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42" name="곱하기 기호 41">
              <a:extLst>
                <a:ext uri="{FF2B5EF4-FFF2-40B4-BE49-F238E27FC236}">
                  <a16:creationId xmlns:a16="http://schemas.microsoft.com/office/drawing/2014/main" id="{2911D1F5-0F1C-713D-2742-BD15D10D014B}"/>
                </a:ext>
              </a:extLst>
            </p:cNvPr>
            <p:cNvSpPr/>
            <p:nvPr/>
          </p:nvSpPr>
          <p:spPr>
            <a:xfrm>
              <a:off x="4746951" y="1635022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3" name="TextBox 5">
            <a:extLst>
              <a:ext uri="{FF2B5EF4-FFF2-40B4-BE49-F238E27FC236}">
                <a16:creationId xmlns:a16="http://schemas.microsoft.com/office/drawing/2014/main" id="{3C73504B-6C71-C25A-D25F-C27841E3E84B}"/>
              </a:ext>
            </a:extLst>
          </p:cNvPr>
          <p:cNvSpPr txBox="1"/>
          <p:nvPr/>
        </p:nvSpPr>
        <p:spPr>
          <a:xfrm>
            <a:off x="1507709" y="2544619"/>
            <a:ext cx="306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 dirty="0"/>
              <a:t>알이 부화했습니다</a:t>
            </a:r>
            <a:r>
              <a:rPr lang="en-US" altLang="ko-KR" sz="1100" b="1" dirty="0"/>
              <a:t>!</a:t>
            </a:r>
            <a:endParaRPr lang="ko-KR" altLang="en-US" sz="1100" b="1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89226CD-42F4-BC17-7E88-2CDF9579D96E}"/>
              </a:ext>
            </a:extLst>
          </p:cNvPr>
          <p:cNvGrpSpPr/>
          <p:nvPr/>
        </p:nvGrpSpPr>
        <p:grpSpPr>
          <a:xfrm>
            <a:off x="2680275" y="3776345"/>
            <a:ext cx="983906" cy="276559"/>
            <a:chOff x="5581662" y="3805297"/>
            <a:chExt cx="983906" cy="27655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6B5DCB9-4424-4761-A5EC-6604041F62EE}"/>
                </a:ext>
              </a:extLst>
            </p:cNvPr>
            <p:cNvSpPr/>
            <p:nvPr/>
          </p:nvSpPr>
          <p:spPr>
            <a:xfrm>
              <a:off x="5581662" y="3805297"/>
              <a:ext cx="797735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46" name="TextBox 7">
              <a:extLst>
                <a:ext uri="{FF2B5EF4-FFF2-40B4-BE49-F238E27FC236}">
                  <a16:creationId xmlns:a16="http://schemas.microsoft.com/office/drawing/2014/main" id="{DFC94658-8287-DEA5-40A7-7DDF744BF18E}"/>
                </a:ext>
              </a:extLst>
            </p:cNvPr>
            <p:cNvSpPr txBox="1"/>
            <p:nvPr/>
          </p:nvSpPr>
          <p:spPr>
            <a:xfrm>
              <a:off x="5782913" y="3834052"/>
              <a:ext cx="78265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 dirty="0"/>
                <a:t>확인</a:t>
              </a:r>
            </a:p>
          </p:txBody>
        </p:sp>
      </p:grpSp>
      <p:pic>
        <p:nvPicPr>
          <p:cNvPr id="52" name="그림 51">
            <a:extLst>
              <a:ext uri="{FF2B5EF4-FFF2-40B4-BE49-F238E27FC236}">
                <a16:creationId xmlns:a16="http://schemas.microsoft.com/office/drawing/2014/main" id="{6413E3CA-2118-0757-414E-24FBF24EB4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610" y="3010541"/>
            <a:ext cx="477739" cy="47773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D3E84055-4E4D-29F4-B903-5DF468E8D9EF}"/>
              </a:ext>
            </a:extLst>
          </p:cNvPr>
          <p:cNvSpPr txBox="1"/>
          <p:nvPr/>
        </p:nvSpPr>
        <p:spPr>
          <a:xfrm>
            <a:off x="1479006" y="4371735"/>
            <a:ext cx="264720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연출 </a:t>
            </a:r>
            <a:r>
              <a:rPr lang="en-US" altLang="ko-KR" sz="900" dirty="0"/>
              <a:t>: </a:t>
            </a:r>
            <a:r>
              <a:rPr lang="ko-KR" altLang="en-US" sz="900" dirty="0"/>
              <a:t>알이 말랑거리며 부들거리다가 </a:t>
            </a:r>
            <a:r>
              <a:rPr lang="ko-KR" altLang="en-US" sz="900" dirty="0" err="1"/>
              <a:t>빛이나며</a:t>
            </a:r>
            <a:r>
              <a:rPr lang="ko-KR" altLang="en-US" sz="900" dirty="0"/>
              <a:t> 팝업을 잠깐 가렸다가  </a:t>
            </a:r>
            <a:endParaRPr lang="en-US" altLang="ko-KR" sz="900" dirty="0"/>
          </a:p>
          <a:p>
            <a:r>
              <a:rPr lang="en-US" altLang="ko-KR" sz="900" dirty="0"/>
              <a:t>(</a:t>
            </a:r>
            <a:r>
              <a:rPr lang="ko-KR" altLang="en-US" sz="900" dirty="0"/>
              <a:t>연출동안은 확인 </a:t>
            </a:r>
            <a:r>
              <a:rPr lang="ko-KR" altLang="en-US" sz="900" dirty="0" err="1"/>
              <a:t>못누름</a:t>
            </a:r>
            <a:r>
              <a:rPr lang="en-US" altLang="ko-KR" sz="900" dirty="0"/>
              <a:t>)</a:t>
            </a:r>
            <a:endParaRPr lang="ko-KR" altLang="en-US" sz="9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C8D035-7E57-D7C8-D8D8-B4CF4F9B65E6}"/>
              </a:ext>
            </a:extLst>
          </p:cNvPr>
          <p:cNvSpPr txBox="1"/>
          <p:nvPr/>
        </p:nvSpPr>
        <p:spPr>
          <a:xfrm>
            <a:off x="7038716" y="4326976"/>
            <a:ext cx="26472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연출 </a:t>
            </a:r>
            <a:r>
              <a:rPr lang="en-US" altLang="ko-KR" sz="900" dirty="0"/>
              <a:t>: </a:t>
            </a:r>
            <a:r>
              <a:rPr lang="ko-KR" altLang="en-US" sz="900" dirty="0"/>
              <a:t>태어난 달팽이 모습이 보임</a:t>
            </a:r>
          </a:p>
        </p:txBody>
      </p:sp>
    </p:spTree>
    <p:extLst>
      <p:ext uri="{BB962C8B-B14F-4D97-AF65-F5344CB8AC3E}">
        <p14:creationId xmlns:p14="http://schemas.microsoft.com/office/powerpoint/2010/main" val="4138128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56961F-2E35-5F38-48B6-6C9852CF77DB}"/>
              </a:ext>
            </a:extLst>
          </p:cNvPr>
          <p:cNvSpPr txBox="1"/>
          <p:nvPr/>
        </p:nvSpPr>
        <p:spPr>
          <a:xfrm>
            <a:off x="145731" y="186676"/>
            <a:ext cx="167092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설정 팝업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93274AE-FDF0-617C-C2BA-534B5AC9CC48}"/>
              </a:ext>
            </a:extLst>
          </p:cNvPr>
          <p:cNvSpPr/>
          <p:nvPr/>
        </p:nvSpPr>
        <p:spPr>
          <a:xfrm>
            <a:off x="4492774" y="1747523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FD7D964-6B57-90DC-E1D6-43A39C4C2115}"/>
              </a:ext>
            </a:extLst>
          </p:cNvPr>
          <p:cNvSpPr/>
          <p:nvPr/>
        </p:nvSpPr>
        <p:spPr>
          <a:xfrm>
            <a:off x="6440488" y="1652273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곱하기 기호 35">
            <a:extLst>
              <a:ext uri="{FF2B5EF4-FFF2-40B4-BE49-F238E27FC236}">
                <a16:creationId xmlns:a16="http://schemas.microsoft.com/office/drawing/2014/main" id="{1D120A84-0EFA-0E2A-E9B0-849A375123F1}"/>
              </a:ext>
            </a:extLst>
          </p:cNvPr>
          <p:cNvSpPr/>
          <p:nvPr/>
        </p:nvSpPr>
        <p:spPr>
          <a:xfrm>
            <a:off x="6423351" y="1635022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5F94CB57-8403-1266-6FB7-5EC088C6FA4A}"/>
              </a:ext>
            </a:extLst>
          </p:cNvPr>
          <p:cNvGrpSpPr/>
          <p:nvPr/>
        </p:nvGrpSpPr>
        <p:grpSpPr>
          <a:xfrm>
            <a:off x="5088161" y="1361892"/>
            <a:ext cx="1141042" cy="442051"/>
            <a:chOff x="6711477" y="1465221"/>
            <a:chExt cx="1416357" cy="548711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D699D874-76A4-5E5D-62E0-F170353E09CC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394A558F-C8F4-E9DF-BB47-7E90C058A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6331F39-1719-766D-BF67-886C2F681530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BA23E6D-2870-E8AD-E0E6-05096E7CC47D}"/>
              </a:ext>
            </a:extLst>
          </p:cNvPr>
          <p:cNvSpPr/>
          <p:nvPr/>
        </p:nvSpPr>
        <p:spPr>
          <a:xfrm>
            <a:off x="4600816" y="143794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6" name="Picture 2" descr="설정 - 무료 ui개 아이콘">
            <a:extLst>
              <a:ext uri="{FF2B5EF4-FFF2-40B4-BE49-F238E27FC236}">
                <a16:creationId xmlns:a16="http://schemas.microsoft.com/office/drawing/2014/main" id="{A797F9BF-8624-D414-8F1C-383A5A1D9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981" y="1459959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1B54229A-06B0-9153-C7C5-E3CA7EE12381}"/>
              </a:ext>
            </a:extLst>
          </p:cNvPr>
          <p:cNvSpPr txBox="1"/>
          <p:nvPr/>
        </p:nvSpPr>
        <p:spPr>
          <a:xfrm>
            <a:off x="4976812" y="1794285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설정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37DAF20F-516B-489D-D359-8A69C3F343B3}"/>
              </a:ext>
            </a:extLst>
          </p:cNvPr>
          <p:cNvSpPr/>
          <p:nvPr/>
        </p:nvSpPr>
        <p:spPr>
          <a:xfrm>
            <a:off x="4607415" y="2692518"/>
            <a:ext cx="1971237" cy="35415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DBBC77B-25AA-B7B6-FA70-9FC07BE1AFCE}"/>
              </a:ext>
            </a:extLst>
          </p:cNvPr>
          <p:cNvSpPr txBox="1"/>
          <p:nvPr/>
        </p:nvSpPr>
        <p:spPr>
          <a:xfrm>
            <a:off x="4689853" y="2743482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Korean(</a:t>
            </a:r>
            <a:r>
              <a:rPr lang="en-US" altLang="ko-KR" sz="1000" b="1" dirty="0" err="1"/>
              <a:t>kr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834C30BC-7857-41AF-E1FC-6852FD4ECDCC}"/>
              </a:ext>
            </a:extLst>
          </p:cNvPr>
          <p:cNvSpPr/>
          <p:nvPr/>
        </p:nvSpPr>
        <p:spPr>
          <a:xfrm>
            <a:off x="4607415" y="3127541"/>
            <a:ext cx="1971237" cy="35415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557D783-D481-B682-65AA-3628751FF919}"/>
              </a:ext>
            </a:extLst>
          </p:cNvPr>
          <p:cNvSpPr txBox="1"/>
          <p:nvPr/>
        </p:nvSpPr>
        <p:spPr>
          <a:xfrm>
            <a:off x="4689853" y="3178505"/>
            <a:ext cx="14226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업데이트 및 재시작</a:t>
            </a: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2CCC2FBE-6CCE-0E4A-939D-489CEC284B90}"/>
              </a:ext>
            </a:extLst>
          </p:cNvPr>
          <p:cNvSpPr/>
          <p:nvPr/>
        </p:nvSpPr>
        <p:spPr>
          <a:xfrm>
            <a:off x="4607415" y="3568199"/>
            <a:ext cx="1971237" cy="35415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C6D1347-097F-5660-B3A2-7CD7DE1D3603}"/>
              </a:ext>
            </a:extLst>
          </p:cNvPr>
          <p:cNvSpPr txBox="1"/>
          <p:nvPr/>
        </p:nvSpPr>
        <p:spPr>
          <a:xfrm>
            <a:off x="4689853" y="3619163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UI</a:t>
            </a:r>
            <a:r>
              <a:rPr lang="ko-KR" altLang="en-US" sz="1000" b="1" dirty="0"/>
              <a:t>크기</a:t>
            </a:r>
            <a:r>
              <a:rPr lang="en-US" altLang="ko-KR" sz="1000" b="1" dirty="0"/>
              <a:t>(x1)</a:t>
            </a:r>
            <a:endParaRPr lang="ko-KR" altLang="en-US" sz="1000" b="1" dirty="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A5605E43-B299-536D-9ECC-3E433FD3BDBE}"/>
              </a:ext>
            </a:extLst>
          </p:cNvPr>
          <p:cNvSpPr/>
          <p:nvPr/>
        </p:nvSpPr>
        <p:spPr>
          <a:xfrm>
            <a:off x="4607415" y="4008462"/>
            <a:ext cx="1971237" cy="35415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889350B-0A0A-D528-75AF-17CC43591093}"/>
              </a:ext>
            </a:extLst>
          </p:cNvPr>
          <p:cNvSpPr txBox="1"/>
          <p:nvPr/>
        </p:nvSpPr>
        <p:spPr>
          <a:xfrm>
            <a:off x="4689853" y="4059426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UI </a:t>
            </a:r>
            <a:r>
              <a:rPr lang="ko-KR" altLang="en-US" sz="1000" b="1" dirty="0"/>
              <a:t>항상 최대화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C5664793-B491-1337-D16A-8CB6A38BD36A}"/>
              </a:ext>
            </a:extLst>
          </p:cNvPr>
          <p:cNvSpPr/>
          <p:nvPr/>
        </p:nvSpPr>
        <p:spPr>
          <a:xfrm>
            <a:off x="2283684" y="1747523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5BD61A77-AF06-68C8-8349-043ECEDF1A4C}"/>
              </a:ext>
            </a:extLst>
          </p:cNvPr>
          <p:cNvSpPr/>
          <p:nvPr/>
        </p:nvSpPr>
        <p:spPr>
          <a:xfrm>
            <a:off x="2857959" y="143637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761AB2E2-35CC-FE98-B162-2FC8961BDB62}"/>
              </a:ext>
            </a:extLst>
          </p:cNvPr>
          <p:cNvSpPr/>
          <p:nvPr/>
        </p:nvSpPr>
        <p:spPr>
          <a:xfrm>
            <a:off x="2429377" y="1432938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2DE14E23-20D4-3E07-3749-C66122D6F50A}"/>
              </a:ext>
            </a:extLst>
          </p:cNvPr>
          <p:cNvSpPr/>
          <p:nvPr/>
        </p:nvSpPr>
        <p:spPr>
          <a:xfrm>
            <a:off x="3303563" y="143637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8" name="Picture 2" descr="잎 - 무료 자연개 아이콘">
            <a:extLst>
              <a:ext uri="{FF2B5EF4-FFF2-40B4-BE49-F238E27FC236}">
                <a16:creationId xmlns:a16="http://schemas.microsoft.com/office/drawing/2014/main" id="{16D01362-612A-39F4-11F6-DBBC2D531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729" y="1465245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Picture 2" descr="Material 디자인 스타일의 달팽이 아이콘">
            <a:extLst>
              <a:ext uri="{FF2B5EF4-FFF2-40B4-BE49-F238E27FC236}">
                <a16:creationId xmlns:a16="http://schemas.microsoft.com/office/drawing/2014/main" id="{6BBF6A11-02BF-874D-3830-3AD2A8C14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186" y="1439808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2444A208-A5C5-E45B-B458-A1D32A5B3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618" y="1402576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1" name="TextBox 190">
            <a:extLst>
              <a:ext uri="{FF2B5EF4-FFF2-40B4-BE49-F238E27FC236}">
                <a16:creationId xmlns:a16="http://schemas.microsoft.com/office/drawing/2014/main" id="{557A884B-5B9D-1766-86BC-33DCB14296BB}"/>
              </a:ext>
            </a:extLst>
          </p:cNvPr>
          <p:cNvSpPr txBox="1"/>
          <p:nvPr/>
        </p:nvSpPr>
        <p:spPr>
          <a:xfrm>
            <a:off x="2777596" y="1799861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달팽이 설정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F84AFA49-92C1-3396-691B-25CDA04AD36D}"/>
              </a:ext>
            </a:extLst>
          </p:cNvPr>
          <p:cNvSpPr/>
          <p:nvPr/>
        </p:nvSpPr>
        <p:spPr>
          <a:xfrm>
            <a:off x="3303563" y="143637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사각형: 둥근 모서리 212">
            <a:extLst>
              <a:ext uri="{FF2B5EF4-FFF2-40B4-BE49-F238E27FC236}">
                <a16:creationId xmlns:a16="http://schemas.microsoft.com/office/drawing/2014/main" id="{2C79B3A3-7EAF-1728-1123-CD7E122346BD}"/>
              </a:ext>
            </a:extLst>
          </p:cNvPr>
          <p:cNvSpPr/>
          <p:nvPr/>
        </p:nvSpPr>
        <p:spPr>
          <a:xfrm>
            <a:off x="3754265" y="143581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4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CA4508CD-3A05-23A4-9FDD-F43713934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320" y="1402016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Picture 8" descr="Eggs - Free food icons">
            <a:extLst>
              <a:ext uri="{FF2B5EF4-FFF2-40B4-BE49-F238E27FC236}">
                <a16:creationId xmlns:a16="http://schemas.microsoft.com/office/drawing/2014/main" id="{14FE5D5D-89D8-ED27-11DF-731C79ECE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008" y="1467181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B6E9400E-E7BA-70F4-22A7-8A79D9A6C904}"/>
              </a:ext>
            </a:extLst>
          </p:cNvPr>
          <p:cNvSpPr/>
          <p:nvPr/>
        </p:nvSpPr>
        <p:spPr>
          <a:xfrm>
            <a:off x="4591327" y="2264504"/>
            <a:ext cx="1971237" cy="35415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83B945D1-56B4-D19D-E0BC-0096A68CB76E}"/>
              </a:ext>
            </a:extLst>
          </p:cNvPr>
          <p:cNvSpPr txBox="1"/>
          <p:nvPr/>
        </p:nvSpPr>
        <p:spPr>
          <a:xfrm>
            <a:off x="4713993" y="2315468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종료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DE711A34-6E83-2EB9-7EE8-C0F982A7F881}"/>
              </a:ext>
            </a:extLst>
          </p:cNvPr>
          <p:cNvSpPr/>
          <p:nvPr/>
        </p:nvSpPr>
        <p:spPr>
          <a:xfrm>
            <a:off x="2406894" y="2372478"/>
            <a:ext cx="1971237" cy="35415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390A7F8B-72A9-58E8-68CC-9EDB5CA5D3C2}"/>
              </a:ext>
            </a:extLst>
          </p:cNvPr>
          <p:cNvSpPr txBox="1"/>
          <p:nvPr/>
        </p:nvSpPr>
        <p:spPr>
          <a:xfrm>
            <a:off x="2487542" y="2423442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알 생성 금지</a:t>
            </a:r>
          </a:p>
        </p:txBody>
      </p: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46C8473F-A60B-C199-CB44-0B3067851A99}"/>
              </a:ext>
            </a:extLst>
          </p:cNvPr>
          <p:cNvSpPr/>
          <p:nvPr/>
        </p:nvSpPr>
        <p:spPr>
          <a:xfrm>
            <a:off x="4113040" y="2472262"/>
            <a:ext cx="170148" cy="170148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F31ADD32-2D90-99F0-8045-3790914AA962}"/>
              </a:ext>
            </a:extLst>
          </p:cNvPr>
          <p:cNvSpPr/>
          <p:nvPr/>
        </p:nvSpPr>
        <p:spPr>
          <a:xfrm>
            <a:off x="2406894" y="3054405"/>
            <a:ext cx="1971237" cy="35415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4994D829-5484-1096-8972-C97EA694DB00}"/>
              </a:ext>
            </a:extLst>
          </p:cNvPr>
          <p:cNvSpPr txBox="1"/>
          <p:nvPr/>
        </p:nvSpPr>
        <p:spPr>
          <a:xfrm>
            <a:off x="2487541" y="3105369"/>
            <a:ext cx="15108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배고픔 알림</a:t>
            </a:r>
          </a:p>
        </p:txBody>
      </p: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FED569A9-730A-CF32-4B35-1F70292CD8B1}"/>
              </a:ext>
            </a:extLst>
          </p:cNvPr>
          <p:cNvSpPr/>
          <p:nvPr/>
        </p:nvSpPr>
        <p:spPr>
          <a:xfrm>
            <a:off x="4113040" y="3145722"/>
            <a:ext cx="170148" cy="170148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91FECE66-2600-DB7F-9227-92E00F677AB6}"/>
              </a:ext>
            </a:extLst>
          </p:cNvPr>
          <p:cNvSpPr txBox="1"/>
          <p:nvPr/>
        </p:nvSpPr>
        <p:spPr>
          <a:xfrm>
            <a:off x="2372901" y="2115698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알 관련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52E2B5F-5D8F-B2A0-A972-0EBD5B68871B}"/>
              </a:ext>
            </a:extLst>
          </p:cNvPr>
          <p:cNvSpPr txBox="1"/>
          <p:nvPr/>
        </p:nvSpPr>
        <p:spPr>
          <a:xfrm>
            <a:off x="2372901" y="2800770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말풍선 알림</a:t>
            </a:r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E72A87DE-F5BA-CA29-58C6-FE18F70D107F}"/>
              </a:ext>
            </a:extLst>
          </p:cNvPr>
          <p:cNvSpPr/>
          <p:nvPr/>
        </p:nvSpPr>
        <p:spPr>
          <a:xfrm>
            <a:off x="2406894" y="3471692"/>
            <a:ext cx="1971237" cy="35415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FE76CA5-F830-795A-07DE-197C26F7E741}"/>
              </a:ext>
            </a:extLst>
          </p:cNvPr>
          <p:cNvSpPr txBox="1"/>
          <p:nvPr/>
        </p:nvSpPr>
        <p:spPr>
          <a:xfrm>
            <a:off x="2487541" y="3522656"/>
            <a:ext cx="15108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관심 알림</a:t>
            </a:r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E4FAF59C-6357-645C-B050-3403AF20DB1C}"/>
              </a:ext>
            </a:extLst>
          </p:cNvPr>
          <p:cNvSpPr/>
          <p:nvPr/>
        </p:nvSpPr>
        <p:spPr>
          <a:xfrm>
            <a:off x="4113040" y="3563009"/>
            <a:ext cx="170148" cy="170148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229829C9-76DF-2B68-A9E3-A24295B94FB1}"/>
              </a:ext>
            </a:extLst>
          </p:cNvPr>
          <p:cNvSpPr/>
          <p:nvPr/>
        </p:nvSpPr>
        <p:spPr>
          <a:xfrm>
            <a:off x="2406894" y="3890189"/>
            <a:ext cx="1971237" cy="35415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E4DA5AF-9D07-F197-FED1-EAA0EB34BA2F}"/>
              </a:ext>
            </a:extLst>
          </p:cNvPr>
          <p:cNvSpPr txBox="1"/>
          <p:nvPr/>
        </p:nvSpPr>
        <p:spPr>
          <a:xfrm>
            <a:off x="2487541" y="3941153"/>
            <a:ext cx="15108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코인 알림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8A29B13D-4C02-01ED-149A-56755E8AB200}"/>
              </a:ext>
            </a:extLst>
          </p:cNvPr>
          <p:cNvSpPr/>
          <p:nvPr/>
        </p:nvSpPr>
        <p:spPr>
          <a:xfrm>
            <a:off x="4113040" y="3981506"/>
            <a:ext cx="170148" cy="170148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2" name="자유형: 도형 231">
            <a:extLst>
              <a:ext uri="{FF2B5EF4-FFF2-40B4-BE49-F238E27FC236}">
                <a16:creationId xmlns:a16="http://schemas.microsoft.com/office/drawing/2014/main" id="{501B1340-757C-B710-7C32-E294F276A838}"/>
              </a:ext>
            </a:extLst>
          </p:cNvPr>
          <p:cNvSpPr/>
          <p:nvPr/>
        </p:nvSpPr>
        <p:spPr>
          <a:xfrm>
            <a:off x="4122423" y="3508345"/>
            <a:ext cx="169334" cy="169333"/>
          </a:xfrm>
          <a:custGeom>
            <a:avLst/>
            <a:gdLst>
              <a:gd name="connsiteX0" fmla="*/ 0 w 169334"/>
              <a:gd name="connsiteY0" fmla="*/ 84666 h 169333"/>
              <a:gd name="connsiteX1" fmla="*/ 50800 w 169334"/>
              <a:gd name="connsiteY1" fmla="*/ 169333 h 169333"/>
              <a:gd name="connsiteX2" fmla="*/ 169334 w 169334"/>
              <a:gd name="connsiteY2" fmla="*/ 0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334" h="169333">
                <a:moveTo>
                  <a:pt x="0" y="84666"/>
                </a:moveTo>
                <a:lnTo>
                  <a:pt x="50800" y="169333"/>
                </a:lnTo>
                <a:lnTo>
                  <a:pt x="169334" y="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화살표: 갈매기형 수장 232">
            <a:extLst>
              <a:ext uri="{FF2B5EF4-FFF2-40B4-BE49-F238E27FC236}">
                <a16:creationId xmlns:a16="http://schemas.microsoft.com/office/drawing/2014/main" id="{309C4204-9440-4CBB-6CB0-CFC72E68ADB1}"/>
              </a:ext>
            </a:extLst>
          </p:cNvPr>
          <p:cNvSpPr/>
          <p:nvPr/>
        </p:nvSpPr>
        <p:spPr>
          <a:xfrm rot="5400000">
            <a:off x="6305647" y="2804150"/>
            <a:ext cx="101898" cy="138041"/>
          </a:xfrm>
          <a:prstGeom prst="chevron">
            <a:avLst>
              <a:gd name="adj" fmla="val 56701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4" name="화살표: 갈매기형 수장 233">
            <a:extLst>
              <a:ext uri="{FF2B5EF4-FFF2-40B4-BE49-F238E27FC236}">
                <a16:creationId xmlns:a16="http://schemas.microsoft.com/office/drawing/2014/main" id="{969687A7-8D93-DA05-31B8-7E9115256E19}"/>
              </a:ext>
            </a:extLst>
          </p:cNvPr>
          <p:cNvSpPr/>
          <p:nvPr/>
        </p:nvSpPr>
        <p:spPr>
          <a:xfrm rot="5400000">
            <a:off x="6305646" y="3679637"/>
            <a:ext cx="101898" cy="138041"/>
          </a:xfrm>
          <a:prstGeom prst="chevron">
            <a:avLst>
              <a:gd name="adj" fmla="val 56701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6" name="사각형: 둥근 모서리 235">
            <a:extLst>
              <a:ext uri="{FF2B5EF4-FFF2-40B4-BE49-F238E27FC236}">
                <a16:creationId xmlns:a16="http://schemas.microsoft.com/office/drawing/2014/main" id="{34B02F4E-9AA7-9479-C88C-24BD2B4E7236}"/>
              </a:ext>
            </a:extLst>
          </p:cNvPr>
          <p:cNvSpPr/>
          <p:nvPr/>
        </p:nvSpPr>
        <p:spPr>
          <a:xfrm>
            <a:off x="6288438" y="4106750"/>
            <a:ext cx="170148" cy="170148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자유형: 도형 236">
            <a:extLst>
              <a:ext uri="{FF2B5EF4-FFF2-40B4-BE49-F238E27FC236}">
                <a16:creationId xmlns:a16="http://schemas.microsoft.com/office/drawing/2014/main" id="{A4D18FB8-27B1-1304-E8BD-99B50BFBF07A}"/>
              </a:ext>
            </a:extLst>
          </p:cNvPr>
          <p:cNvSpPr/>
          <p:nvPr/>
        </p:nvSpPr>
        <p:spPr>
          <a:xfrm>
            <a:off x="4113854" y="3108217"/>
            <a:ext cx="169334" cy="169333"/>
          </a:xfrm>
          <a:custGeom>
            <a:avLst/>
            <a:gdLst>
              <a:gd name="connsiteX0" fmla="*/ 0 w 169334"/>
              <a:gd name="connsiteY0" fmla="*/ 84666 h 169333"/>
              <a:gd name="connsiteX1" fmla="*/ 50800 w 169334"/>
              <a:gd name="connsiteY1" fmla="*/ 169333 h 169333"/>
              <a:gd name="connsiteX2" fmla="*/ 169334 w 169334"/>
              <a:gd name="connsiteY2" fmla="*/ 0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334" h="169333">
                <a:moveTo>
                  <a:pt x="0" y="84666"/>
                </a:moveTo>
                <a:lnTo>
                  <a:pt x="50800" y="169333"/>
                </a:lnTo>
                <a:lnTo>
                  <a:pt x="169334" y="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자유형: 도형 237">
            <a:extLst>
              <a:ext uri="{FF2B5EF4-FFF2-40B4-BE49-F238E27FC236}">
                <a16:creationId xmlns:a16="http://schemas.microsoft.com/office/drawing/2014/main" id="{F1A6CFBE-21AC-3F63-D69E-78F58BB90722}"/>
              </a:ext>
            </a:extLst>
          </p:cNvPr>
          <p:cNvSpPr/>
          <p:nvPr/>
        </p:nvSpPr>
        <p:spPr>
          <a:xfrm>
            <a:off x="4122423" y="3924205"/>
            <a:ext cx="169334" cy="169333"/>
          </a:xfrm>
          <a:custGeom>
            <a:avLst/>
            <a:gdLst>
              <a:gd name="connsiteX0" fmla="*/ 0 w 169334"/>
              <a:gd name="connsiteY0" fmla="*/ 84666 h 169333"/>
              <a:gd name="connsiteX1" fmla="*/ 50800 w 169334"/>
              <a:gd name="connsiteY1" fmla="*/ 169333 h 169333"/>
              <a:gd name="connsiteX2" fmla="*/ 169334 w 169334"/>
              <a:gd name="connsiteY2" fmla="*/ 0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334" h="169333">
                <a:moveTo>
                  <a:pt x="0" y="84666"/>
                </a:moveTo>
                <a:lnTo>
                  <a:pt x="50800" y="169333"/>
                </a:lnTo>
                <a:lnTo>
                  <a:pt x="169334" y="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0" name="직선 연결선 239">
            <a:extLst>
              <a:ext uri="{FF2B5EF4-FFF2-40B4-BE49-F238E27FC236}">
                <a16:creationId xmlns:a16="http://schemas.microsoft.com/office/drawing/2014/main" id="{12532BE8-99DB-DDDB-55C8-D5A9489E82F6}"/>
              </a:ext>
            </a:extLst>
          </p:cNvPr>
          <p:cNvCxnSpPr/>
          <p:nvPr/>
        </p:nvCxnSpPr>
        <p:spPr>
          <a:xfrm>
            <a:off x="6578652" y="3728443"/>
            <a:ext cx="153246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TextBox 240">
            <a:extLst>
              <a:ext uri="{FF2B5EF4-FFF2-40B4-BE49-F238E27FC236}">
                <a16:creationId xmlns:a16="http://schemas.microsoft.com/office/drawing/2014/main" id="{B63485B3-68F5-FD73-53A5-8B50D8E41A07}"/>
              </a:ext>
            </a:extLst>
          </p:cNvPr>
          <p:cNvSpPr txBox="1"/>
          <p:nvPr/>
        </p:nvSpPr>
        <p:spPr>
          <a:xfrm>
            <a:off x="8207740" y="3623771"/>
            <a:ext cx="284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/>
              <a:t>UI</a:t>
            </a:r>
            <a:r>
              <a:rPr lang="ko-KR" altLang="en-US" sz="900" b="1" dirty="0"/>
              <a:t>크기</a:t>
            </a:r>
            <a:r>
              <a:rPr lang="en-US" altLang="ko-KR" sz="900" b="1" dirty="0"/>
              <a:t>(x1)</a:t>
            </a:r>
            <a:r>
              <a:rPr lang="ko-KR" altLang="en-US" sz="900" b="1" dirty="0"/>
              <a:t> </a:t>
            </a:r>
            <a:r>
              <a:rPr lang="en-US" altLang="ko-KR" sz="900" b="1" dirty="0"/>
              <a:t>/</a:t>
            </a:r>
            <a:r>
              <a:rPr lang="ko-KR" altLang="en-US" sz="900" b="1" dirty="0"/>
              <a:t> </a:t>
            </a:r>
            <a:r>
              <a:rPr lang="en-US" altLang="ko-KR" sz="900" b="1" dirty="0"/>
              <a:t>UI</a:t>
            </a:r>
            <a:r>
              <a:rPr lang="ko-KR" altLang="en-US" sz="900" b="1" dirty="0"/>
              <a:t>크기</a:t>
            </a:r>
            <a:r>
              <a:rPr lang="en-US" altLang="ko-KR" sz="900" b="1" dirty="0"/>
              <a:t>(x1.5) / UI</a:t>
            </a:r>
            <a:r>
              <a:rPr lang="ko-KR" altLang="en-US" sz="900" b="1" dirty="0"/>
              <a:t>크기</a:t>
            </a:r>
            <a:r>
              <a:rPr lang="en-US" altLang="ko-KR" sz="900" b="1" dirty="0"/>
              <a:t>(x2)</a:t>
            </a:r>
            <a:r>
              <a:rPr lang="ko-KR" altLang="en-US" sz="900" b="1" dirty="0"/>
              <a:t> 설정 제공</a:t>
            </a:r>
          </a:p>
          <a:p>
            <a:endParaRPr lang="en-US" altLang="ko-KR" sz="900" b="1" dirty="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3FD9B0F7-F5ED-D47E-DFAD-8333C34048B2}"/>
              </a:ext>
            </a:extLst>
          </p:cNvPr>
          <p:cNvSpPr txBox="1"/>
          <p:nvPr/>
        </p:nvSpPr>
        <p:spPr>
          <a:xfrm>
            <a:off x="3070631" y="957801"/>
            <a:ext cx="28442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err="1"/>
              <a:t>보이는게</a:t>
            </a:r>
            <a:r>
              <a:rPr lang="ko-KR" altLang="en-US" sz="900" b="1" dirty="0"/>
              <a:t> 디폴트 값</a:t>
            </a:r>
            <a:endParaRPr lang="en-US" altLang="ko-KR" sz="900" b="1" dirty="0"/>
          </a:p>
        </p:txBody>
      </p: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52EA5CF6-BE47-F9BD-08B0-5264FC6C0699}"/>
              </a:ext>
            </a:extLst>
          </p:cNvPr>
          <p:cNvCxnSpPr/>
          <p:nvPr/>
        </p:nvCxnSpPr>
        <p:spPr>
          <a:xfrm>
            <a:off x="6578652" y="4206010"/>
            <a:ext cx="153246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TextBox 243">
            <a:extLst>
              <a:ext uri="{FF2B5EF4-FFF2-40B4-BE49-F238E27FC236}">
                <a16:creationId xmlns:a16="http://schemas.microsoft.com/office/drawing/2014/main" id="{2D0337D9-37DB-CD82-CE16-2A7C7C3C6582}"/>
              </a:ext>
            </a:extLst>
          </p:cNvPr>
          <p:cNvSpPr txBox="1"/>
          <p:nvPr/>
        </p:nvSpPr>
        <p:spPr>
          <a:xfrm>
            <a:off x="8207740" y="4101338"/>
            <a:ext cx="28442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체크 시 </a:t>
            </a:r>
            <a:r>
              <a:rPr lang="en-US" altLang="ko-KR" sz="900" b="1" dirty="0"/>
              <a:t>UI</a:t>
            </a:r>
            <a:r>
              <a:rPr lang="ko-KR" altLang="en-US" sz="900" b="1" dirty="0"/>
              <a:t>항상 최대화</a:t>
            </a:r>
            <a:r>
              <a:rPr lang="en-US" altLang="ko-KR" sz="900" b="1" dirty="0"/>
              <a:t>(+)</a:t>
            </a:r>
          </a:p>
        </p:txBody>
      </p: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2F92AF64-6546-C020-C543-E8B2CC8FE6CC}"/>
              </a:ext>
            </a:extLst>
          </p:cNvPr>
          <p:cNvCxnSpPr/>
          <p:nvPr/>
        </p:nvCxnSpPr>
        <p:spPr>
          <a:xfrm>
            <a:off x="6562564" y="2419203"/>
            <a:ext cx="153246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678DFA7F-330C-1BD6-F130-20B3EB3408DB}"/>
              </a:ext>
            </a:extLst>
          </p:cNvPr>
          <p:cNvSpPr txBox="1"/>
          <p:nvPr/>
        </p:nvSpPr>
        <p:spPr>
          <a:xfrm>
            <a:off x="8111119" y="2277850"/>
            <a:ext cx="28442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종료 터치 시 바로 종료</a:t>
            </a:r>
            <a:endParaRPr lang="en-US" altLang="ko-KR" sz="900" b="1" dirty="0"/>
          </a:p>
        </p:txBody>
      </p:sp>
      <p:cxnSp>
        <p:nvCxnSpPr>
          <p:cNvPr id="247" name="직선 연결선 246">
            <a:extLst>
              <a:ext uri="{FF2B5EF4-FFF2-40B4-BE49-F238E27FC236}">
                <a16:creationId xmlns:a16="http://schemas.microsoft.com/office/drawing/2014/main" id="{573142D6-BDF0-00A3-6E65-424E9980C03E}"/>
              </a:ext>
            </a:extLst>
          </p:cNvPr>
          <p:cNvCxnSpPr/>
          <p:nvPr/>
        </p:nvCxnSpPr>
        <p:spPr>
          <a:xfrm>
            <a:off x="6578652" y="2862881"/>
            <a:ext cx="153246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7539838E-51AD-60E8-8D32-3A3B4F728080}"/>
              </a:ext>
            </a:extLst>
          </p:cNvPr>
          <p:cNvSpPr txBox="1"/>
          <p:nvPr/>
        </p:nvSpPr>
        <p:spPr>
          <a:xfrm>
            <a:off x="8207739" y="2758209"/>
            <a:ext cx="33407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일단 한글만 있으니 한글만 설정 가능하게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나중에 추가</a:t>
            </a:r>
            <a:r>
              <a:rPr lang="en-US" altLang="ko-KR" sz="900" b="1" dirty="0"/>
              <a:t>)</a:t>
            </a:r>
          </a:p>
        </p:txBody>
      </p:sp>
      <p:sp>
        <p:nvSpPr>
          <p:cNvPr id="249" name="자유형: 도형 248">
            <a:extLst>
              <a:ext uri="{FF2B5EF4-FFF2-40B4-BE49-F238E27FC236}">
                <a16:creationId xmlns:a16="http://schemas.microsoft.com/office/drawing/2014/main" id="{2F8CFCF6-1300-A857-AE2C-151BEFF9018B}"/>
              </a:ext>
            </a:extLst>
          </p:cNvPr>
          <p:cNvSpPr/>
          <p:nvPr/>
        </p:nvSpPr>
        <p:spPr>
          <a:xfrm>
            <a:off x="1270000" y="2523067"/>
            <a:ext cx="1151467" cy="482600"/>
          </a:xfrm>
          <a:custGeom>
            <a:avLst/>
            <a:gdLst>
              <a:gd name="connsiteX0" fmla="*/ 1151467 w 1151467"/>
              <a:gd name="connsiteY0" fmla="*/ 0 h 482600"/>
              <a:gd name="connsiteX1" fmla="*/ 0 w 1151467"/>
              <a:gd name="connsiteY1" fmla="*/ 0 h 482600"/>
              <a:gd name="connsiteX2" fmla="*/ 0 w 1151467"/>
              <a:gd name="connsiteY2" fmla="*/ 482600 h 4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467" h="482600">
                <a:moveTo>
                  <a:pt x="1151467" y="0"/>
                </a:moveTo>
                <a:lnTo>
                  <a:pt x="0" y="0"/>
                </a:lnTo>
                <a:lnTo>
                  <a:pt x="0" y="4826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465D3CBC-1B59-ED71-BDCB-55B60B392535}"/>
              </a:ext>
            </a:extLst>
          </p:cNvPr>
          <p:cNvSpPr txBox="1"/>
          <p:nvPr/>
        </p:nvSpPr>
        <p:spPr>
          <a:xfrm>
            <a:off x="525158" y="3089386"/>
            <a:ext cx="14896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체크 시 다른 달팽이를 만나도 알 생성 금지</a:t>
            </a:r>
            <a:r>
              <a:rPr lang="en-US" altLang="ko-KR" sz="900" b="1" dirty="0"/>
              <a:t>.</a:t>
            </a:r>
          </a:p>
          <a:p>
            <a:r>
              <a:rPr lang="ko-KR" altLang="en-US" sz="900" b="1" dirty="0"/>
              <a:t>디폴트는 체크 해제</a:t>
            </a:r>
            <a:endParaRPr lang="en-US" altLang="ko-KR" sz="900" b="1" dirty="0"/>
          </a:p>
        </p:txBody>
      </p:sp>
    </p:spTree>
    <p:extLst>
      <p:ext uri="{BB962C8B-B14F-4D97-AF65-F5344CB8AC3E}">
        <p14:creationId xmlns:p14="http://schemas.microsoft.com/office/powerpoint/2010/main" val="3344094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25705-21DA-B480-BD50-89E1C905F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2C36E32-5662-E1E8-1F02-983CB7578D58}"/>
              </a:ext>
            </a:extLst>
          </p:cNvPr>
          <p:cNvSpPr/>
          <p:nvPr/>
        </p:nvSpPr>
        <p:spPr>
          <a:xfrm>
            <a:off x="3171974" y="1747523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52BE2D7-C692-DF0E-7518-4E1BF037D3E7}"/>
              </a:ext>
            </a:extLst>
          </p:cNvPr>
          <p:cNvSpPr/>
          <p:nvPr/>
        </p:nvSpPr>
        <p:spPr>
          <a:xfrm>
            <a:off x="5119688" y="1652273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곱하기 기호 5">
            <a:extLst>
              <a:ext uri="{FF2B5EF4-FFF2-40B4-BE49-F238E27FC236}">
                <a16:creationId xmlns:a16="http://schemas.microsoft.com/office/drawing/2014/main" id="{7AE8539C-EB38-C2E5-EAF0-457FFF5FE88F}"/>
              </a:ext>
            </a:extLst>
          </p:cNvPr>
          <p:cNvSpPr/>
          <p:nvPr/>
        </p:nvSpPr>
        <p:spPr>
          <a:xfrm>
            <a:off x="5102551" y="1635022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C020025-87E2-3772-E416-B7B95DA7A85E}"/>
              </a:ext>
            </a:extLst>
          </p:cNvPr>
          <p:cNvGrpSpPr/>
          <p:nvPr/>
        </p:nvGrpSpPr>
        <p:grpSpPr>
          <a:xfrm>
            <a:off x="3767361" y="1361892"/>
            <a:ext cx="1141042" cy="442051"/>
            <a:chOff x="6711477" y="1465221"/>
            <a:chExt cx="1416357" cy="548711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E461D752-C1EE-2BA1-69E8-6586B331EED4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AF5C463-94FD-6BD4-C65E-DB5573387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608A5B-1773-79E4-AA90-164F46FE65E1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44EBA56-54D4-2E79-6ED8-E40431AF0AE6}"/>
              </a:ext>
            </a:extLst>
          </p:cNvPr>
          <p:cNvSpPr/>
          <p:nvPr/>
        </p:nvSpPr>
        <p:spPr>
          <a:xfrm>
            <a:off x="3280016" y="143794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Picture 2" descr="설정 - 무료 ui개 아이콘">
            <a:extLst>
              <a:ext uri="{FF2B5EF4-FFF2-40B4-BE49-F238E27FC236}">
                <a16:creationId xmlns:a16="http://schemas.microsoft.com/office/drawing/2014/main" id="{996C67F6-0BCD-FD4C-2561-3244B72C6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181" y="1459959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A93E4DF-70F8-794D-139C-05629E1F149A}"/>
              </a:ext>
            </a:extLst>
          </p:cNvPr>
          <p:cNvSpPr/>
          <p:nvPr/>
        </p:nvSpPr>
        <p:spPr>
          <a:xfrm>
            <a:off x="962884" y="1747523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319BB88-3645-21F4-5B2D-C5D605DAA422}"/>
              </a:ext>
            </a:extLst>
          </p:cNvPr>
          <p:cNvSpPr/>
          <p:nvPr/>
        </p:nvSpPr>
        <p:spPr>
          <a:xfrm>
            <a:off x="1537159" y="143637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B7ECF9A-363B-E477-993D-51EEF6A4F3E8}"/>
              </a:ext>
            </a:extLst>
          </p:cNvPr>
          <p:cNvSpPr/>
          <p:nvPr/>
        </p:nvSpPr>
        <p:spPr>
          <a:xfrm>
            <a:off x="1108577" y="1432938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CADC3E1-2276-C97D-63D5-1E55A1104EBD}"/>
              </a:ext>
            </a:extLst>
          </p:cNvPr>
          <p:cNvSpPr/>
          <p:nvPr/>
        </p:nvSpPr>
        <p:spPr>
          <a:xfrm>
            <a:off x="1982763" y="143637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Picture 2" descr="잎 - 무료 자연개 아이콘">
            <a:extLst>
              <a:ext uri="{FF2B5EF4-FFF2-40B4-BE49-F238E27FC236}">
                <a16:creationId xmlns:a16="http://schemas.microsoft.com/office/drawing/2014/main" id="{11FD20A4-9FBD-E788-DEC3-39736DC9B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929" y="1465245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Material 디자인 스타일의 달팽이 아이콘">
            <a:extLst>
              <a:ext uri="{FF2B5EF4-FFF2-40B4-BE49-F238E27FC236}">
                <a16:creationId xmlns:a16="http://schemas.microsoft.com/office/drawing/2014/main" id="{5F606215-7894-9816-ECE7-CA8790A4E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386" y="1439808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7FDD7F4A-BB2F-E3BC-D232-9FBE44A28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818" y="1402576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E0518A6-38B4-A609-5E3A-C9EC17A4FE35}"/>
              </a:ext>
            </a:extLst>
          </p:cNvPr>
          <p:cNvSpPr txBox="1"/>
          <p:nvPr/>
        </p:nvSpPr>
        <p:spPr>
          <a:xfrm>
            <a:off x="1456796" y="1799861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달팽이 도감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6D21D76-F847-7E45-28D1-55B70A42C6F6}"/>
              </a:ext>
            </a:extLst>
          </p:cNvPr>
          <p:cNvSpPr/>
          <p:nvPr/>
        </p:nvSpPr>
        <p:spPr>
          <a:xfrm>
            <a:off x="1982763" y="143637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2EB5064-8E24-5EA3-FA8C-90F69BB78AD7}"/>
              </a:ext>
            </a:extLst>
          </p:cNvPr>
          <p:cNvSpPr/>
          <p:nvPr/>
        </p:nvSpPr>
        <p:spPr>
          <a:xfrm>
            <a:off x="2433465" y="143581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C1AD8327-AC23-4B14-846D-4AF0C2796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520" y="1402016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8" descr="Eggs - Free food icons">
            <a:extLst>
              <a:ext uri="{FF2B5EF4-FFF2-40B4-BE49-F238E27FC236}">
                <a16:creationId xmlns:a16="http://schemas.microsoft.com/office/drawing/2014/main" id="{2A34E27E-0233-4C0A-BEC8-2082778E5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208" y="1467181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E253E9D-D213-E0FA-5619-CC07F311376B}"/>
              </a:ext>
            </a:extLst>
          </p:cNvPr>
          <p:cNvSpPr/>
          <p:nvPr/>
        </p:nvSpPr>
        <p:spPr>
          <a:xfrm>
            <a:off x="1098995" y="2116395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7DFC81-ECA8-EC0F-F606-C1A49640D5A4}"/>
              </a:ext>
            </a:extLst>
          </p:cNvPr>
          <p:cNvSpPr txBox="1"/>
          <p:nvPr/>
        </p:nvSpPr>
        <p:spPr>
          <a:xfrm>
            <a:off x="1153008" y="2195341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1. </a:t>
            </a:r>
            <a:r>
              <a:rPr lang="ko-KR" altLang="en-US" sz="1000" b="1" dirty="0"/>
              <a:t>명주 달팽이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AD88A119-166C-0FDB-FC7E-56A7EA6FD67E}"/>
              </a:ext>
            </a:extLst>
          </p:cNvPr>
          <p:cNvSpPr/>
          <p:nvPr/>
        </p:nvSpPr>
        <p:spPr>
          <a:xfrm>
            <a:off x="1108577" y="2619707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ADE516-92F8-E789-573D-1D3A4F8A7A80}"/>
              </a:ext>
            </a:extLst>
          </p:cNvPr>
          <p:cNvSpPr txBox="1"/>
          <p:nvPr/>
        </p:nvSpPr>
        <p:spPr>
          <a:xfrm>
            <a:off x="1162590" y="2698653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2. </a:t>
            </a:r>
            <a:r>
              <a:rPr lang="ko-KR" altLang="en-US" sz="1000" b="1" dirty="0"/>
              <a:t>명주 달팽이</a:t>
            </a: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9D48B52A-C0E5-4B28-2129-01E7D03120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342" y="2235044"/>
            <a:ext cx="471000" cy="182888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AF1711B4-60D0-DDEC-E8EA-076A9A2EC0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321" y="2740215"/>
            <a:ext cx="471000" cy="182888"/>
          </a:xfrm>
          <a:prstGeom prst="rect">
            <a:avLst/>
          </a:prstGeom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C5691473-D097-3ED8-1493-C41CC1A38F83}"/>
              </a:ext>
            </a:extLst>
          </p:cNvPr>
          <p:cNvSpPr/>
          <p:nvPr/>
        </p:nvSpPr>
        <p:spPr>
          <a:xfrm>
            <a:off x="1108572" y="3128811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AA06BA-D369-8E43-62AB-A11253E887F0}"/>
              </a:ext>
            </a:extLst>
          </p:cNvPr>
          <p:cNvSpPr txBox="1"/>
          <p:nvPr/>
        </p:nvSpPr>
        <p:spPr>
          <a:xfrm>
            <a:off x="1162585" y="3207757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3. </a:t>
            </a:r>
            <a:r>
              <a:rPr lang="ko-KR" altLang="en-US" sz="1000" b="1" dirty="0"/>
              <a:t>명주 달팽이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C2B019C6-30EA-C82C-5D0E-9908218B082A}"/>
              </a:ext>
            </a:extLst>
          </p:cNvPr>
          <p:cNvSpPr/>
          <p:nvPr/>
        </p:nvSpPr>
        <p:spPr>
          <a:xfrm>
            <a:off x="1118154" y="3632123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077C3B8-E67A-AE4C-B1DE-85313B0F9AA8}"/>
              </a:ext>
            </a:extLst>
          </p:cNvPr>
          <p:cNvSpPr txBox="1"/>
          <p:nvPr/>
        </p:nvSpPr>
        <p:spPr>
          <a:xfrm>
            <a:off x="1172167" y="3711069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4. </a:t>
            </a:r>
            <a:r>
              <a:rPr lang="ko-KR" altLang="en-US" sz="1000" b="1" dirty="0"/>
              <a:t>명주 달팽이</a:t>
            </a: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65ACDC29-8044-F8C3-7AE5-C244B84543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919" y="3247460"/>
            <a:ext cx="471000" cy="182888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BD5B0D5D-5EE6-AFAF-88FE-9280E57151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98" y="3752631"/>
            <a:ext cx="471000" cy="182888"/>
          </a:xfrm>
          <a:prstGeom prst="rect">
            <a:avLst/>
          </a:prstGeom>
        </p:spPr>
      </p:pic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C24D8A5A-FBBB-5E7C-E1B3-CE9131768A8A}"/>
              </a:ext>
            </a:extLst>
          </p:cNvPr>
          <p:cNvSpPr/>
          <p:nvPr/>
        </p:nvSpPr>
        <p:spPr>
          <a:xfrm>
            <a:off x="1118154" y="4155115"/>
            <a:ext cx="1916628" cy="246221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FE4CEF-766E-0CAB-8007-19379D2CA26B}"/>
              </a:ext>
            </a:extLst>
          </p:cNvPr>
          <p:cNvSpPr txBox="1"/>
          <p:nvPr/>
        </p:nvSpPr>
        <p:spPr>
          <a:xfrm>
            <a:off x="1172167" y="4234061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5. </a:t>
            </a:r>
            <a:r>
              <a:rPr lang="ko-KR" altLang="en-US" sz="1000" b="1" dirty="0"/>
              <a:t>명주 달팽이</a:t>
            </a: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130DE7EB-1D35-F2FB-E815-95E696733C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1262"/>
          <a:stretch>
            <a:fillRect/>
          </a:stretch>
        </p:blipFill>
        <p:spPr>
          <a:xfrm>
            <a:off x="2510898" y="4275623"/>
            <a:ext cx="471000" cy="125713"/>
          </a:xfrm>
          <a:prstGeom prst="rect">
            <a:avLst/>
          </a:prstGeom>
        </p:spPr>
      </p:pic>
      <p:pic>
        <p:nvPicPr>
          <p:cNvPr id="73" name="Picture 2">
            <a:extLst>
              <a:ext uri="{FF2B5EF4-FFF2-40B4-BE49-F238E27FC236}">
                <a16:creationId xmlns:a16="http://schemas.microsoft.com/office/drawing/2014/main" id="{E3287C47-018E-9966-7EE7-6699BDC16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328" y="2106298"/>
            <a:ext cx="1586360" cy="133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6ABC73AF-D858-E2C5-8F83-68A95D2C7E12}"/>
              </a:ext>
            </a:extLst>
          </p:cNvPr>
          <p:cNvSpPr/>
          <p:nvPr/>
        </p:nvSpPr>
        <p:spPr>
          <a:xfrm>
            <a:off x="3441427" y="1885075"/>
            <a:ext cx="1668560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9" name="TextBox 253">
            <a:extLst>
              <a:ext uri="{FF2B5EF4-FFF2-40B4-BE49-F238E27FC236}">
                <a16:creationId xmlns:a16="http://schemas.microsoft.com/office/drawing/2014/main" id="{C1EE3F24-9F3B-C4B7-CF75-72AC4AD4CCC7}"/>
              </a:ext>
            </a:extLst>
          </p:cNvPr>
          <p:cNvSpPr txBox="1"/>
          <p:nvPr/>
        </p:nvSpPr>
        <p:spPr>
          <a:xfrm>
            <a:off x="3675158" y="1901701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/>
              <a:t>1. </a:t>
            </a:r>
            <a:r>
              <a:rPr lang="ko-KR" altLang="en-US" sz="1100" b="1" dirty="0"/>
              <a:t>명주 달팽이</a:t>
            </a: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6A6F9765-67A8-D2F7-879E-71E2ABC32D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008" y="2119510"/>
            <a:ext cx="471000" cy="182888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44753164-70A0-247E-7EA1-C3FE5F5604A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88" y="3196909"/>
            <a:ext cx="286699" cy="286699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C188A7F-EFE6-7D4B-8E5B-CD746D128EB0}"/>
              </a:ext>
            </a:extLst>
          </p:cNvPr>
          <p:cNvSpPr/>
          <p:nvPr/>
        </p:nvSpPr>
        <p:spPr>
          <a:xfrm>
            <a:off x="3362978" y="3532888"/>
            <a:ext cx="1790873" cy="947394"/>
          </a:xfrm>
          <a:prstGeom prst="roundRect">
            <a:avLst>
              <a:gd name="adj" fmla="val 840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2AA76-A265-9586-FA87-F13C95239685}"/>
              </a:ext>
            </a:extLst>
          </p:cNvPr>
          <p:cNvSpPr txBox="1"/>
          <p:nvPr/>
        </p:nvSpPr>
        <p:spPr>
          <a:xfrm>
            <a:off x="3374168" y="3571153"/>
            <a:ext cx="1829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/>
              <a:t>어쩌구</a:t>
            </a:r>
            <a:r>
              <a:rPr lang="ko-KR" altLang="en-US" sz="800" b="1" dirty="0"/>
              <a:t> </a:t>
            </a:r>
            <a:r>
              <a:rPr lang="ko-KR" altLang="en-US" sz="800" b="1" dirty="0" err="1"/>
              <a:t>저쩌구</a:t>
            </a:r>
            <a:r>
              <a:rPr lang="ko-KR" altLang="en-US" sz="800" b="1" dirty="0"/>
              <a:t> 도감에 대한 설명</a:t>
            </a:r>
            <a:endParaRPr lang="en-US" altLang="ko-KR" sz="800" b="1" dirty="0"/>
          </a:p>
          <a:p>
            <a:r>
              <a:rPr lang="ko-KR" altLang="en-US" sz="800" b="1" dirty="0" err="1"/>
              <a:t>어쩌구</a:t>
            </a:r>
            <a:r>
              <a:rPr lang="ko-KR" altLang="en-US" sz="800" b="1" dirty="0"/>
              <a:t> </a:t>
            </a:r>
            <a:r>
              <a:rPr lang="ko-KR" altLang="en-US" sz="800" b="1" dirty="0" err="1"/>
              <a:t>저쩌구</a:t>
            </a:r>
            <a:r>
              <a:rPr lang="ko-KR" altLang="en-US" sz="800" b="1" dirty="0"/>
              <a:t> 도감에 대한 설명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372153C-0AA7-58EA-8A88-11545ED031E5}"/>
              </a:ext>
            </a:extLst>
          </p:cNvPr>
          <p:cNvSpPr/>
          <p:nvPr/>
        </p:nvSpPr>
        <p:spPr>
          <a:xfrm>
            <a:off x="3568769" y="3985748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6F427A8-587F-2352-8DBA-9921A7FB3054}"/>
              </a:ext>
            </a:extLst>
          </p:cNvPr>
          <p:cNvSpPr/>
          <p:nvPr/>
        </p:nvSpPr>
        <p:spPr>
          <a:xfrm>
            <a:off x="4035735" y="3985748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1AF1110-9A2C-E6DC-C8EB-E72169363A3E}"/>
              </a:ext>
            </a:extLst>
          </p:cNvPr>
          <p:cNvSpPr/>
          <p:nvPr/>
        </p:nvSpPr>
        <p:spPr>
          <a:xfrm>
            <a:off x="4502701" y="3979491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13AE02-1750-6E16-A291-B2B02AFDB9CE}"/>
              </a:ext>
            </a:extLst>
          </p:cNvPr>
          <p:cNvSpPr/>
          <p:nvPr/>
        </p:nvSpPr>
        <p:spPr>
          <a:xfrm>
            <a:off x="8176525" y="1779904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F9B9B94-1CBB-F915-DBA6-ED06E9DE0CAF}"/>
              </a:ext>
            </a:extLst>
          </p:cNvPr>
          <p:cNvSpPr/>
          <p:nvPr/>
        </p:nvSpPr>
        <p:spPr>
          <a:xfrm>
            <a:off x="10124239" y="1684654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곱하기 기호 18">
            <a:extLst>
              <a:ext uri="{FF2B5EF4-FFF2-40B4-BE49-F238E27FC236}">
                <a16:creationId xmlns:a16="http://schemas.microsoft.com/office/drawing/2014/main" id="{60226813-F99C-7F51-0BA4-D068C29E524C}"/>
              </a:ext>
            </a:extLst>
          </p:cNvPr>
          <p:cNvSpPr/>
          <p:nvPr/>
        </p:nvSpPr>
        <p:spPr>
          <a:xfrm>
            <a:off x="10107102" y="1667403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2735530-DEB5-41C4-BE4D-8D8648086090}"/>
              </a:ext>
            </a:extLst>
          </p:cNvPr>
          <p:cNvGrpSpPr/>
          <p:nvPr/>
        </p:nvGrpSpPr>
        <p:grpSpPr>
          <a:xfrm>
            <a:off x="8771912" y="1394273"/>
            <a:ext cx="1141042" cy="442051"/>
            <a:chOff x="6711477" y="1465221"/>
            <a:chExt cx="1416357" cy="548711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8EB70B7-F09B-0B26-4EBE-A8568788000E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2A7EFFAC-0FFE-233F-DCCA-9FA100ABD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3A3F853-CE23-F814-C043-FA3436D1F1B7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6061BDC-59B2-5B99-27B2-53A500E5B816}"/>
              </a:ext>
            </a:extLst>
          </p:cNvPr>
          <p:cNvSpPr/>
          <p:nvPr/>
        </p:nvSpPr>
        <p:spPr>
          <a:xfrm>
            <a:off x="8284567" y="1470325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Picture 2" descr="설정 - 무료 ui개 아이콘">
            <a:extLst>
              <a:ext uri="{FF2B5EF4-FFF2-40B4-BE49-F238E27FC236}">
                <a16:creationId xmlns:a16="http://schemas.microsoft.com/office/drawing/2014/main" id="{9DCAFBBB-F5E0-DFAE-793B-4D1C7B725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732" y="1492340"/>
            <a:ext cx="265099" cy="2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BE226AF-802C-C288-7CB9-2C4B7841BFCC}"/>
              </a:ext>
            </a:extLst>
          </p:cNvPr>
          <p:cNvSpPr/>
          <p:nvPr/>
        </p:nvSpPr>
        <p:spPr>
          <a:xfrm>
            <a:off x="5967435" y="1779904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774EF361-FFCE-E7F5-802B-BBACBF7A3C8A}"/>
              </a:ext>
            </a:extLst>
          </p:cNvPr>
          <p:cNvSpPr/>
          <p:nvPr/>
        </p:nvSpPr>
        <p:spPr>
          <a:xfrm>
            <a:off x="6541710" y="146875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6EF6278-BFEF-D422-E567-2FA3DEE65A3D}"/>
              </a:ext>
            </a:extLst>
          </p:cNvPr>
          <p:cNvSpPr/>
          <p:nvPr/>
        </p:nvSpPr>
        <p:spPr>
          <a:xfrm>
            <a:off x="6113128" y="1465319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FD2ABF2-FDBC-4FD3-471C-6E16079B8865}"/>
              </a:ext>
            </a:extLst>
          </p:cNvPr>
          <p:cNvSpPr/>
          <p:nvPr/>
        </p:nvSpPr>
        <p:spPr>
          <a:xfrm>
            <a:off x="6987314" y="146875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Picture 2" descr="잎 - 무료 자연개 아이콘">
            <a:extLst>
              <a:ext uri="{FF2B5EF4-FFF2-40B4-BE49-F238E27FC236}">
                <a16:creationId xmlns:a16="http://schemas.microsoft.com/office/drawing/2014/main" id="{9BD0A816-228D-FDC5-76BA-0707076AF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480" y="1497626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Material 디자인 스타일의 달팽이 아이콘">
            <a:extLst>
              <a:ext uri="{FF2B5EF4-FFF2-40B4-BE49-F238E27FC236}">
                <a16:creationId xmlns:a16="http://schemas.microsoft.com/office/drawing/2014/main" id="{4793FCA9-1E68-0FCC-BE43-ED5022113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937" y="1472189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E14E0E3E-67FC-40FB-232A-8AB1391D8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369" y="1434957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5050284-4452-7782-A146-25ABDBB81194}"/>
              </a:ext>
            </a:extLst>
          </p:cNvPr>
          <p:cNvSpPr txBox="1"/>
          <p:nvPr/>
        </p:nvSpPr>
        <p:spPr>
          <a:xfrm>
            <a:off x="6461347" y="1832242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달팽이 도감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667FC963-0B2D-C1D5-7EAB-CF03FACB2DBB}"/>
              </a:ext>
            </a:extLst>
          </p:cNvPr>
          <p:cNvSpPr/>
          <p:nvPr/>
        </p:nvSpPr>
        <p:spPr>
          <a:xfrm>
            <a:off x="6987314" y="146875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DCAD2A0-B5A0-3CE9-4970-605BACF49640}"/>
              </a:ext>
            </a:extLst>
          </p:cNvPr>
          <p:cNvSpPr/>
          <p:nvPr/>
        </p:nvSpPr>
        <p:spPr>
          <a:xfrm>
            <a:off x="7438016" y="146819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1F4649CD-CC87-5C3E-C2E8-37E041B19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071" y="1434397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8" descr="Eggs - Free food icons">
            <a:extLst>
              <a:ext uri="{FF2B5EF4-FFF2-40B4-BE49-F238E27FC236}">
                <a16:creationId xmlns:a16="http://schemas.microsoft.com/office/drawing/2014/main" id="{67516C56-EC70-28FC-78B8-33A18DC30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759" y="1499562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79881507-75B0-4614-1315-9ED630FB0C8A}"/>
              </a:ext>
            </a:extLst>
          </p:cNvPr>
          <p:cNvSpPr/>
          <p:nvPr/>
        </p:nvSpPr>
        <p:spPr>
          <a:xfrm>
            <a:off x="6103546" y="2148776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3FC9C8-2E3D-81F7-B5FC-367F09E54CEC}"/>
              </a:ext>
            </a:extLst>
          </p:cNvPr>
          <p:cNvSpPr txBox="1"/>
          <p:nvPr/>
        </p:nvSpPr>
        <p:spPr>
          <a:xfrm>
            <a:off x="6157559" y="2227722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1. </a:t>
            </a:r>
            <a:r>
              <a:rPr lang="ko-KR" altLang="en-US" sz="1000" b="1" dirty="0"/>
              <a:t>명주 달팽이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7F2A754-6593-028A-19B2-B8BFDF3C2E44}"/>
              </a:ext>
            </a:extLst>
          </p:cNvPr>
          <p:cNvSpPr/>
          <p:nvPr/>
        </p:nvSpPr>
        <p:spPr>
          <a:xfrm>
            <a:off x="6113128" y="2652088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9FDF78-9E85-5FF3-C049-EED1D1C1FCF4}"/>
              </a:ext>
            </a:extLst>
          </p:cNvPr>
          <p:cNvSpPr txBox="1"/>
          <p:nvPr/>
        </p:nvSpPr>
        <p:spPr>
          <a:xfrm>
            <a:off x="6167141" y="2731034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2. </a:t>
            </a:r>
            <a:r>
              <a:rPr lang="ko-KR" altLang="en-US" sz="1000" b="1" dirty="0"/>
              <a:t>명주 달팽이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02226EEA-BFFF-4294-A7B7-36B50B1268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893" y="2267425"/>
            <a:ext cx="471000" cy="182888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072E0298-3BDF-064D-4BF5-066996445A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872" y="2772596"/>
            <a:ext cx="471000" cy="182888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86AC355-AB60-42F6-4B4D-BAEDF28DF109}"/>
              </a:ext>
            </a:extLst>
          </p:cNvPr>
          <p:cNvSpPr/>
          <p:nvPr/>
        </p:nvSpPr>
        <p:spPr>
          <a:xfrm>
            <a:off x="6113123" y="3161192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CF5513-C2FD-891D-E939-364D73C17D6E}"/>
              </a:ext>
            </a:extLst>
          </p:cNvPr>
          <p:cNvSpPr txBox="1"/>
          <p:nvPr/>
        </p:nvSpPr>
        <p:spPr>
          <a:xfrm>
            <a:off x="6167136" y="3240138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3. </a:t>
            </a:r>
            <a:r>
              <a:rPr lang="ko-KR" altLang="en-US" sz="1000" b="1" dirty="0"/>
              <a:t>명주 달팽이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7FBEE7BC-D588-B92B-01D3-AE4E0011E4C0}"/>
              </a:ext>
            </a:extLst>
          </p:cNvPr>
          <p:cNvSpPr/>
          <p:nvPr/>
        </p:nvSpPr>
        <p:spPr>
          <a:xfrm>
            <a:off x="6122705" y="3664504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CA2F9F4-84C3-34EB-4EED-262F4391A13C}"/>
              </a:ext>
            </a:extLst>
          </p:cNvPr>
          <p:cNvSpPr txBox="1"/>
          <p:nvPr/>
        </p:nvSpPr>
        <p:spPr>
          <a:xfrm>
            <a:off x="6176718" y="3743450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4. </a:t>
            </a:r>
            <a:r>
              <a:rPr lang="ko-KR" altLang="en-US" sz="1000" b="1" dirty="0"/>
              <a:t>명주 달팽이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FA97D1F1-20AA-0BEE-F268-44EDFAC872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470" y="3279841"/>
            <a:ext cx="471000" cy="182888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B5BE6166-5393-D481-65B8-BA3EEE45FA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449" y="3785012"/>
            <a:ext cx="471000" cy="182888"/>
          </a:xfrm>
          <a:prstGeom prst="rect">
            <a:avLst/>
          </a:prstGeom>
        </p:spPr>
      </p:pic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98051116-E496-9FED-DCAA-04A0CE075D31}"/>
              </a:ext>
            </a:extLst>
          </p:cNvPr>
          <p:cNvSpPr/>
          <p:nvPr/>
        </p:nvSpPr>
        <p:spPr>
          <a:xfrm>
            <a:off x="6122705" y="4187496"/>
            <a:ext cx="1916628" cy="246221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ACFD31C-4545-2060-00CE-7811B6A03FF4}"/>
              </a:ext>
            </a:extLst>
          </p:cNvPr>
          <p:cNvSpPr txBox="1"/>
          <p:nvPr/>
        </p:nvSpPr>
        <p:spPr>
          <a:xfrm>
            <a:off x="6176718" y="4266442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5. </a:t>
            </a:r>
            <a:r>
              <a:rPr lang="ko-KR" altLang="en-US" sz="1000" b="1" dirty="0"/>
              <a:t>명주 달팽이</a:t>
            </a:r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43E8EFB8-610C-1F5D-D3F0-DABAA85AE2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1262"/>
          <a:stretch>
            <a:fillRect/>
          </a:stretch>
        </p:blipFill>
        <p:spPr>
          <a:xfrm>
            <a:off x="7515449" y="4308004"/>
            <a:ext cx="471000" cy="125713"/>
          </a:xfrm>
          <a:prstGeom prst="rect">
            <a:avLst/>
          </a:prstGeom>
        </p:spPr>
      </p:pic>
      <p:pic>
        <p:nvPicPr>
          <p:cNvPr id="109" name="Picture 2">
            <a:extLst>
              <a:ext uri="{FF2B5EF4-FFF2-40B4-BE49-F238E27FC236}">
                <a16:creationId xmlns:a16="http://schemas.microsoft.com/office/drawing/2014/main" id="{BBE5718A-F71F-5314-B085-9EE6C926E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879" y="2138679"/>
            <a:ext cx="1586360" cy="133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BA6D1643-43A8-6AAD-B846-320236D8AE80}"/>
              </a:ext>
            </a:extLst>
          </p:cNvPr>
          <p:cNvSpPr/>
          <p:nvPr/>
        </p:nvSpPr>
        <p:spPr>
          <a:xfrm>
            <a:off x="8445978" y="1917456"/>
            <a:ext cx="1668560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1" name="TextBox 253">
            <a:extLst>
              <a:ext uri="{FF2B5EF4-FFF2-40B4-BE49-F238E27FC236}">
                <a16:creationId xmlns:a16="http://schemas.microsoft.com/office/drawing/2014/main" id="{EFC3E9A0-73A1-83E9-F8EC-6AAF989C6367}"/>
              </a:ext>
            </a:extLst>
          </p:cNvPr>
          <p:cNvSpPr txBox="1"/>
          <p:nvPr/>
        </p:nvSpPr>
        <p:spPr>
          <a:xfrm>
            <a:off x="8679709" y="1934082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/>
              <a:t>1. </a:t>
            </a:r>
            <a:r>
              <a:rPr lang="ko-KR" altLang="en-US" sz="1100" b="1" dirty="0"/>
              <a:t>명주 달팽이</a:t>
            </a: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C9EA4069-3357-6DEB-2CA7-C75DE7BBA5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5559" y="2151891"/>
            <a:ext cx="471000" cy="182888"/>
          </a:xfrm>
          <a:prstGeom prst="rect">
            <a:avLst/>
          </a:prstGeom>
        </p:spPr>
      </p:pic>
      <p:sp>
        <p:nvSpPr>
          <p:cNvPr id="144" name="자유형: 도형 143">
            <a:extLst>
              <a:ext uri="{FF2B5EF4-FFF2-40B4-BE49-F238E27FC236}">
                <a16:creationId xmlns:a16="http://schemas.microsoft.com/office/drawing/2014/main" id="{1796A79A-1710-17F0-EE75-476802E00893}"/>
              </a:ext>
            </a:extLst>
          </p:cNvPr>
          <p:cNvSpPr/>
          <p:nvPr/>
        </p:nvSpPr>
        <p:spPr>
          <a:xfrm>
            <a:off x="3771900" y="4257675"/>
            <a:ext cx="762000" cy="704850"/>
          </a:xfrm>
          <a:custGeom>
            <a:avLst/>
            <a:gdLst>
              <a:gd name="connsiteX0" fmla="*/ 0 w 762000"/>
              <a:gd name="connsiteY0" fmla="*/ 0 h 704850"/>
              <a:gd name="connsiteX1" fmla="*/ 0 w 762000"/>
              <a:gd name="connsiteY1" fmla="*/ 704850 h 704850"/>
              <a:gd name="connsiteX2" fmla="*/ 762000 w 762000"/>
              <a:gd name="connsiteY2" fmla="*/ 70485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704850">
                <a:moveTo>
                  <a:pt x="0" y="0"/>
                </a:moveTo>
                <a:lnTo>
                  <a:pt x="0" y="704850"/>
                </a:lnTo>
                <a:lnTo>
                  <a:pt x="762000" y="70485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1109DD5-CAC4-CFF8-2039-1E0F45366DB6}"/>
              </a:ext>
            </a:extLst>
          </p:cNvPr>
          <p:cNvSpPr txBox="1"/>
          <p:nvPr/>
        </p:nvSpPr>
        <p:spPr>
          <a:xfrm>
            <a:off x="4517846" y="4878912"/>
            <a:ext cx="28442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종료 터치 시 바로 종료</a:t>
            </a:r>
            <a:endParaRPr lang="en-US" altLang="ko-KR" sz="900" b="1" dirty="0"/>
          </a:p>
        </p:txBody>
      </p: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9306558F-054A-6FD3-EBDB-B24B5B6C09C2}"/>
              </a:ext>
            </a:extLst>
          </p:cNvPr>
          <p:cNvCxnSpPr/>
          <p:nvPr/>
        </p:nvCxnSpPr>
        <p:spPr>
          <a:xfrm>
            <a:off x="4966637" y="3330867"/>
            <a:ext cx="75788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그림 149">
            <a:extLst>
              <a:ext uri="{FF2B5EF4-FFF2-40B4-BE49-F238E27FC236}">
                <a16:creationId xmlns:a16="http://schemas.microsoft.com/office/drawing/2014/main" id="{46687C2C-9C02-4803-6684-FDC07924F9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009" y="3218468"/>
            <a:ext cx="250093" cy="252754"/>
          </a:xfrm>
          <a:prstGeom prst="rect">
            <a:avLst/>
          </a:prstGeom>
        </p:spPr>
      </p:pic>
      <p:sp>
        <p:nvSpPr>
          <p:cNvPr id="151" name="자유형: 도형 150">
            <a:extLst>
              <a:ext uri="{FF2B5EF4-FFF2-40B4-BE49-F238E27FC236}">
                <a16:creationId xmlns:a16="http://schemas.microsoft.com/office/drawing/2014/main" id="{911B93CE-F833-40C8-7B7A-3A8E89DF6E41}"/>
              </a:ext>
            </a:extLst>
          </p:cNvPr>
          <p:cNvSpPr/>
          <p:nvPr/>
        </p:nvSpPr>
        <p:spPr>
          <a:xfrm>
            <a:off x="2971800" y="3327400"/>
            <a:ext cx="8064500" cy="2755900"/>
          </a:xfrm>
          <a:custGeom>
            <a:avLst/>
            <a:gdLst>
              <a:gd name="connsiteX0" fmla="*/ 7023100 w 8064500"/>
              <a:gd name="connsiteY0" fmla="*/ 0 h 2755900"/>
              <a:gd name="connsiteX1" fmla="*/ 8064500 w 8064500"/>
              <a:gd name="connsiteY1" fmla="*/ 0 h 2755900"/>
              <a:gd name="connsiteX2" fmla="*/ 8064500 w 8064500"/>
              <a:gd name="connsiteY2" fmla="*/ 2755900 h 2755900"/>
              <a:gd name="connsiteX3" fmla="*/ 25400 w 8064500"/>
              <a:gd name="connsiteY3" fmla="*/ 2755900 h 2755900"/>
              <a:gd name="connsiteX4" fmla="*/ 0 w 8064500"/>
              <a:gd name="connsiteY4" fmla="*/ 2527300 h 2755900"/>
              <a:gd name="connsiteX5" fmla="*/ 0 w 8064500"/>
              <a:gd name="connsiteY5" fmla="*/ 1727200 h 275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64500" h="2755900">
                <a:moveTo>
                  <a:pt x="7023100" y="0"/>
                </a:moveTo>
                <a:lnTo>
                  <a:pt x="8064500" y="0"/>
                </a:lnTo>
                <a:lnTo>
                  <a:pt x="8064500" y="2755900"/>
                </a:lnTo>
                <a:lnTo>
                  <a:pt x="25400" y="2755900"/>
                </a:lnTo>
                <a:lnTo>
                  <a:pt x="0" y="2527300"/>
                </a:lnTo>
                <a:lnTo>
                  <a:pt x="0" y="1727200"/>
                </a:ln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86E616F-E702-E454-2D73-7608E8F16726}"/>
              </a:ext>
            </a:extLst>
          </p:cNvPr>
          <p:cNvSpPr txBox="1"/>
          <p:nvPr/>
        </p:nvSpPr>
        <p:spPr>
          <a:xfrm>
            <a:off x="145731" y="186676"/>
            <a:ext cx="282061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달팽이 도감 </a:t>
            </a:r>
            <a:r>
              <a:rPr lang="en-US" altLang="ko-KR" sz="1200" dirty="0">
                <a:solidFill>
                  <a:schemeClr val="bg1"/>
                </a:solidFill>
              </a:rPr>
              <a:t>– </a:t>
            </a:r>
            <a:r>
              <a:rPr lang="ko-KR" altLang="en-US" sz="1200" dirty="0">
                <a:solidFill>
                  <a:schemeClr val="bg1"/>
                </a:solidFill>
              </a:rPr>
              <a:t>해금 전 버전</a:t>
            </a:r>
          </a:p>
        </p:txBody>
      </p:sp>
      <p:pic>
        <p:nvPicPr>
          <p:cNvPr id="154" name="그림 153">
            <a:extLst>
              <a:ext uri="{FF2B5EF4-FFF2-40B4-BE49-F238E27FC236}">
                <a16:creationId xmlns:a16="http://schemas.microsoft.com/office/drawing/2014/main" id="{3E8472D7-531A-78E3-ADD1-4ED710633A5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210" y="1652075"/>
            <a:ext cx="362713" cy="353569"/>
          </a:xfrm>
          <a:prstGeom prst="rect">
            <a:avLst/>
          </a:prstGeom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3977E65A-C89F-8E11-D9F6-E4965ED8A47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807" y="1693047"/>
            <a:ext cx="362713" cy="353569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C83E9EEC-2AB3-BAA9-8265-CA6D30438C09}"/>
              </a:ext>
            </a:extLst>
          </p:cNvPr>
          <p:cNvSpPr txBox="1"/>
          <p:nvPr/>
        </p:nvSpPr>
        <p:spPr>
          <a:xfrm>
            <a:off x="78834" y="2289677"/>
            <a:ext cx="8840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스크롤 가능</a:t>
            </a:r>
            <a:endParaRPr lang="en-US" altLang="ko-KR" sz="900" b="1" dirty="0"/>
          </a:p>
        </p:txBody>
      </p:sp>
      <p:sp>
        <p:nvSpPr>
          <p:cNvPr id="157" name="자유형: 도형 156">
            <a:extLst>
              <a:ext uri="{FF2B5EF4-FFF2-40B4-BE49-F238E27FC236}">
                <a16:creationId xmlns:a16="http://schemas.microsoft.com/office/drawing/2014/main" id="{3A2CE946-E5F9-F7FA-BE3B-6B77DC5B2711}"/>
              </a:ext>
            </a:extLst>
          </p:cNvPr>
          <p:cNvSpPr/>
          <p:nvPr/>
        </p:nvSpPr>
        <p:spPr>
          <a:xfrm>
            <a:off x="4330700" y="698500"/>
            <a:ext cx="876300" cy="1930400"/>
          </a:xfrm>
          <a:custGeom>
            <a:avLst/>
            <a:gdLst>
              <a:gd name="connsiteX0" fmla="*/ 0 w 876300"/>
              <a:gd name="connsiteY0" fmla="*/ 1930400 h 1930400"/>
              <a:gd name="connsiteX1" fmla="*/ 0 w 876300"/>
              <a:gd name="connsiteY1" fmla="*/ 0 h 1930400"/>
              <a:gd name="connsiteX2" fmla="*/ 876300 w 876300"/>
              <a:gd name="connsiteY2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6300" h="1930400">
                <a:moveTo>
                  <a:pt x="0" y="1930400"/>
                </a:moveTo>
                <a:lnTo>
                  <a:pt x="0" y="0"/>
                </a:lnTo>
                <a:lnTo>
                  <a:pt x="876300" y="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D8F58C1-4913-E456-F7F9-A0C7AAFD2E27}"/>
              </a:ext>
            </a:extLst>
          </p:cNvPr>
          <p:cNvSpPr txBox="1"/>
          <p:nvPr/>
        </p:nvSpPr>
        <p:spPr>
          <a:xfrm>
            <a:off x="5203610" y="602671"/>
            <a:ext cx="28442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달팽이 실루엣은 모두 공용으로 사용</a:t>
            </a:r>
            <a:endParaRPr lang="en-US" altLang="ko-KR" sz="9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2D78979-4358-96A4-0CA0-E8FC133A8501}"/>
              </a:ext>
            </a:extLst>
          </p:cNvPr>
          <p:cNvSpPr txBox="1"/>
          <p:nvPr/>
        </p:nvSpPr>
        <p:spPr>
          <a:xfrm>
            <a:off x="7115736" y="4942514"/>
            <a:ext cx="28442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최대 </a:t>
            </a:r>
            <a:r>
              <a:rPr lang="ko-KR" altLang="en-US" sz="900" b="1" dirty="0" err="1"/>
              <a:t>네개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유전자 화면이랑 동일</a:t>
            </a:r>
            <a:r>
              <a:rPr lang="en-US" altLang="ko-KR" sz="900" b="1" dirty="0"/>
              <a:t>)</a:t>
            </a:r>
          </a:p>
          <a:p>
            <a:r>
              <a:rPr lang="ko-KR" altLang="en-US" sz="900" b="1" dirty="0"/>
              <a:t>도감에 등록된 파츠가 있는 만큼만 보여줌</a:t>
            </a:r>
            <a:r>
              <a:rPr lang="en-US" altLang="ko-KR" sz="900" b="1" dirty="0"/>
              <a:t>.</a:t>
            </a:r>
          </a:p>
          <a:p>
            <a:r>
              <a:rPr lang="en-US" altLang="ko-KR" sz="900" b="1" dirty="0"/>
              <a:t>Ex. </a:t>
            </a:r>
            <a:r>
              <a:rPr lang="ko-KR" altLang="en-US" sz="900" b="1" dirty="0"/>
              <a:t>파츠가 </a:t>
            </a:r>
            <a:r>
              <a:rPr lang="en-US" altLang="ko-KR" sz="900" b="1" dirty="0"/>
              <a:t>2</a:t>
            </a:r>
            <a:r>
              <a:rPr lang="ko-KR" altLang="en-US" sz="900" b="1" dirty="0"/>
              <a:t>개로만 도감 완성 → </a:t>
            </a:r>
            <a:r>
              <a:rPr lang="en-US" altLang="ko-KR" sz="900" b="1" dirty="0"/>
              <a:t>2</a:t>
            </a:r>
            <a:r>
              <a:rPr lang="ko-KR" altLang="en-US" sz="900" b="1" dirty="0"/>
              <a:t>개만 띄움</a:t>
            </a:r>
            <a:endParaRPr lang="en-US" altLang="ko-KR" sz="900" b="1" dirty="0"/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68CAE3C3-8757-9109-45F8-A862F35F9823}"/>
              </a:ext>
            </a:extLst>
          </p:cNvPr>
          <p:cNvGrpSpPr/>
          <p:nvPr/>
        </p:nvGrpSpPr>
        <p:grpSpPr>
          <a:xfrm>
            <a:off x="8400071" y="3563627"/>
            <a:ext cx="1822926" cy="907120"/>
            <a:chOff x="4757583" y="3457671"/>
            <a:chExt cx="1822926" cy="907120"/>
          </a:xfrm>
        </p:grpSpPr>
        <p:sp>
          <p:nvSpPr>
            <p:cNvPr id="167" name="사각형: 둥근 모서리 166">
              <a:extLst>
                <a:ext uri="{FF2B5EF4-FFF2-40B4-BE49-F238E27FC236}">
                  <a16:creationId xmlns:a16="http://schemas.microsoft.com/office/drawing/2014/main" id="{3F4E2B01-08D3-806B-6986-B9F8554121CD}"/>
                </a:ext>
              </a:extLst>
            </p:cNvPr>
            <p:cNvSpPr/>
            <p:nvPr/>
          </p:nvSpPr>
          <p:spPr>
            <a:xfrm>
              <a:off x="4888519" y="3479807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68" name="타원 167">
              <a:extLst>
                <a:ext uri="{FF2B5EF4-FFF2-40B4-BE49-F238E27FC236}">
                  <a16:creationId xmlns:a16="http://schemas.microsoft.com/office/drawing/2014/main" id="{51F50293-B9A1-D28B-4E18-299AEDCA29E3}"/>
                </a:ext>
              </a:extLst>
            </p:cNvPr>
            <p:cNvSpPr/>
            <p:nvPr/>
          </p:nvSpPr>
          <p:spPr>
            <a:xfrm>
              <a:off x="4757583" y="3457671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69" name="사각형: 둥근 모서리 168">
              <a:extLst>
                <a:ext uri="{FF2B5EF4-FFF2-40B4-BE49-F238E27FC236}">
                  <a16:creationId xmlns:a16="http://schemas.microsoft.com/office/drawing/2014/main" id="{CFA6779E-BEDB-FC1E-4D90-DED737E5BB53}"/>
                </a:ext>
              </a:extLst>
            </p:cNvPr>
            <p:cNvSpPr/>
            <p:nvPr/>
          </p:nvSpPr>
          <p:spPr>
            <a:xfrm>
              <a:off x="4888519" y="3713781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A0F72DF2-2DD3-E6B6-AA3F-3AAA274356CD}"/>
                </a:ext>
              </a:extLst>
            </p:cNvPr>
            <p:cNvSpPr/>
            <p:nvPr/>
          </p:nvSpPr>
          <p:spPr>
            <a:xfrm>
              <a:off x="4757583" y="3691645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04CF80BE-0A32-E204-D386-88AD57AAE602}"/>
                </a:ext>
              </a:extLst>
            </p:cNvPr>
            <p:cNvSpPr/>
            <p:nvPr/>
          </p:nvSpPr>
          <p:spPr>
            <a:xfrm>
              <a:off x="4888519" y="3942238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FDF4223F-71F1-F3A8-FDA9-C496E1682C50}"/>
                </a:ext>
              </a:extLst>
            </p:cNvPr>
            <p:cNvSpPr/>
            <p:nvPr/>
          </p:nvSpPr>
          <p:spPr>
            <a:xfrm>
              <a:off x="4757583" y="3920101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3" name="사각형: 둥근 모서리 172">
              <a:extLst>
                <a:ext uri="{FF2B5EF4-FFF2-40B4-BE49-F238E27FC236}">
                  <a16:creationId xmlns:a16="http://schemas.microsoft.com/office/drawing/2014/main" id="{764E007B-259B-7D00-5C5D-2F9A98902DE2}"/>
                </a:ext>
              </a:extLst>
            </p:cNvPr>
            <p:cNvSpPr/>
            <p:nvPr/>
          </p:nvSpPr>
          <p:spPr>
            <a:xfrm>
              <a:off x="4888519" y="4172009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E42411CA-75FC-7987-86FB-DC88A5588927}"/>
                </a:ext>
              </a:extLst>
            </p:cNvPr>
            <p:cNvSpPr/>
            <p:nvPr/>
          </p:nvSpPr>
          <p:spPr>
            <a:xfrm>
              <a:off x="4757583" y="4149873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A90C49C1-D06D-46C7-279B-CF59004FD3FA}"/>
                </a:ext>
              </a:extLst>
            </p:cNvPr>
            <p:cNvGrpSpPr/>
            <p:nvPr/>
          </p:nvGrpSpPr>
          <p:grpSpPr>
            <a:xfrm>
              <a:off x="4983884" y="3465499"/>
              <a:ext cx="1061221" cy="200055"/>
              <a:chOff x="3663804" y="2086294"/>
              <a:chExt cx="1244600" cy="234625"/>
            </a:xfrm>
          </p:grpSpPr>
          <p:sp>
            <p:nvSpPr>
              <p:cNvPr id="189" name="사각형: 둥근 모서리 188">
                <a:extLst>
                  <a:ext uri="{FF2B5EF4-FFF2-40B4-BE49-F238E27FC236}">
                    <a16:creationId xmlns:a16="http://schemas.microsoft.com/office/drawing/2014/main" id="{244E8381-F7B3-45F4-EAB8-830E58C3495F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190" name="TextBox 138">
                <a:extLst>
                  <a:ext uri="{FF2B5EF4-FFF2-40B4-BE49-F238E27FC236}">
                    <a16:creationId xmlns:a16="http://schemas.microsoft.com/office/drawing/2014/main" id="{65BF3A54-9AB9-6743-1F01-8FE5A6DF83B8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5FE0522F-48DB-5F72-7F6D-337252037465}"/>
                </a:ext>
              </a:extLst>
            </p:cNvPr>
            <p:cNvGrpSpPr/>
            <p:nvPr/>
          </p:nvGrpSpPr>
          <p:grpSpPr>
            <a:xfrm>
              <a:off x="4989954" y="3709652"/>
              <a:ext cx="1061221" cy="200055"/>
              <a:chOff x="3663804" y="2086294"/>
              <a:chExt cx="1244600" cy="234625"/>
            </a:xfrm>
          </p:grpSpPr>
          <p:sp>
            <p:nvSpPr>
              <p:cNvPr id="187" name="사각형: 둥근 모서리 186">
                <a:extLst>
                  <a:ext uri="{FF2B5EF4-FFF2-40B4-BE49-F238E27FC236}">
                    <a16:creationId xmlns:a16="http://schemas.microsoft.com/office/drawing/2014/main" id="{92C56D55-3AC7-5371-BFA0-F27B48C61EB3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188" name="TextBox 141">
                <a:extLst>
                  <a:ext uri="{FF2B5EF4-FFF2-40B4-BE49-F238E27FC236}">
                    <a16:creationId xmlns:a16="http://schemas.microsoft.com/office/drawing/2014/main" id="{A107B396-0DCB-2B3E-E0B6-A044489B1E6B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16C7639D-5616-CB70-6322-ABDECC812257}"/>
                </a:ext>
              </a:extLst>
            </p:cNvPr>
            <p:cNvGrpSpPr/>
            <p:nvPr/>
          </p:nvGrpSpPr>
          <p:grpSpPr>
            <a:xfrm>
              <a:off x="4989954" y="3932691"/>
              <a:ext cx="1061221" cy="200055"/>
              <a:chOff x="3663804" y="2086294"/>
              <a:chExt cx="1244600" cy="234625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AD33365E-9ED9-63DD-784F-BF1384DA58A8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186" name="TextBox 144">
                <a:extLst>
                  <a:ext uri="{FF2B5EF4-FFF2-40B4-BE49-F238E27FC236}">
                    <a16:creationId xmlns:a16="http://schemas.microsoft.com/office/drawing/2014/main" id="{3FB51B1E-5F55-A563-8472-A67EF65F7888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1019FE54-F3F5-CA83-E905-C210DB9761C1}"/>
                </a:ext>
              </a:extLst>
            </p:cNvPr>
            <p:cNvGrpSpPr/>
            <p:nvPr/>
          </p:nvGrpSpPr>
          <p:grpSpPr>
            <a:xfrm>
              <a:off x="4996024" y="4161272"/>
              <a:ext cx="1061221" cy="200055"/>
              <a:chOff x="3663804" y="2086294"/>
              <a:chExt cx="1244600" cy="234625"/>
            </a:xfrm>
          </p:grpSpPr>
          <p:sp>
            <p:nvSpPr>
              <p:cNvPr id="183" name="사각형: 둥근 모서리 182">
                <a:extLst>
                  <a:ext uri="{FF2B5EF4-FFF2-40B4-BE49-F238E27FC236}">
                    <a16:creationId xmlns:a16="http://schemas.microsoft.com/office/drawing/2014/main" id="{48DF6117-41F3-1CB2-0DA7-B1EE509AF889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184" name="TextBox 147">
                <a:extLst>
                  <a:ext uri="{FF2B5EF4-FFF2-40B4-BE49-F238E27FC236}">
                    <a16:creationId xmlns:a16="http://schemas.microsoft.com/office/drawing/2014/main" id="{C46F9FC7-C3BE-B6E7-B995-2DBAAA66A2E4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sp>
          <p:nvSpPr>
            <p:cNvPr id="179" name="TextBox 148">
              <a:extLst>
                <a:ext uri="{FF2B5EF4-FFF2-40B4-BE49-F238E27FC236}">
                  <a16:creationId xmlns:a16="http://schemas.microsoft.com/office/drawing/2014/main" id="{65307975-E6D5-9FED-2FC9-EDBC88022BFC}"/>
                </a:ext>
              </a:extLst>
            </p:cNvPr>
            <p:cNvSpPr txBox="1"/>
            <p:nvPr/>
          </p:nvSpPr>
          <p:spPr>
            <a:xfrm>
              <a:off x="5335909" y="3462527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패각 이름</a:t>
              </a:r>
            </a:p>
          </p:txBody>
        </p:sp>
        <p:sp>
          <p:nvSpPr>
            <p:cNvPr id="180" name="TextBox 149">
              <a:extLst>
                <a:ext uri="{FF2B5EF4-FFF2-40B4-BE49-F238E27FC236}">
                  <a16:creationId xmlns:a16="http://schemas.microsoft.com/office/drawing/2014/main" id="{437AFF10-FFAE-1A97-75CF-1AD9431ACE53}"/>
                </a:ext>
              </a:extLst>
            </p:cNvPr>
            <p:cNvSpPr txBox="1"/>
            <p:nvPr/>
          </p:nvSpPr>
          <p:spPr>
            <a:xfrm>
              <a:off x="5335909" y="3700476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몸통 이름</a:t>
              </a:r>
            </a:p>
          </p:txBody>
        </p:sp>
        <p:sp>
          <p:nvSpPr>
            <p:cNvPr id="181" name="TextBox 150">
              <a:extLst>
                <a:ext uri="{FF2B5EF4-FFF2-40B4-BE49-F238E27FC236}">
                  <a16:creationId xmlns:a16="http://schemas.microsoft.com/office/drawing/2014/main" id="{0659BBED-1194-8357-AF3C-22A972228770}"/>
                </a:ext>
              </a:extLst>
            </p:cNvPr>
            <p:cNvSpPr txBox="1"/>
            <p:nvPr/>
          </p:nvSpPr>
          <p:spPr>
            <a:xfrm>
              <a:off x="5330755" y="3933903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더듬이 이름</a:t>
              </a:r>
            </a:p>
          </p:txBody>
        </p:sp>
        <p:sp>
          <p:nvSpPr>
            <p:cNvPr id="182" name="TextBox 151">
              <a:extLst>
                <a:ext uri="{FF2B5EF4-FFF2-40B4-BE49-F238E27FC236}">
                  <a16:creationId xmlns:a16="http://schemas.microsoft.com/office/drawing/2014/main" id="{9967AC7D-CBEF-B79D-F179-8087518A4583}"/>
                </a:ext>
              </a:extLst>
            </p:cNvPr>
            <p:cNvSpPr txBox="1"/>
            <p:nvPr/>
          </p:nvSpPr>
          <p:spPr>
            <a:xfrm>
              <a:off x="5330755" y="4149347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얼굴 이름</a:t>
              </a:r>
            </a:p>
          </p:txBody>
        </p:sp>
      </p:grpSp>
      <p:sp>
        <p:nvSpPr>
          <p:cNvPr id="164" name="자유형: 도형 163">
            <a:extLst>
              <a:ext uri="{FF2B5EF4-FFF2-40B4-BE49-F238E27FC236}">
                <a16:creationId xmlns:a16="http://schemas.microsoft.com/office/drawing/2014/main" id="{CD1270C2-C18D-F065-3BC1-81922316FCF4}"/>
              </a:ext>
            </a:extLst>
          </p:cNvPr>
          <p:cNvSpPr/>
          <p:nvPr/>
        </p:nvSpPr>
        <p:spPr>
          <a:xfrm>
            <a:off x="8953500" y="4267200"/>
            <a:ext cx="800100" cy="800100"/>
          </a:xfrm>
          <a:custGeom>
            <a:avLst/>
            <a:gdLst>
              <a:gd name="connsiteX0" fmla="*/ 800100 w 800100"/>
              <a:gd name="connsiteY0" fmla="*/ 0 h 800100"/>
              <a:gd name="connsiteX1" fmla="*/ 800100 w 800100"/>
              <a:gd name="connsiteY1" fmla="*/ 800100 h 800100"/>
              <a:gd name="connsiteX2" fmla="*/ 0 w 800100"/>
              <a:gd name="connsiteY2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0100" h="800100">
                <a:moveTo>
                  <a:pt x="800100" y="0"/>
                </a:moveTo>
                <a:lnTo>
                  <a:pt x="800100" y="800100"/>
                </a:lnTo>
                <a:lnTo>
                  <a:pt x="0" y="8001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267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A98F-E9F0-3F8C-3BCD-E9FAB3CF1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DBFBD5E-9293-95BC-1EE0-9EF44DB5FC2A}"/>
              </a:ext>
            </a:extLst>
          </p:cNvPr>
          <p:cNvSpPr/>
          <p:nvPr/>
        </p:nvSpPr>
        <p:spPr>
          <a:xfrm>
            <a:off x="3171974" y="1747523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DB701F8-8A62-1647-16A6-A7BDF2FD9273}"/>
              </a:ext>
            </a:extLst>
          </p:cNvPr>
          <p:cNvSpPr/>
          <p:nvPr/>
        </p:nvSpPr>
        <p:spPr>
          <a:xfrm>
            <a:off x="5119688" y="1652273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곱하기 기호 5">
            <a:extLst>
              <a:ext uri="{FF2B5EF4-FFF2-40B4-BE49-F238E27FC236}">
                <a16:creationId xmlns:a16="http://schemas.microsoft.com/office/drawing/2014/main" id="{3A3B51DD-9DF7-2863-68CC-4C4E9FCEE948}"/>
              </a:ext>
            </a:extLst>
          </p:cNvPr>
          <p:cNvSpPr/>
          <p:nvPr/>
        </p:nvSpPr>
        <p:spPr>
          <a:xfrm>
            <a:off x="5102551" y="1635022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D745DDA-AABD-BDEC-81F8-4462A13DB766}"/>
              </a:ext>
            </a:extLst>
          </p:cNvPr>
          <p:cNvGrpSpPr/>
          <p:nvPr/>
        </p:nvGrpSpPr>
        <p:grpSpPr>
          <a:xfrm>
            <a:off x="3767361" y="1361892"/>
            <a:ext cx="1141042" cy="442051"/>
            <a:chOff x="6711477" y="1465221"/>
            <a:chExt cx="1416357" cy="548711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FEA2914-FF5B-A184-3916-297B7D60C940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D0FEA3A-8D5B-EDFD-4395-39A16E6BD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90A95D2-27E2-822B-0A86-899704B6995B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4959C11-D226-3896-89AF-029F7BE64AE1}"/>
              </a:ext>
            </a:extLst>
          </p:cNvPr>
          <p:cNvSpPr/>
          <p:nvPr/>
        </p:nvSpPr>
        <p:spPr>
          <a:xfrm>
            <a:off x="3280016" y="143794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Picture 2" descr="설정 - 무료 ui개 아이콘">
            <a:extLst>
              <a:ext uri="{FF2B5EF4-FFF2-40B4-BE49-F238E27FC236}">
                <a16:creationId xmlns:a16="http://schemas.microsoft.com/office/drawing/2014/main" id="{61BA1CC4-E9C7-121D-8788-119C7A45A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181" y="1459959"/>
            <a:ext cx="265099" cy="265099"/>
          </a:xfrm>
          <a:prstGeom prst="rect">
            <a:avLst/>
          </a:prstGeom>
          <a:noFill/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9EFE630-657C-CD9F-A723-770F063ABF8E}"/>
              </a:ext>
            </a:extLst>
          </p:cNvPr>
          <p:cNvSpPr/>
          <p:nvPr/>
        </p:nvSpPr>
        <p:spPr>
          <a:xfrm>
            <a:off x="962884" y="1747523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03FFB33-1AA8-49D3-E4DE-6704B66A3FD6}"/>
              </a:ext>
            </a:extLst>
          </p:cNvPr>
          <p:cNvSpPr/>
          <p:nvPr/>
        </p:nvSpPr>
        <p:spPr>
          <a:xfrm>
            <a:off x="1537159" y="143637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5C1DC26-6C4A-683D-9502-D1AFF549F9EA}"/>
              </a:ext>
            </a:extLst>
          </p:cNvPr>
          <p:cNvSpPr/>
          <p:nvPr/>
        </p:nvSpPr>
        <p:spPr>
          <a:xfrm>
            <a:off x="1108577" y="1432938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6AC2E47-D3F0-35BA-FFFB-81336D1ED26A}"/>
              </a:ext>
            </a:extLst>
          </p:cNvPr>
          <p:cNvSpPr/>
          <p:nvPr/>
        </p:nvSpPr>
        <p:spPr>
          <a:xfrm>
            <a:off x="1982763" y="143637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Picture 2" descr="잎 - 무료 자연개 아이콘">
            <a:extLst>
              <a:ext uri="{FF2B5EF4-FFF2-40B4-BE49-F238E27FC236}">
                <a16:creationId xmlns:a16="http://schemas.microsoft.com/office/drawing/2014/main" id="{6DE8621A-B898-DC80-A18E-C222B5A3A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929" y="1465245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Material 디자인 스타일의 달팽이 아이콘">
            <a:extLst>
              <a:ext uri="{FF2B5EF4-FFF2-40B4-BE49-F238E27FC236}">
                <a16:creationId xmlns:a16="http://schemas.microsoft.com/office/drawing/2014/main" id="{2F549598-0749-3DF8-F7D7-06C2477C6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386" y="1439808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7AB8B1D1-0A13-8A25-E6DD-F492092D8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818" y="1402576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BF25F40-9F43-83F7-9BAC-E219CC34CF37}"/>
              </a:ext>
            </a:extLst>
          </p:cNvPr>
          <p:cNvSpPr txBox="1"/>
          <p:nvPr/>
        </p:nvSpPr>
        <p:spPr>
          <a:xfrm>
            <a:off x="1456796" y="1799861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달팽이 도감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A876419-022D-020B-1952-E8E78EB3A008}"/>
              </a:ext>
            </a:extLst>
          </p:cNvPr>
          <p:cNvSpPr/>
          <p:nvPr/>
        </p:nvSpPr>
        <p:spPr>
          <a:xfrm>
            <a:off x="1982763" y="143637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3115F4C-9831-9788-C888-0C538EC45663}"/>
              </a:ext>
            </a:extLst>
          </p:cNvPr>
          <p:cNvSpPr/>
          <p:nvPr/>
        </p:nvSpPr>
        <p:spPr>
          <a:xfrm>
            <a:off x="2433465" y="1435813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EC9D3207-6398-7899-95E0-CA6024B91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520" y="1402016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8" descr="Eggs - Free food icons">
            <a:extLst>
              <a:ext uri="{FF2B5EF4-FFF2-40B4-BE49-F238E27FC236}">
                <a16:creationId xmlns:a16="http://schemas.microsoft.com/office/drawing/2014/main" id="{9A640AEB-6945-97EE-7699-89BA15BEC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208" y="1467181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22F83C7-E2E4-F06C-C3FA-DE47CF68033F}"/>
              </a:ext>
            </a:extLst>
          </p:cNvPr>
          <p:cNvSpPr/>
          <p:nvPr/>
        </p:nvSpPr>
        <p:spPr>
          <a:xfrm>
            <a:off x="1098995" y="2116395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90756A-5D67-D5E7-4479-265C481C6D4B}"/>
              </a:ext>
            </a:extLst>
          </p:cNvPr>
          <p:cNvSpPr txBox="1"/>
          <p:nvPr/>
        </p:nvSpPr>
        <p:spPr>
          <a:xfrm>
            <a:off x="1153008" y="2195341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1. </a:t>
            </a:r>
            <a:r>
              <a:rPr lang="ko-KR" altLang="en-US" sz="1000" b="1" dirty="0"/>
              <a:t>명주 달팽이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34C2832-DE81-E832-9F5F-2D207194DA9D}"/>
              </a:ext>
            </a:extLst>
          </p:cNvPr>
          <p:cNvSpPr/>
          <p:nvPr/>
        </p:nvSpPr>
        <p:spPr>
          <a:xfrm>
            <a:off x="1108577" y="2619707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4261F66-00E5-B7C8-0F6E-88626D196CD6}"/>
              </a:ext>
            </a:extLst>
          </p:cNvPr>
          <p:cNvSpPr txBox="1"/>
          <p:nvPr/>
        </p:nvSpPr>
        <p:spPr>
          <a:xfrm>
            <a:off x="1162590" y="2698653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2. </a:t>
            </a:r>
            <a:r>
              <a:rPr lang="ko-KR" altLang="en-US" sz="1000" b="1" dirty="0"/>
              <a:t>명주 달팽이</a:t>
            </a: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9526E9EC-9B92-8B42-C2A1-628834E477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342" y="2235044"/>
            <a:ext cx="471000" cy="182888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E30CC983-C0D7-FF7D-1317-CACC8A6E852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321" y="2740215"/>
            <a:ext cx="471000" cy="182888"/>
          </a:xfrm>
          <a:prstGeom prst="rect">
            <a:avLst/>
          </a:prstGeom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DADB8AF0-062B-1914-9D1B-306FA09C7407}"/>
              </a:ext>
            </a:extLst>
          </p:cNvPr>
          <p:cNvSpPr/>
          <p:nvPr/>
        </p:nvSpPr>
        <p:spPr>
          <a:xfrm>
            <a:off x="1108572" y="3128811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E4F289-538C-99F1-ABCB-734AFD6BACCB}"/>
              </a:ext>
            </a:extLst>
          </p:cNvPr>
          <p:cNvSpPr txBox="1"/>
          <p:nvPr/>
        </p:nvSpPr>
        <p:spPr>
          <a:xfrm>
            <a:off x="1162585" y="3207757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3. </a:t>
            </a:r>
            <a:r>
              <a:rPr lang="ko-KR" altLang="en-US" sz="1000" b="1" dirty="0"/>
              <a:t>명주 달팽이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3863D4B-35A5-17BB-5A75-AF565FAB437F}"/>
              </a:ext>
            </a:extLst>
          </p:cNvPr>
          <p:cNvSpPr/>
          <p:nvPr/>
        </p:nvSpPr>
        <p:spPr>
          <a:xfrm>
            <a:off x="1118154" y="3632123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2F5BFD-EEA0-C681-44A2-C8504E25B45A}"/>
              </a:ext>
            </a:extLst>
          </p:cNvPr>
          <p:cNvSpPr txBox="1"/>
          <p:nvPr/>
        </p:nvSpPr>
        <p:spPr>
          <a:xfrm>
            <a:off x="1172167" y="3711069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4. </a:t>
            </a:r>
            <a:r>
              <a:rPr lang="ko-KR" altLang="en-US" sz="1000" b="1" dirty="0"/>
              <a:t>명주 달팽이</a:t>
            </a: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D5CCF26A-37A5-ED99-93ED-AC05240869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919" y="3247460"/>
            <a:ext cx="471000" cy="182888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AC4D5694-B5E0-B663-AE05-7C4C492DFA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98" y="3752631"/>
            <a:ext cx="471000" cy="182888"/>
          </a:xfrm>
          <a:prstGeom prst="rect">
            <a:avLst/>
          </a:prstGeom>
        </p:spPr>
      </p:pic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14743320-CE8C-79E5-B424-7F8C47935517}"/>
              </a:ext>
            </a:extLst>
          </p:cNvPr>
          <p:cNvSpPr/>
          <p:nvPr/>
        </p:nvSpPr>
        <p:spPr>
          <a:xfrm>
            <a:off x="1118154" y="4155115"/>
            <a:ext cx="1916628" cy="246221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D455DC4-5F2B-A575-86F8-4C9210CD82F8}"/>
              </a:ext>
            </a:extLst>
          </p:cNvPr>
          <p:cNvSpPr txBox="1"/>
          <p:nvPr/>
        </p:nvSpPr>
        <p:spPr>
          <a:xfrm>
            <a:off x="1172167" y="4234061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5. </a:t>
            </a:r>
            <a:r>
              <a:rPr lang="ko-KR" altLang="en-US" sz="1000" b="1" dirty="0"/>
              <a:t>명주 달팽이</a:t>
            </a: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AE5CA4FE-25F7-78BD-7913-BD60B05AB3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1262"/>
          <a:stretch>
            <a:fillRect/>
          </a:stretch>
        </p:blipFill>
        <p:spPr>
          <a:xfrm>
            <a:off x="2510898" y="4275623"/>
            <a:ext cx="471000" cy="125713"/>
          </a:xfrm>
          <a:prstGeom prst="rect">
            <a:avLst/>
          </a:prstGeom>
        </p:spPr>
      </p:pic>
      <p:pic>
        <p:nvPicPr>
          <p:cNvPr id="73" name="Picture 2">
            <a:extLst>
              <a:ext uri="{FF2B5EF4-FFF2-40B4-BE49-F238E27FC236}">
                <a16:creationId xmlns:a16="http://schemas.microsoft.com/office/drawing/2014/main" id="{F5A52BCB-E4B4-FBB5-80D6-6BAF31381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328" y="2106298"/>
            <a:ext cx="1586360" cy="133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A73973EF-240E-CA9D-76D7-401B6450317A}"/>
              </a:ext>
            </a:extLst>
          </p:cNvPr>
          <p:cNvSpPr/>
          <p:nvPr/>
        </p:nvSpPr>
        <p:spPr>
          <a:xfrm>
            <a:off x="3441427" y="1885075"/>
            <a:ext cx="1668560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9" name="TextBox 253">
            <a:extLst>
              <a:ext uri="{FF2B5EF4-FFF2-40B4-BE49-F238E27FC236}">
                <a16:creationId xmlns:a16="http://schemas.microsoft.com/office/drawing/2014/main" id="{A6789170-23F8-A258-6D09-AE9A8E0DF3BA}"/>
              </a:ext>
            </a:extLst>
          </p:cNvPr>
          <p:cNvSpPr txBox="1"/>
          <p:nvPr/>
        </p:nvSpPr>
        <p:spPr>
          <a:xfrm>
            <a:off x="3675158" y="1901701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/>
              <a:t>1. </a:t>
            </a:r>
            <a:r>
              <a:rPr lang="ko-KR" altLang="en-US" sz="1100" b="1" dirty="0"/>
              <a:t>명주 달팽이</a:t>
            </a: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C44BB854-8B21-804C-E70D-79A9775A62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008" y="2119510"/>
            <a:ext cx="471000" cy="182888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94D6D760-4EA0-CE63-E014-9B4C8911492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88" y="3196909"/>
            <a:ext cx="286699" cy="286699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270F0DA-571D-785B-44C1-3F4009684F46}"/>
              </a:ext>
            </a:extLst>
          </p:cNvPr>
          <p:cNvSpPr/>
          <p:nvPr/>
        </p:nvSpPr>
        <p:spPr>
          <a:xfrm>
            <a:off x="3362978" y="3532888"/>
            <a:ext cx="1790873" cy="947394"/>
          </a:xfrm>
          <a:prstGeom prst="roundRect">
            <a:avLst>
              <a:gd name="adj" fmla="val 840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22E303-EC40-0B30-6318-2B001D7011F5}"/>
              </a:ext>
            </a:extLst>
          </p:cNvPr>
          <p:cNvSpPr txBox="1"/>
          <p:nvPr/>
        </p:nvSpPr>
        <p:spPr>
          <a:xfrm>
            <a:off x="3374168" y="3571153"/>
            <a:ext cx="1829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/>
              <a:t>어쩌구</a:t>
            </a:r>
            <a:r>
              <a:rPr lang="ko-KR" altLang="en-US" sz="800" b="1" dirty="0"/>
              <a:t> </a:t>
            </a:r>
            <a:r>
              <a:rPr lang="ko-KR" altLang="en-US" sz="800" b="1" dirty="0" err="1"/>
              <a:t>저쩌구</a:t>
            </a:r>
            <a:r>
              <a:rPr lang="ko-KR" altLang="en-US" sz="800" b="1" dirty="0"/>
              <a:t> 도감에 대한 설명</a:t>
            </a:r>
            <a:endParaRPr lang="en-US" altLang="ko-KR" sz="800" b="1" dirty="0"/>
          </a:p>
          <a:p>
            <a:r>
              <a:rPr lang="ko-KR" altLang="en-US" sz="800" b="1" dirty="0" err="1"/>
              <a:t>어쩌구</a:t>
            </a:r>
            <a:r>
              <a:rPr lang="ko-KR" altLang="en-US" sz="800" b="1" dirty="0"/>
              <a:t> </a:t>
            </a:r>
            <a:r>
              <a:rPr lang="ko-KR" altLang="en-US" sz="800" b="1" dirty="0" err="1"/>
              <a:t>저쩌구</a:t>
            </a:r>
            <a:r>
              <a:rPr lang="ko-KR" altLang="en-US" sz="800" b="1" dirty="0"/>
              <a:t> 도감에 대한 설명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18918C9-4F19-26C2-0AB1-B73BD3F4DC5D}"/>
              </a:ext>
            </a:extLst>
          </p:cNvPr>
          <p:cNvSpPr/>
          <p:nvPr/>
        </p:nvSpPr>
        <p:spPr>
          <a:xfrm>
            <a:off x="3568769" y="3985748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0BC3859-E5F7-6A5D-6C18-3C4383289DD1}"/>
              </a:ext>
            </a:extLst>
          </p:cNvPr>
          <p:cNvSpPr/>
          <p:nvPr/>
        </p:nvSpPr>
        <p:spPr>
          <a:xfrm>
            <a:off x="4035735" y="3985748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883E165-2987-D95D-0FD6-C79D7FE2EDD4}"/>
              </a:ext>
            </a:extLst>
          </p:cNvPr>
          <p:cNvSpPr/>
          <p:nvPr/>
        </p:nvSpPr>
        <p:spPr>
          <a:xfrm>
            <a:off x="4502701" y="3979491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40D8134-7E5D-E0AC-7A33-E2EB123777DA}"/>
              </a:ext>
            </a:extLst>
          </p:cNvPr>
          <p:cNvSpPr/>
          <p:nvPr/>
        </p:nvSpPr>
        <p:spPr>
          <a:xfrm>
            <a:off x="8176525" y="1779904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4AA0753-7B66-C0B6-6C04-12E9CD053F27}"/>
              </a:ext>
            </a:extLst>
          </p:cNvPr>
          <p:cNvSpPr/>
          <p:nvPr/>
        </p:nvSpPr>
        <p:spPr>
          <a:xfrm>
            <a:off x="10124239" y="1684654"/>
            <a:ext cx="323850" cy="3238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곱하기 기호 18">
            <a:extLst>
              <a:ext uri="{FF2B5EF4-FFF2-40B4-BE49-F238E27FC236}">
                <a16:creationId xmlns:a16="http://schemas.microsoft.com/office/drawing/2014/main" id="{2D072C66-FC41-BFF8-7B73-2C10EE1A8102}"/>
              </a:ext>
            </a:extLst>
          </p:cNvPr>
          <p:cNvSpPr/>
          <p:nvPr/>
        </p:nvSpPr>
        <p:spPr>
          <a:xfrm>
            <a:off x="10107102" y="1667403"/>
            <a:ext cx="358775" cy="358775"/>
          </a:xfrm>
          <a:prstGeom prst="mathMultiply">
            <a:avLst>
              <a:gd name="adj1" fmla="val 16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E0C6203-1BEE-9261-7422-BC6835EF37D3}"/>
              </a:ext>
            </a:extLst>
          </p:cNvPr>
          <p:cNvGrpSpPr/>
          <p:nvPr/>
        </p:nvGrpSpPr>
        <p:grpSpPr>
          <a:xfrm>
            <a:off x="8771912" y="1394273"/>
            <a:ext cx="1141042" cy="442051"/>
            <a:chOff x="6711477" y="1465221"/>
            <a:chExt cx="1416357" cy="548711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D3ED4B89-8D06-4108-6FAE-F92096E09A35}"/>
                </a:ext>
              </a:extLst>
            </p:cNvPr>
            <p:cNvSpPr/>
            <p:nvPr/>
          </p:nvSpPr>
          <p:spPr>
            <a:xfrm>
              <a:off x="6839352" y="1586038"/>
              <a:ext cx="955998" cy="27451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7AF126D6-17C5-63AF-0886-373B38F86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477" y="1465221"/>
              <a:ext cx="548711" cy="548711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EA135EF-2DC6-7AEB-4446-D1494EE82AE7}"/>
                </a:ext>
              </a:extLst>
            </p:cNvPr>
            <p:cNvSpPr txBox="1"/>
            <p:nvPr/>
          </p:nvSpPr>
          <p:spPr>
            <a:xfrm>
              <a:off x="6883235" y="1560569"/>
              <a:ext cx="1244599" cy="315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/>
                <a:t>5,000</a:t>
              </a:r>
              <a:endParaRPr lang="ko-KR" altLang="en-US" sz="1050" b="1"/>
            </a:p>
          </p:txBody>
        </p:sp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242BE30-7914-EE07-B38D-E0E94CF5737F}"/>
              </a:ext>
            </a:extLst>
          </p:cNvPr>
          <p:cNvSpPr/>
          <p:nvPr/>
        </p:nvSpPr>
        <p:spPr>
          <a:xfrm>
            <a:off x="8284567" y="1470325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Picture 2" descr="설정 - 무료 ui개 아이콘">
            <a:extLst>
              <a:ext uri="{FF2B5EF4-FFF2-40B4-BE49-F238E27FC236}">
                <a16:creationId xmlns:a16="http://schemas.microsoft.com/office/drawing/2014/main" id="{230DD6D8-5689-71A2-A3CE-AE2FD2AB1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732" y="1492340"/>
            <a:ext cx="265099" cy="265099"/>
          </a:xfrm>
          <a:prstGeom prst="rect">
            <a:avLst/>
          </a:prstGeom>
          <a:noFill/>
        </p:spPr>
      </p:pic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8D7F087-66DB-EB78-B6CD-7371C30BCBED}"/>
              </a:ext>
            </a:extLst>
          </p:cNvPr>
          <p:cNvSpPr/>
          <p:nvPr/>
        </p:nvSpPr>
        <p:spPr>
          <a:xfrm>
            <a:off x="5967435" y="1779904"/>
            <a:ext cx="2200521" cy="2794000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5FFB80D-5C8C-B9BB-7770-7A41A7F96E35}"/>
              </a:ext>
            </a:extLst>
          </p:cNvPr>
          <p:cNvSpPr/>
          <p:nvPr/>
        </p:nvSpPr>
        <p:spPr>
          <a:xfrm>
            <a:off x="6541710" y="146875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12237806-F82C-011D-8494-D1F27798F97F}"/>
              </a:ext>
            </a:extLst>
          </p:cNvPr>
          <p:cNvSpPr/>
          <p:nvPr/>
        </p:nvSpPr>
        <p:spPr>
          <a:xfrm>
            <a:off x="6113128" y="1465319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D3D49BF-B9D9-DC61-D581-378395D527A5}"/>
              </a:ext>
            </a:extLst>
          </p:cNvPr>
          <p:cNvSpPr/>
          <p:nvPr/>
        </p:nvSpPr>
        <p:spPr>
          <a:xfrm>
            <a:off x="6987314" y="146875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Picture 2" descr="잎 - 무료 자연개 아이콘">
            <a:extLst>
              <a:ext uri="{FF2B5EF4-FFF2-40B4-BE49-F238E27FC236}">
                <a16:creationId xmlns:a16="http://schemas.microsoft.com/office/drawing/2014/main" id="{8D63B208-BECB-24DE-FEAE-026C50F30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480" y="1497626"/>
            <a:ext cx="251234" cy="2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Material 디자인 스타일의 달팽이 아이콘">
            <a:extLst>
              <a:ext uri="{FF2B5EF4-FFF2-40B4-BE49-F238E27FC236}">
                <a16:creationId xmlns:a16="http://schemas.microsoft.com/office/drawing/2014/main" id="{6FEEDBD9-889F-61A3-F32E-D43E2D548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750" r="91250">
                        <a14:foregroundMark x1="90833" y1="41250" x2="90833" y2="41250"/>
                        <a14:foregroundMark x1="91250" y1="16167" x2="91250" y2="16167"/>
                        <a14:foregroundMark x1="8750" y1="46000" x2="8750" y2="4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937" y="1472189"/>
            <a:ext cx="297156" cy="2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E0B784FC-8951-5417-D5D4-4E7AFE19D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369" y="1434957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0B5599D-8F41-7CA7-9169-E5BBE6295E9E}"/>
              </a:ext>
            </a:extLst>
          </p:cNvPr>
          <p:cNvSpPr txBox="1"/>
          <p:nvPr/>
        </p:nvSpPr>
        <p:spPr>
          <a:xfrm>
            <a:off x="6461347" y="1832242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달팽이 도감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E889853-8527-BEF4-6A58-DAC1BF85C987}"/>
              </a:ext>
            </a:extLst>
          </p:cNvPr>
          <p:cNvSpPr/>
          <p:nvPr/>
        </p:nvSpPr>
        <p:spPr>
          <a:xfrm>
            <a:off x="6987314" y="146875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D1E7CA30-EC02-2C9E-44F6-330E775D38C7}"/>
              </a:ext>
            </a:extLst>
          </p:cNvPr>
          <p:cNvSpPr/>
          <p:nvPr/>
        </p:nvSpPr>
        <p:spPr>
          <a:xfrm>
            <a:off x="7438016" y="1468194"/>
            <a:ext cx="358775" cy="311150"/>
          </a:xfrm>
          <a:prstGeom prst="roundRect">
            <a:avLst>
              <a:gd name="adj" fmla="val 223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Picture 4" descr="상점 아이콘 구매 기호입니다 장바구니 아이콘재고에 대 한 가방에 대한 스톡 벡터 아트 및 기타 이미지 - 가방, 고객, 구매 -  iStock">
            <a:extLst>
              <a:ext uri="{FF2B5EF4-FFF2-40B4-BE49-F238E27FC236}">
                <a16:creationId xmlns:a16="http://schemas.microsoft.com/office/drawing/2014/main" id="{409CB080-5E2C-E89C-BF40-527A1F692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6154" y1="42067" x2="53846" y2="41106"/>
                        <a14:foregroundMark x1="63462" y1="32452" x2="63462" y2="32452"/>
                        <a14:foregroundMark x1="41587" y1="29087" x2="40144" y2="2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071" y="1434397"/>
            <a:ext cx="385763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8" descr="Eggs - Free food icons">
            <a:extLst>
              <a:ext uri="{FF2B5EF4-FFF2-40B4-BE49-F238E27FC236}">
                <a16:creationId xmlns:a16="http://schemas.microsoft.com/office/drawing/2014/main" id="{F3FF7A25-15AD-5DBE-24AE-D7654F878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759" y="1499562"/>
            <a:ext cx="241884" cy="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8BCBA42-C92B-E04D-D370-400295E32F8E}"/>
              </a:ext>
            </a:extLst>
          </p:cNvPr>
          <p:cNvSpPr/>
          <p:nvPr/>
        </p:nvSpPr>
        <p:spPr>
          <a:xfrm>
            <a:off x="6103546" y="2148776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48370A-6DAC-0FEF-0255-F2D2933D521C}"/>
              </a:ext>
            </a:extLst>
          </p:cNvPr>
          <p:cNvSpPr txBox="1"/>
          <p:nvPr/>
        </p:nvSpPr>
        <p:spPr>
          <a:xfrm>
            <a:off x="6157559" y="2227722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1. </a:t>
            </a:r>
            <a:r>
              <a:rPr lang="ko-KR" altLang="en-US" sz="1000" b="1" dirty="0"/>
              <a:t>명주 달팽이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11D125D8-6FD0-38CB-FD14-11C401568876}"/>
              </a:ext>
            </a:extLst>
          </p:cNvPr>
          <p:cNvSpPr/>
          <p:nvPr/>
        </p:nvSpPr>
        <p:spPr>
          <a:xfrm>
            <a:off x="6113128" y="2652088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999133-0A44-AB70-9C90-6E52E6DF96D0}"/>
              </a:ext>
            </a:extLst>
          </p:cNvPr>
          <p:cNvSpPr txBox="1"/>
          <p:nvPr/>
        </p:nvSpPr>
        <p:spPr>
          <a:xfrm>
            <a:off x="6167141" y="2731034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2. </a:t>
            </a:r>
            <a:r>
              <a:rPr lang="ko-KR" altLang="en-US" sz="1000" b="1" dirty="0"/>
              <a:t>명주 달팽이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5CD5A73E-1FFF-7A32-2D34-FA58F96E73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893" y="2267425"/>
            <a:ext cx="471000" cy="182888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C68B1376-2458-EABF-1319-17B20F3AAD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872" y="2772596"/>
            <a:ext cx="471000" cy="182888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AC8E52E-DC61-5BA8-287D-BE0FA5A56C5C}"/>
              </a:ext>
            </a:extLst>
          </p:cNvPr>
          <p:cNvSpPr/>
          <p:nvPr/>
        </p:nvSpPr>
        <p:spPr>
          <a:xfrm>
            <a:off x="6113123" y="3161192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E3EC72-45F2-4664-B9C0-11D92034932C}"/>
              </a:ext>
            </a:extLst>
          </p:cNvPr>
          <p:cNvSpPr txBox="1"/>
          <p:nvPr/>
        </p:nvSpPr>
        <p:spPr>
          <a:xfrm>
            <a:off x="6167136" y="3240138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3. </a:t>
            </a:r>
            <a:r>
              <a:rPr lang="ko-KR" altLang="en-US" sz="1000" b="1" dirty="0"/>
              <a:t>명주 달팽이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08E7DCBF-7335-54C4-43C1-5A729A7D7DD5}"/>
              </a:ext>
            </a:extLst>
          </p:cNvPr>
          <p:cNvSpPr/>
          <p:nvPr/>
        </p:nvSpPr>
        <p:spPr>
          <a:xfrm>
            <a:off x="6122705" y="3664504"/>
            <a:ext cx="1916628" cy="404114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A888933-A852-83AE-B609-F8FC57A59BFE}"/>
              </a:ext>
            </a:extLst>
          </p:cNvPr>
          <p:cNvSpPr txBox="1"/>
          <p:nvPr/>
        </p:nvSpPr>
        <p:spPr>
          <a:xfrm>
            <a:off x="6176718" y="3743450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4. </a:t>
            </a:r>
            <a:r>
              <a:rPr lang="ko-KR" altLang="en-US" sz="1000" b="1" dirty="0"/>
              <a:t>명주 달팽이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CD4F4B59-3D22-D457-8863-841B3DC6EE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470" y="3279841"/>
            <a:ext cx="471000" cy="182888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BF3A4460-ABF4-C43F-B73B-2A9756500B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449" y="3785012"/>
            <a:ext cx="471000" cy="182888"/>
          </a:xfrm>
          <a:prstGeom prst="rect">
            <a:avLst/>
          </a:prstGeom>
        </p:spPr>
      </p:pic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2CC1395C-2E6E-4E01-ADBD-9BA6F533BC55}"/>
              </a:ext>
            </a:extLst>
          </p:cNvPr>
          <p:cNvSpPr/>
          <p:nvPr/>
        </p:nvSpPr>
        <p:spPr>
          <a:xfrm>
            <a:off x="6122705" y="4187496"/>
            <a:ext cx="1916628" cy="246221"/>
          </a:xfrm>
          <a:prstGeom prst="roundRect">
            <a:avLst>
              <a:gd name="adj" fmla="val 7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8C62B26-A203-DC71-1FFC-A848D9B8771F}"/>
              </a:ext>
            </a:extLst>
          </p:cNvPr>
          <p:cNvSpPr txBox="1"/>
          <p:nvPr/>
        </p:nvSpPr>
        <p:spPr>
          <a:xfrm>
            <a:off x="6176718" y="4266442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5. </a:t>
            </a:r>
            <a:r>
              <a:rPr lang="ko-KR" altLang="en-US" sz="1000" b="1" dirty="0"/>
              <a:t>명주 달팽이</a:t>
            </a:r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17F13264-0F05-6ADF-A293-2453A84CF7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1262"/>
          <a:stretch>
            <a:fillRect/>
          </a:stretch>
        </p:blipFill>
        <p:spPr>
          <a:xfrm>
            <a:off x="7515449" y="4308004"/>
            <a:ext cx="471000" cy="125713"/>
          </a:xfrm>
          <a:prstGeom prst="rect">
            <a:avLst/>
          </a:prstGeom>
        </p:spPr>
      </p:pic>
      <p:pic>
        <p:nvPicPr>
          <p:cNvPr id="109" name="Picture 2">
            <a:extLst>
              <a:ext uri="{FF2B5EF4-FFF2-40B4-BE49-F238E27FC236}">
                <a16:creationId xmlns:a16="http://schemas.microsoft.com/office/drawing/2014/main" id="{41BD3B1E-0AFB-9457-FE98-1A8119983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  <a14:imgEffect>
                      <a14:brightnessContrast bright="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879" y="2138679"/>
            <a:ext cx="1586360" cy="133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1FDB06C5-82C9-E87F-75F5-0F604BFF12DC}"/>
              </a:ext>
            </a:extLst>
          </p:cNvPr>
          <p:cNvSpPr/>
          <p:nvPr/>
        </p:nvSpPr>
        <p:spPr>
          <a:xfrm>
            <a:off x="8445978" y="1917456"/>
            <a:ext cx="1668560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1" name="TextBox 253">
            <a:extLst>
              <a:ext uri="{FF2B5EF4-FFF2-40B4-BE49-F238E27FC236}">
                <a16:creationId xmlns:a16="http://schemas.microsoft.com/office/drawing/2014/main" id="{C9CF7519-EB58-77E9-E383-C1249B31F1CC}"/>
              </a:ext>
            </a:extLst>
          </p:cNvPr>
          <p:cNvSpPr txBox="1"/>
          <p:nvPr/>
        </p:nvSpPr>
        <p:spPr>
          <a:xfrm>
            <a:off x="8679709" y="1934082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/>
              <a:t>1. </a:t>
            </a:r>
            <a:r>
              <a:rPr lang="ko-KR" altLang="en-US" sz="1100" b="1" dirty="0"/>
              <a:t>명주 달팽이</a:t>
            </a: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A0D213D9-491C-CA53-9B1F-717E338617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5559" y="2151891"/>
            <a:ext cx="471000" cy="182888"/>
          </a:xfrm>
          <a:prstGeom prst="rect">
            <a:avLst/>
          </a:prstGeom>
        </p:spPr>
      </p:pic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E1ECD20-98F7-16A7-95F3-77A8F9D001E0}"/>
              </a:ext>
            </a:extLst>
          </p:cNvPr>
          <p:cNvGrpSpPr/>
          <p:nvPr/>
        </p:nvGrpSpPr>
        <p:grpSpPr>
          <a:xfrm>
            <a:off x="8400071" y="3563627"/>
            <a:ext cx="1822926" cy="907120"/>
            <a:chOff x="4757583" y="3457671"/>
            <a:chExt cx="1822926" cy="90712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DCC684E3-D3A6-1B73-9A9D-276B7C4273C4}"/>
                </a:ext>
              </a:extLst>
            </p:cNvPr>
            <p:cNvSpPr/>
            <p:nvPr/>
          </p:nvSpPr>
          <p:spPr>
            <a:xfrm>
              <a:off x="4888519" y="3479807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8ABEC97B-25DA-F7EC-6B74-30A0F5D91177}"/>
                </a:ext>
              </a:extLst>
            </p:cNvPr>
            <p:cNvSpPr/>
            <p:nvPr/>
          </p:nvSpPr>
          <p:spPr>
            <a:xfrm>
              <a:off x="4757583" y="3457671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8B9128A3-8A97-1AB7-9802-6B731B6321F0}"/>
                </a:ext>
              </a:extLst>
            </p:cNvPr>
            <p:cNvSpPr/>
            <p:nvPr/>
          </p:nvSpPr>
          <p:spPr>
            <a:xfrm>
              <a:off x="4888519" y="3713781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1670DFA6-C446-6C10-59A7-F1AEB7EFD69A}"/>
                </a:ext>
              </a:extLst>
            </p:cNvPr>
            <p:cNvSpPr/>
            <p:nvPr/>
          </p:nvSpPr>
          <p:spPr>
            <a:xfrm>
              <a:off x="4757583" y="3691645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141823F2-2A05-9B01-F8AD-7C7350D8712B}"/>
                </a:ext>
              </a:extLst>
            </p:cNvPr>
            <p:cNvSpPr/>
            <p:nvPr/>
          </p:nvSpPr>
          <p:spPr>
            <a:xfrm>
              <a:off x="4888519" y="3942238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41DAE07B-060A-FD59-426C-E52B9F08A887}"/>
                </a:ext>
              </a:extLst>
            </p:cNvPr>
            <p:cNvSpPr/>
            <p:nvPr/>
          </p:nvSpPr>
          <p:spPr>
            <a:xfrm>
              <a:off x="4757583" y="3920101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36DC8251-BF73-1F72-D3B4-35388E3145B3}"/>
                </a:ext>
              </a:extLst>
            </p:cNvPr>
            <p:cNvSpPr/>
            <p:nvPr/>
          </p:nvSpPr>
          <p:spPr>
            <a:xfrm>
              <a:off x="4888519" y="4172009"/>
              <a:ext cx="1561054" cy="1785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324D25C3-FF4B-E8FD-BE38-5512C10043C2}"/>
                </a:ext>
              </a:extLst>
            </p:cNvPr>
            <p:cNvSpPr/>
            <p:nvPr/>
          </p:nvSpPr>
          <p:spPr>
            <a:xfrm>
              <a:off x="4757583" y="4149873"/>
              <a:ext cx="207441" cy="2074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8A23CD1F-AA63-5ADB-D15F-663762CC5EB7}"/>
                </a:ext>
              </a:extLst>
            </p:cNvPr>
            <p:cNvGrpSpPr/>
            <p:nvPr/>
          </p:nvGrpSpPr>
          <p:grpSpPr>
            <a:xfrm>
              <a:off x="4983884" y="3465499"/>
              <a:ext cx="1061221" cy="200055"/>
              <a:chOff x="3663804" y="2086294"/>
              <a:chExt cx="1244600" cy="234625"/>
            </a:xfrm>
          </p:grpSpPr>
          <p:sp>
            <p:nvSpPr>
              <p:cNvPr id="128" name="사각형: 둥근 모서리 127">
                <a:extLst>
                  <a:ext uri="{FF2B5EF4-FFF2-40B4-BE49-F238E27FC236}">
                    <a16:creationId xmlns:a16="http://schemas.microsoft.com/office/drawing/2014/main" id="{07A57352-F7B2-142C-0994-95CE4C87AFD9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129" name="TextBox 138">
                <a:extLst>
                  <a:ext uri="{FF2B5EF4-FFF2-40B4-BE49-F238E27FC236}">
                    <a16:creationId xmlns:a16="http://schemas.microsoft.com/office/drawing/2014/main" id="{9B5B1CFA-B4C0-6CDC-AB84-54EF3CB27993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791ED4C6-6B20-B510-D44A-6BDDF1E4C58E}"/>
                </a:ext>
              </a:extLst>
            </p:cNvPr>
            <p:cNvGrpSpPr/>
            <p:nvPr/>
          </p:nvGrpSpPr>
          <p:grpSpPr>
            <a:xfrm>
              <a:off x="4989954" y="3709652"/>
              <a:ext cx="1061221" cy="200055"/>
              <a:chOff x="3663804" y="2086294"/>
              <a:chExt cx="1244600" cy="234625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51D48DD3-B006-66BF-2BF7-B07DD720F5F6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132" name="TextBox 141">
                <a:extLst>
                  <a:ext uri="{FF2B5EF4-FFF2-40B4-BE49-F238E27FC236}">
                    <a16:creationId xmlns:a16="http://schemas.microsoft.com/office/drawing/2014/main" id="{2B480681-A2DD-DED2-CC3F-206445665563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9B577D2E-BBD3-AE93-2805-0E0707A390F7}"/>
                </a:ext>
              </a:extLst>
            </p:cNvPr>
            <p:cNvGrpSpPr/>
            <p:nvPr/>
          </p:nvGrpSpPr>
          <p:grpSpPr>
            <a:xfrm>
              <a:off x="4989954" y="3932691"/>
              <a:ext cx="1061221" cy="200055"/>
              <a:chOff x="3663804" y="2086294"/>
              <a:chExt cx="1244600" cy="234625"/>
            </a:xfrm>
          </p:grpSpPr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AFACABC8-0EE4-1FD8-31D9-FE988ED95540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135" name="TextBox 144">
                <a:extLst>
                  <a:ext uri="{FF2B5EF4-FFF2-40B4-BE49-F238E27FC236}">
                    <a16:creationId xmlns:a16="http://schemas.microsoft.com/office/drawing/2014/main" id="{4316D88A-6EBF-BDC8-5ED4-121E5B576246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2673A0AE-A27A-71B2-AEC7-5E6D9E9C2C78}"/>
                </a:ext>
              </a:extLst>
            </p:cNvPr>
            <p:cNvGrpSpPr/>
            <p:nvPr/>
          </p:nvGrpSpPr>
          <p:grpSpPr>
            <a:xfrm>
              <a:off x="4996024" y="4161272"/>
              <a:ext cx="1061221" cy="200055"/>
              <a:chOff x="3663804" y="2086294"/>
              <a:chExt cx="1244600" cy="234625"/>
            </a:xfrm>
          </p:grpSpPr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01E63D98-927F-9E49-EBF4-97F15CC4747D}"/>
                  </a:ext>
                </a:extLst>
              </p:cNvPr>
              <p:cNvSpPr/>
              <p:nvPr/>
            </p:nvSpPr>
            <p:spPr>
              <a:xfrm>
                <a:off x="3664169" y="2118861"/>
                <a:ext cx="448264" cy="158667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400"/>
              </a:p>
            </p:txBody>
          </p:sp>
          <p:sp>
            <p:nvSpPr>
              <p:cNvPr id="138" name="TextBox 147">
                <a:extLst>
                  <a:ext uri="{FF2B5EF4-FFF2-40B4-BE49-F238E27FC236}">
                    <a16:creationId xmlns:a16="http://schemas.microsoft.com/office/drawing/2014/main" id="{43ECF6BB-6B5D-3335-5F52-F62D483B6B14}"/>
                  </a:ext>
                </a:extLst>
              </p:cNvPr>
              <p:cNvSpPr txBox="1"/>
              <p:nvPr/>
            </p:nvSpPr>
            <p:spPr>
              <a:xfrm>
                <a:off x="3663804" y="2086294"/>
                <a:ext cx="1244600" cy="23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b="1">
                    <a:solidFill>
                      <a:schemeClr val="bg1"/>
                    </a:solidFill>
                  </a:rPr>
                  <a:t>에픽</a:t>
                </a:r>
              </a:p>
            </p:txBody>
          </p:sp>
        </p:grpSp>
        <p:sp>
          <p:nvSpPr>
            <p:cNvPr id="139" name="TextBox 148">
              <a:extLst>
                <a:ext uri="{FF2B5EF4-FFF2-40B4-BE49-F238E27FC236}">
                  <a16:creationId xmlns:a16="http://schemas.microsoft.com/office/drawing/2014/main" id="{AF85832C-0886-3425-29BB-80F81DC86429}"/>
                </a:ext>
              </a:extLst>
            </p:cNvPr>
            <p:cNvSpPr txBox="1"/>
            <p:nvPr/>
          </p:nvSpPr>
          <p:spPr>
            <a:xfrm>
              <a:off x="5335909" y="3462527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패각 이름</a:t>
              </a:r>
            </a:p>
          </p:txBody>
        </p:sp>
        <p:sp>
          <p:nvSpPr>
            <p:cNvPr id="140" name="TextBox 149">
              <a:extLst>
                <a:ext uri="{FF2B5EF4-FFF2-40B4-BE49-F238E27FC236}">
                  <a16:creationId xmlns:a16="http://schemas.microsoft.com/office/drawing/2014/main" id="{FE017A81-D111-0D2B-0440-3DAAEEA570D4}"/>
                </a:ext>
              </a:extLst>
            </p:cNvPr>
            <p:cNvSpPr txBox="1"/>
            <p:nvPr/>
          </p:nvSpPr>
          <p:spPr>
            <a:xfrm>
              <a:off x="5335909" y="3700476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몸통 이름</a:t>
              </a:r>
            </a:p>
          </p:txBody>
        </p:sp>
        <p:sp>
          <p:nvSpPr>
            <p:cNvPr id="141" name="TextBox 150">
              <a:extLst>
                <a:ext uri="{FF2B5EF4-FFF2-40B4-BE49-F238E27FC236}">
                  <a16:creationId xmlns:a16="http://schemas.microsoft.com/office/drawing/2014/main" id="{E7D63CE0-08B4-3595-B6B5-80BEF648A555}"/>
                </a:ext>
              </a:extLst>
            </p:cNvPr>
            <p:cNvSpPr txBox="1"/>
            <p:nvPr/>
          </p:nvSpPr>
          <p:spPr>
            <a:xfrm>
              <a:off x="5330755" y="3933903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더듬이 이름</a:t>
              </a:r>
            </a:p>
          </p:txBody>
        </p:sp>
        <p:sp>
          <p:nvSpPr>
            <p:cNvPr id="142" name="TextBox 151">
              <a:extLst>
                <a:ext uri="{FF2B5EF4-FFF2-40B4-BE49-F238E27FC236}">
                  <a16:creationId xmlns:a16="http://schemas.microsoft.com/office/drawing/2014/main" id="{2895ACED-41D7-17AA-05F8-0D4CA0958C5E}"/>
                </a:ext>
              </a:extLst>
            </p:cNvPr>
            <p:cNvSpPr txBox="1"/>
            <p:nvPr/>
          </p:nvSpPr>
          <p:spPr>
            <a:xfrm>
              <a:off x="5330755" y="4149347"/>
              <a:ext cx="1244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/>
                <a:t>얼굴 이름</a:t>
              </a:r>
            </a:p>
          </p:txBody>
        </p:sp>
      </p:grp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5AEB1CB1-C76A-A71B-D50F-6C857436128B}"/>
              </a:ext>
            </a:extLst>
          </p:cNvPr>
          <p:cNvCxnSpPr/>
          <p:nvPr/>
        </p:nvCxnSpPr>
        <p:spPr>
          <a:xfrm>
            <a:off x="4966637" y="3330867"/>
            <a:ext cx="75788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그림 149">
            <a:extLst>
              <a:ext uri="{FF2B5EF4-FFF2-40B4-BE49-F238E27FC236}">
                <a16:creationId xmlns:a16="http://schemas.microsoft.com/office/drawing/2014/main" id="{A99DCB26-6235-7D8A-052C-B63F9FD5028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009" y="3218468"/>
            <a:ext cx="250093" cy="252754"/>
          </a:xfrm>
          <a:prstGeom prst="rect">
            <a:avLst/>
          </a:prstGeom>
        </p:spPr>
      </p:pic>
      <p:sp>
        <p:nvSpPr>
          <p:cNvPr id="152" name="TextBox 151">
            <a:extLst>
              <a:ext uri="{FF2B5EF4-FFF2-40B4-BE49-F238E27FC236}">
                <a16:creationId xmlns:a16="http://schemas.microsoft.com/office/drawing/2014/main" id="{549581FE-2806-A5C7-BF94-7A3EA1346188}"/>
              </a:ext>
            </a:extLst>
          </p:cNvPr>
          <p:cNvSpPr txBox="1"/>
          <p:nvPr/>
        </p:nvSpPr>
        <p:spPr>
          <a:xfrm>
            <a:off x="145731" y="186676"/>
            <a:ext cx="282061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달팽이 도감 </a:t>
            </a:r>
            <a:r>
              <a:rPr lang="en-US" altLang="ko-KR" sz="1200" dirty="0">
                <a:solidFill>
                  <a:schemeClr val="bg1"/>
                </a:solidFill>
              </a:rPr>
              <a:t>– </a:t>
            </a:r>
            <a:r>
              <a:rPr lang="ko-KR" altLang="en-US" sz="1200" dirty="0">
                <a:solidFill>
                  <a:schemeClr val="bg1"/>
                </a:solidFill>
              </a:rPr>
              <a:t>해금 후 버전</a:t>
            </a:r>
          </a:p>
        </p:txBody>
      </p:sp>
      <p:pic>
        <p:nvPicPr>
          <p:cNvPr id="154" name="그림 153">
            <a:extLst>
              <a:ext uri="{FF2B5EF4-FFF2-40B4-BE49-F238E27FC236}">
                <a16:creationId xmlns:a16="http://schemas.microsoft.com/office/drawing/2014/main" id="{B2A90FB8-2872-0AB5-134C-54F357F9C07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210" y="1652075"/>
            <a:ext cx="362713" cy="353569"/>
          </a:xfrm>
          <a:prstGeom prst="rect">
            <a:avLst/>
          </a:prstGeom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0AA8C8A7-A0AC-905B-01D9-C1EC89AAAC8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807" y="1693047"/>
            <a:ext cx="362713" cy="353569"/>
          </a:xfrm>
          <a:prstGeom prst="rect">
            <a:avLst/>
          </a:prstGeom>
        </p:spPr>
      </p:pic>
      <p:sp>
        <p:nvSpPr>
          <p:cNvPr id="76" name="자유형: 도형 75">
            <a:extLst>
              <a:ext uri="{FF2B5EF4-FFF2-40B4-BE49-F238E27FC236}">
                <a16:creationId xmlns:a16="http://schemas.microsoft.com/office/drawing/2014/main" id="{334FECC7-C755-8339-B701-505529F4A43A}"/>
              </a:ext>
            </a:extLst>
          </p:cNvPr>
          <p:cNvSpPr/>
          <p:nvPr/>
        </p:nvSpPr>
        <p:spPr>
          <a:xfrm>
            <a:off x="4218978" y="4413172"/>
            <a:ext cx="762000" cy="704850"/>
          </a:xfrm>
          <a:custGeom>
            <a:avLst/>
            <a:gdLst>
              <a:gd name="connsiteX0" fmla="*/ 0 w 762000"/>
              <a:gd name="connsiteY0" fmla="*/ 0 h 704850"/>
              <a:gd name="connsiteX1" fmla="*/ 0 w 762000"/>
              <a:gd name="connsiteY1" fmla="*/ 704850 h 704850"/>
              <a:gd name="connsiteX2" fmla="*/ 762000 w 762000"/>
              <a:gd name="connsiteY2" fmla="*/ 70485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704850">
                <a:moveTo>
                  <a:pt x="0" y="0"/>
                </a:moveTo>
                <a:lnTo>
                  <a:pt x="0" y="704850"/>
                </a:lnTo>
                <a:lnTo>
                  <a:pt x="762000" y="70485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B89BE4-8BE1-B890-032E-887746C1FCC5}"/>
              </a:ext>
            </a:extLst>
          </p:cNvPr>
          <p:cNvSpPr txBox="1"/>
          <p:nvPr/>
        </p:nvSpPr>
        <p:spPr>
          <a:xfrm>
            <a:off x="4964924" y="5034409"/>
            <a:ext cx="28442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이건 수령했으니까 </a:t>
            </a:r>
            <a:r>
              <a:rPr lang="ko-KR" altLang="en-US" sz="900" b="1" dirty="0" err="1"/>
              <a:t>딤드처리</a:t>
            </a:r>
            <a:endParaRPr lang="en-US" altLang="ko-KR" sz="900" b="1" dirty="0"/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5AA382DD-F268-2A63-8B4D-078444D7FC3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0891474">
            <a:off x="968837" y="2090504"/>
            <a:ext cx="497037" cy="411298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677C5ED7-17DB-2023-812E-DA94A4F8E39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0891474">
            <a:off x="971039" y="3628531"/>
            <a:ext cx="497037" cy="411298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E34D899B-32A6-7EF5-3145-F60585BB6DA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0891474">
            <a:off x="3275107" y="1853024"/>
            <a:ext cx="497037" cy="411298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72A3550B-6389-F83E-FEA0-C740A765135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0891474">
            <a:off x="8265568" y="1874099"/>
            <a:ext cx="497037" cy="411298"/>
          </a:xfrm>
          <a:prstGeom prst="rect">
            <a:avLst/>
          </a:prstGeom>
        </p:spPr>
      </p:pic>
      <p:sp>
        <p:nvSpPr>
          <p:cNvPr id="82" name="TextBox 253">
            <a:extLst>
              <a:ext uri="{FF2B5EF4-FFF2-40B4-BE49-F238E27FC236}">
                <a16:creationId xmlns:a16="http://schemas.microsoft.com/office/drawing/2014/main" id="{D3FAA454-328F-C5E0-B942-73E47AAF7D3F}"/>
              </a:ext>
            </a:extLst>
          </p:cNvPr>
          <p:cNvSpPr txBox="1"/>
          <p:nvPr/>
        </p:nvSpPr>
        <p:spPr>
          <a:xfrm>
            <a:off x="2178325" y="1800961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/>
              <a:t>(4/30)</a:t>
            </a:r>
            <a:endParaRPr lang="ko-KR" altLang="en-US" sz="1100" b="1" dirty="0"/>
          </a:p>
        </p:txBody>
      </p:sp>
      <p:sp>
        <p:nvSpPr>
          <p:cNvPr id="83" name="TextBox 253">
            <a:extLst>
              <a:ext uri="{FF2B5EF4-FFF2-40B4-BE49-F238E27FC236}">
                <a16:creationId xmlns:a16="http://schemas.microsoft.com/office/drawing/2014/main" id="{D145A65E-DE40-DF0C-C003-ADE6E6C7671A}"/>
              </a:ext>
            </a:extLst>
          </p:cNvPr>
          <p:cNvSpPr txBox="1"/>
          <p:nvPr/>
        </p:nvSpPr>
        <p:spPr>
          <a:xfrm>
            <a:off x="7197094" y="1839541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/>
              <a:t>(4/30)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445080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6675CD2-4A06-1ABA-56B3-1E543CD29FF6}"/>
              </a:ext>
            </a:extLst>
          </p:cNvPr>
          <p:cNvSpPr txBox="1"/>
          <p:nvPr/>
        </p:nvSpPr>
        <p:spPr>
          <a:xfrm>
            <a:off x="145732" y="186676"/>
            <a:ext cx="124992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보상팝업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54ED0EE-D470-7256-1D23-2292DE0A145E}"/>
              </a:ext>
            </a:extLst>
          </p:cNvPr>
          <p:cNvSpPr/>
          <p:nvPr/>
        </p:nvSpPr>
        <p:spPr>
          <a:xfrm>
            <a:off x="3182049" y="2215427"/>
            <a:ext cx="3063410" cy="2165545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767B52D-CF55-CF20-0A59-F761CD8B5912}"/>
              </a:ext>
            </a:extLst>
          </p:cNvPr>
          <p:cNvGrpSpPr/>
          <p:nvPr/>
        </p:nvGrpSpPr>
        <p:grpSpPr>
          <a:xfrm>
            <a:off x="5973000" y="2135928"/>
            <a:ext cx="358775" cy="358775"/>
            <a:chOff x="4746951" y="1635022"/>
            <a:chExt cx="358775" cy="358775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2524EDA-162F-7249-5AB1-4D368EFDC149}"/>
                </a:ext>
              </a:extLst>
            </p:cNvPr>
            <p:cNvSpPr/>
            <p:nvPr/>
          </p:nvSpPr>
          <p:spPr>
            <a:xfrm>
              <a:off x="4764088" y="1652273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" name="곱하기 기호 19">
              <a:extLst>
                <a:ext uri="{FF2B5EF4-FFF2-40B4-BE49-F238E27FC236}">
                  <a16:creationId xmlns:a16="http://schemas.microsoft.com/office/drawing/2014/main" id="{5B6AB19B-859A-5CD7-E715-519F6455C751}"/>
                </a:ext>
              </a:extLst>
            </p:cNvPr>
            <p:cNvSpPr/>
            <p:nvPr/>
          </p:nvSpPr>
          <p:spPr>
            <a:xfrm>
              <a:off x="4746951" y="1635022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21" name="TextBox 5">
            <a:extLst>
              <a:ext uri="{FF2B5EF4-FFF2-40B4-BE49-F238E27FC236}">
                <a16:creationId xmlns:a16="http://schemas.microsoft.com/office/drawing/2014/main" id="{654FFFEB-9C3F-39D8-A90C-986DB69678F1}"/>
              </a:ext>
            </a:extLst>
          </p:cNvPr>
          <p:cNvSpPr txBox="1"/>
          <p:nvPr/>
        </p:nvSpPr>
        <p:spPr>
          <a:xfrm>
            <a:off x="3177916" y="2384962"/>
            <a:ext cx="306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 dirty="0"/>
              <a:t>도감을 완성했어요</a:t>
            </a:r>
            <a:r>
              <a:rPr lang="en-US" altLang="ko-KR" sz="1100" b="1" dirty="0"/>
              <a:t>!</a:t>
            </a:r>
            <a:endParaRPr lang="ko-KR" altLang="en-US" sz="1100" b="1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53B8AD5-D655-0B50-BE79-86EBB454A8FF}"/>
              </a:ext>
            </a:extLst>
          </p:cNvPr>
          <p:cNvGrpSpPr/>
          <p:nvPr/>
        </p:nvGrpSpPr>
        <p:grpSpPr>
          <a:xfrm>
            <a:off x="4350482" y="3954325"/>
            <a:ext cx="983906" cy="276559"/>
            <a:chOff x="5581662" y="3805297"/>
            <a:chExt cx="983906" cy="27655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7B3860A8-F99E-A933-09DA-0D0BDCC075BC}"/>
                </a:ext>
              </a:extLst>
            </p:cNvPr>
            <p:cNvSpPr/>
            <p:nvPr/>
          </p:nvSpPr>
          <p:spPr>
            <a:xfrm>
              <a:off x="5581662" y="3805297"/>
              <a:ext cx="797735" cy="27655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4" name="TextBox 7">
              <a:extLst>
                <a:ext uri="{FF2B5EF4-FFF2-40B4-BE49-F238E27FC236}">
                  <a16:creationId xmlns:a16="http://schemas.microsoft.com/office/drawing/2014/main" id="{0834A735-7B7D-BC27-11BA-B062FE17498C}"/>
                </a:ext>
              </a:extLst>
            </p:cNvPr>
            <p:cNvSpPr txBox="1"/>
            <p:nvPr/>
          </p:nvSpPr>
          <p:spPr>
            <a:xfrm>
              <a:off x="5782913" y="3834052"/>
              <a:ext cx="78265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 dirty="0">
                  <a:solidFill>
                    <a:srgbClr val="E3D3BD"/>
                  </a:solidFill>
                </a:rPr>
                <a:t>확인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92DAF13-0C47-56C2-EF7F-DBC3D0286FA2}"/>
              </a:ext>
            </a:extLst>
          </p:cNvPr>
          <p:cNvGrpSpPr/>
          <p:nvPr/>
        </p:nvGrpSpPr>
        <p:grpSpPr>
          <a:xfrm>
            <a:off x="4510405" y="3333345"/>
            <a:ext cx="1256151" cy="230832"/>
            <a:chOff x="4032153" y="2905649"/>
            <a:chExt cx="1256151" cy="230832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A339F609-C229-107F-19D8-25AD9BB68B29}"/>
                </a:ext>
              </a:extLst>
            </p:cNvPr>
            <p:cNvSpPr/>
            <p:nvPr/>
          </p:nvSpPr>
          <p:spPr>
            <a:xfrm>
              <a:off x="4032153" y="2932258"/>
              <a:ext cx="448264" cy="158667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F7645FE-80B7-DB77-3DF2-403238150D33}"/>
                </a:ext>
              </a:extLst>
            </p:cNvPr>
            <p:cNvSpPr txBox="1"/>
            <p:nvPr/>
          </p:nvSpPr>
          <p:spPr>
            <a:xfrm>
              <a:off x="4043704" y="2905649"/>
              <a:ext cx="1244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err="1">
                  <a:solidFill>
                    <a:schemeClr val="bg1"/>
                  </a:solidFill>
                </a:rPr>
                <a:t>에픽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8" name="Picture 2">
            <a:extLst>
              <a:ext uri="{FF2B5EF4-FFF2-40B4-BE49-F238E27FC236}">
                <a16:creationId xmlns:a16="http://schemas.microsoft.com/office/drawing/2014/main" id="{CAE4DB6D-24FE-3D88-F7F3-8D757A746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2092" y="2533666"/>
            <a:ext cx="1095561" cy="920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EC8C1BE-E94C-F918-677C-959A2DE10856}"/>
              </a:ext>
            </a:extLst>
          </p:cNvPr>
          <p:cNvSpPr/>
          <p:nvPr/>
        </p:nvSpPr>
        <p:spPr>
          <a:xfrm>
            <a:off x="3906427" y="3571914"/>
            <a:ext cx="1668560" cy="2765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1" name="TextBox 253">
            <a:extLst>
              <a:ext uri="{FF2B5EF4-FFF2-40B4-BE49-F238E27FC236}">
                <a16:creationId xmlns:a16="http://schemas.microsoft.com/office/drawing/2014/main" id="{694BE9CC-934D-30E8-5534-BC3BFCA969DB}"/>
              </a:ext>
            </a:extLst>
          </p:cNvPr>
          <p:cNvSpPr txBox="1"/>
          <p:nvPr/>
        </p:nvSpPr>
        <p:spPr>
          <a:xfrm>
            <a:off x="4140158" y="3588540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/>
              <a:t>1. </a:t>
            </a:r>
            <a:r>
              <a:rPr lang="ko-KR" altLang="en-US" sz="1100" b="1" dirty="0"/>
              <a:t>명주 달팽이</a:t>
            </a:r>
          </a:p>
        </p:txBody>
      </p:sp>
    </p:spTree>
    <p:extLst>
      <p:ext uri="{BB962C8B-B14F-4D97-AF65-F5344CB8AC3E}">
        <p14:creationId xmlns:p14="http://schemas.microsoft.com/office/powerpoint/2010/main" val="777210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2E1D4C8-62C8-864E-5445-8D3687C4AB33}"/>
              </a:ext>
            </a:extLst>
          </p:cNvPr>
          <p:cNvSpPr/>
          <p:nvPr/>
        </p:nvSpPr>
        <p:spPr>
          <a:xfrm>
            <a:off x="1404049" y="685984"/>
            <a:ext cx="3063410" cy="1846231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1DAEA22-0482-9E5A-8145-95FFA7864237}"/>
              </a:ext>
            </a:extLst>
          </p:cNvPr>
          <p:cNvGrpSpPr/>
          <p:nvPr/>
        </p:nvGrpSpPr>
        <p:grpSpPr>
          <a:xfrm>
            <a:off x="4195000" y="606485"/>
            <a:ext cx="358775" cy="358775"/>
            <a:chOff x="4746951" y="1635022"/>
            <a:chExt cx="358775" cy="358775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542DEE4-7C79-1B77-076E-FB687F2D7292}"/>
                </a:ext>
              </a:extLst>
            </p:cNvPr>
            <p:cNvSpPr/>
            <p:nvPr/>
          </p:nvSpPr>
          <p:spPr>
            <a:xfrm>
              <a:off x="4764088" y="1652273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" name="곱하기 기호 6">
              <a:extLst>
                <a:ext uri="{FF2B5EF4-FFF2-40B4-BE49-F238E27FC236}">
                  <a16:creationId xmlns:a16="http://schemas.microsoft.com/office/drawing/2014/main" id="{0595B99C-29F2-5FC3-963A-1A909D9CDD99}"/>
                </a:ext>
              </a:extLst>
            </p:cNvPr>
            <p:cNvSpPr/>
            <p:nvPr/>
          </p:nvSpPr>
          <p:spPr>
            <a:xfrm>
              <a:off x="4746951" y="1635022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8" name="TextBox 5">
            <a:extLst>
              <a:ext uri="{FF2B5EF4-FFF2-40B4-BE49-F238E27FC236}">
                <a16:creationId xmlns:a16="http://schemas.microsoft.com/office/drawing/2014/main" id="{995EE64C-692D-50CF-1FB7-8C849F156D11}"/>
              </a:ext>
            </a:extLst>
          </p:cNvPr>
          <p:cNvSpPr txBox="1"/>
          <p:nvPr/>
        </p:nvSpPr>
        <p:spPr>
          <a:xfrm>
            <a:off x="1399916" y="855519"/>
            <a:ext cx="306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 dirty="0"/>
              <a:t>보상을 받았습니다</a:t>
            </a:r>
            <a:r>
              <a:rPr lang="en-US" altLang="ko-KR" sz="1100" b="1" dirty="0"/>
              <a:t>!</a:t>
            </a:r>
            <a:endParaRPr lang="ko-KR" altLang="en-US" sz="1100" b="1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5B229AC-F47F-E442-7CB2-8A9D3093359D}"/>
              </a:ext>
            </a:extLst>
          </p:cNvPr>
          <p:cNvGrpSpPr/>
          <p:nvPr/>
        </p:nvGrpSpPr>
        <p:grpSpPr>
          <a:xfrm>
            <a:off x="2572482" y="2087245"/>
            <a:ext cx="983906" cy="276559"/>
            <a:chOff x="5581662" y="3805297"/>
            <a:chExt cx="983906" cy="27655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1A3D8A57-D6E1-DB7F-5626-3A5CF12C7E7F}"/>
                </a:ext>
              </a:extLst>
            </p:cNvPr>
            <p:cNvSpPr/>
            <p:nvPr/>
          </p:nvSpPr>
          <p:spPr>
            <a:xfrm>
              <a:off x="5581662" y="3805297"/>
              <a:ext cx="797735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224BB467-2BEA-FF58-E05B-9626448FDB63}"/>
                </a:ext>
              </a:extLst>
            </p:cNvPr>
            <p:cNvSpPr txBox="1"/>
            <p:nvPr/>
          </p:nvSpPr>
          <p:spPr>
            <a:xfrm>
              <a:off x="5782913" y="3834052"/>
              <a:ext cx="78265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 dirty="0"/>
                <a:t>확인</a:t>
              </a:r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2F6331-AA5F-3DC3-596C-9C5AF3B0C1EF}"/>
              </a:ext>
            </a:extLst>
          </p:cNvPr>
          <p:cNvSpPr/>
          <p:nvPr/>
        </p:nvSpPr>
        <p:spPr>
          <a:xfrm>
            <a:off x="2312460" y="1365513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9D0664-ADB0-6810-0CC8-E340835BEDB1}"/>
              </a:ext>
            </a:extLst>
          </p:cNvPr>
          <p:cNvSpPr/>
          <p:nvPr/>
        </p:nvSpPr>
        <p:spPr>
          <a:xfrm>
            <a:off x="2779426" y="1365513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BEE87D7-708B-EEDE-7D05-494707C1C649}"/>
              </a:ext>
            </a:extLst>
          </p:cNvPr>
          <p:cNvSpPr/>
          <p:nvPr/>
        </p:nvSpPr>
        <p:spPr>
          <a:xfrm>
            <a:off x="3246392" y="1359256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FA084A5-EB1A-2DEE-BD6E-567D1288DF75}"/>
              </a:ext>
            </a:extLst>
          </p:cNvPr>
          <p:cNvSpPr/>
          <p:nvPr/>
        </p:nvSpPr>
        <p:spPr>
          <a:xfrm>
            <a:off x="1404049" y="2673962"/>
            <a:ext cx="3063410" cy="1846231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AAE536B-8F69-D38C-192B-46CA01E0E96A}"/>
              </a:ext>
            </a:extLst>
          </p:cNvPr>
          <p:cNvGrpSpPr/>
          <p:nvPr/>
        </p:nvGrpSpPr>
        <p:grpSpPr>
          <a:xfrm>
            <a:off x="4195000" y="2594463"/>
            <a:ext cx="358775" cy="358775"/>
            <a:chOff x="4746951" y="1635022"/>
            <a:chExt cx="358775" cy="358775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D79A24EE-1B32-D5DE-E4B5-5A8D00B770EA}"/>
                </a:ext>
              </a:extLst>
            </p:cNvPr>
            <p:cNvSpPr/>
            <p:nvPr/>
          </p:nvSpPr>
          <p:spPr>
            <a:xfrm>
              <a:off x="4764088" y="1652273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2" name="곱하기 기호 21">
              <a:extLst>
                <a:ext uri="{FF2B5EF4-FFF2-40B4-BE49-F238E27FC236}">
                  <a16:creationId xmlns:a16="http://schemas.microsoft.com/office/drawing/2014/main" id="{7E45AB76-CEFE-BBCD-332B-CA5A4E63C6D6}"/>
                </a:ext>
              </a:extLst>
            </p:cNvPr>
            <p:cNvSpPr/>
            <p:nvPr/>
          </p:nvSpPr>
          <p:spPr>
            <a:xfrm>
              <a:off x="4746951" y="1635022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23" name="TextBox 5">
            <a:extLst>
              <a:ext uri="{FF2B5EF4-FFF2-40B4-BE49-F238E27FC236}">
                <a16:creationId xmlns:a16="http://schemas.microsoft.com/office/drawing/2014/main" id="{A5150DD0-DB75-8FF7-CBF2-AF4537352AEC}"/>
              </a:ext>
            </a:extLst>
          </p:cNvPr>
          <p:cNvSpPr txBox="1"/>
          <p:nvPr/>
        </p:nvSpPr>
        <p:spPr>
          <a:xfrm>
            <a:off x="1399916" y="2843497"/>
            <a:ext cx="306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 dirty="0"/>
              <a:t>보상을 받았습니다</a:t>
            </a:r>
            <a:r>
              <a:rPr lang="en-US" altLang="ko-KR" sz="1100" b="1" dirty="0"/>
              <a:t>!</a:t>
            </a:r>
            <a:endParaRPr lang="ko-KR" altLang="en-US" sz="1100" b="1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6AC2AED-F195-F0B8-D503-1033C61D9E13}"/>
              </a:ext>
            </a:extLst>
          </p:cNvPr>
          <p:cNvGrpSpPr/>
          <p:nvPr/>
        </p:nvGrpSpPr>
        <p:grpSpPr>
          <a:xfrm>
            <a:off x="2572482" y="4075223"/>
            <a:ext cx="983906" cy="276559"/>
            <a:chOff x="5581662" y="3805297"/>
            <a:chExt cx="983906" cy="276559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90C5E334-DE5E-A35F-7053-CB005776B73E}"/>
                </a:ext>
              </a:extLst>
            </p:cNvPr>
            <p:cNvSpPr/>
            <p:nvPr/>
          </p:nvSpPr>
          <p:spPr>
            <a:xfrm>
              <a:off x="5581662" y="3805297"/>
              <a:ext cx="797735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F18735B2-9145-9120-EB64-2244FDDCEC92}"/>
                </a:ext>
              </a:extLst>
            </p:cNvPr>
            <p:cNvSpPr txBox="1"/>
            <p:nvPr/>
          </p:nvSpPr>
          <p:spPr>
            <a:xfrm>
              <a:off x="5782913" y="3834052"/>
              <a:ext cx="78265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 dirty="0"/>
                <a:t>확인</a:t>
              </a:r>
            </a:p>
          </p:txBody>
        </p: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54AF22E-945C-7C81-88EC-2F5F10540373}"/>
              </a:ext>
            </a:extLst>
          </p:cNvPr>
          <p:cNvSpPr/>
          <p:nvPr/>
        </p:nvSpPr>
        <p:spPr>
          <a:xfrm>
            <a:off x="2512485" y="3353491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21BFAC2-28F2-01D4-8637-990CFCA7C688}"/>
              </a:ext>
            </a:extLst>
          </p:cNvPr>
          <p:cNvSpPr/>
          <p:nvPr/>
        </p:nvSpPr>
        <p:spPr>
          <a:xfrm>
            <a:off x="2979451" y="3353491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8C7604E-874C-8337-5BDE-AC2844884225}"/>
              </a:ext>
            </a:extLst>
          </p:cNvPr>
          <p:cNvSpPr/>
          <p:nvPr/>
        </p:nvSpPr>
        <p:spPr>
          <a:xfrm>
            <a:off x="1399786" y="4791119"/>
            <a:ext cx="3063410" cy="1846231"/>
          </a:xfrm>
          <a:prstGeom prst="roundRect">
            <a:avLst>
              <a:gd name="adj" fmla="val 2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F10063-BF21-2923-637F-324FE18C2E0E}"/>
              </a:ext>
            </a:extLst>
          </p:cNvPr>
          <p:cNvGrpSpPr/>
          <p:nvPr/>
        </p:nvGrpSpPr>
        <p:grpSpPr>
          <a:xfrm>
            <a:off x="4190737" y="4622720"/>
            <a:ext cx="358775" cy="358775"/>
            <a:chOff x="4746951" y="1635022"/>
            <a:chExt cx="358775" cy="358775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279FBA0F-8A0B-6C15-5A0E-C0929FC538F1}"/>
                </a:ext>
              </a:extLst>
            </p:cNvPr>
            <p:cNvSpPr/>
            <p:nvPr/>
          </p:nvSpPr>
          <p:spPr>
            <a:xfrm>
              <a:off x="4764088" y="1652273"/>
              <a:ext cx="323850" cy="3238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3" name="곱하기 기호 32">
              <a:extLst>
                <a:ext uri="{FF2B5EF4-FFF2-40B4-BE49-F238E27FC236}">
                  <a16:creationId xmlns:a16="http://schemas.microsoft.com/office/drawing/2014/main" id="{3A43316A-5A2B-299D-2FBF-CAC809434A1B}"/>
                </a:ext>
              </a:extLst>
            </p:cNvPr>
            <p:cNvSpPr/>
            <p:nvPr/>
          </p:nvSpPr>
          <p:spPr>
            <a:xfrm>
              <a:off x="4746951" y="1635022"/>
              <a:ext cx="358775" cy="358775"/>
            </a:xfrm>
            <a:prstGeom prst="mathMultiply">
              <a:avLst>
                <a:gd name="adj1" fmla="val 169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34" name="TextBox 5">
            <a:extLst>
              <a:ext uri="{FF2B5EF4-FFF2-40B4-BE49-F238E27FC236}">
                <a16:creationId xmlns:a16="http://schemas.microsoft.com/office/drawing/2014/main" id="{95932541-4CFB-E390-58F2-9EB373EF70A4}"/>
              </a:ext>
            </a:extLst>
          </p:cNvPr>
          <p:cNvSpPr txBox="1"/>
          <p:nvPr/>
        </p:nvSpPr>
        <p:spPr>
          <a:xfrm>
            <a:off x="1395653" y="4871754"/>
            <a:ext cx="306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b="1" dirty="0"/>
              <a:t>보상을 받았습니다</a:t>
            </a:r>
            <a:r>
              <a:rPr lang="en-US" altLang="ko-KR" sz="1100" b="1" dirty="0"/>
              <a:t>!</a:t>
            </a:r>
            <a:endParaRPr lang="ko-KR" altLang="en-US" sz="11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A28C430-3736-E909-2CD6-9D51BF061794}"/>
              </a:ext>
            </a:extLst>
          </p:cNvPr>
          <p:cNvGrpSpPr/>
          <p:nvPr/>
        </p:nvGrpSpPr>
        <p:grpSpPr>
          <a:xfrm>
            <a:off x="2568219" y="6103480"/>
            <a:ext cx="983906" cy="276559"/>
            <a:chOff x="5581662" y="3805297"/>
            <a:chExt cx="983906" cy="276559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EBF8C05A-300A-C121-7AA6-ECC599511287}"/>
                </a:ext>
              </a:extLst>
            </p:cNvPr>
            <p:cNvSpPr/>
            <p:nvPr/>
          </p:nvSpPr>
          <p:spPr>
            <a:xfrm>
              <a:off x="5581662" y="3805297"/>
              <a:ext cx="797735" cy="27655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7" name="TextBox 7">
              <a:extLst>
                <a:ext uri="{FF2B5EF4-FFF2-40B4-BE49-F238E27FC236}">
                  <a16:creationId xmlns:a16="http://schemas.microsoft.com/office/drawing/2014/main" id="{75835FA2-BA61-F073-86E3-868CB1D7F4B8}"/>
                </a:ext>
              </a:extLst>
            </p:cNvPr>
            <p:cNvSpPr txBox="1"/>
            <p:nvPr/>
          </p:nvSpPr>
          <p:spPr>
            <a:xfrm>
              <a:off x="5782913" y="3834052"/>
              <a:ext cx="78265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 dirty="0"/>
                <a:t>확인</a:t>
              </a:r>
            </a:p>
          </p:txBody>
        </p:sp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38A3B6E-CA24-5956-7499-76BD43A60580}"/>
              </a:ext>
            </a:extLst>
          </p:cNvPr>
          <p:cNvSpPr/>
          <p:nvPr/>
        </p:nvSpPr>
        <p:spPr>
          <a:xfrm>
            <a:off x="2694520" y="5381748"/>
            <a:ext cx="400050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643189-737A-BBDD-4422-5CA42CFE45A6}"/>
              </a:ext>
            </a:extLst>
          </p:cNvPr>
          <p:cNvSpPr txBox="1"/>
          <p:nvPr/>
        </p:nvSpPr>
        <p:spPr>
          <a:xfrm>
            <a:off x="145732" y="186676"/>
            <a:ext cx="124992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보상팝업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666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841A9E4-039E-D71D-5637-E1B777B8E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109" y="2200103"/>
            <a:ext cx="1838582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79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3203168-2906-8582-7B20-373BE23A9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94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814</Words>
  <Application>Microsoft Office PowerPoint</Application>
  <PresentationFormat>와이드스크린</PresentationFormat>
  <Paragraphs>361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재현 서</cp:lastModifiedBy>
  <cp:revision>26</cp:revision>
  <dcterms:created xsi:type="dcterms:W3CDTF">2026-08-10T09:56:11Z</dcterms:created>
  <dcterms:modified xsi:type="dcterms:W3CDTF">2026-08-14T09:43:37Z</dcterms:modified>
</cp:coreProperties>
</file>